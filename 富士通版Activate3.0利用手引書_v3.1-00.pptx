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83" r:id="rId4"/>
    <p:sldMasterId id="2147483690" r:id="rId5"/>
    <p:sldMasterId id="2147483697" r:id="rId6"/>
    <p:sldMasterId id="2147483704" r:id="rId7"/>
    <p:sldMasterId id="2147483711" r:id="rId8"/>
  </p:sldMasterIdLst>
  <p:notesMasterIdLst>
    <p:notesMasterId r:id="rId32"/>
  </p:notesMasterIdLst>
  <p:handoutMasterIdLst>
    <p:handoutMasterId r:id="rId33"/>
  </p:handoutMasterIdLst>
  <p:sldIdLst>
    <p:sldId id="301" r:id="rId9"/>
    <p:sldId id="2076137488" r:id="rId10"/>
    <p:sldId id="377" r:id="rId11"/>
    <p:sldId id="2076137489" r:id="rId12"/>
    <p:sldId id="347" r:id="rId13"/>
    <p:sldId id="3806" r:id="rId14"/>
    <p:sldId id="3807" r:id="rId15"/>
    <p:sldId id="3808" r:id="rId16"/>
    <p:sldId id="3794" r:id="rId17"/>
    <p:sldId id="3809" r:id="rId18"/>
    <p:sldId id="3789" r:id="rId19"/>
    <p:sldId id="378" r:id="rId20"/>
    <p:sldId id="379" r:id="rId21"/>
    <p:sldId id="380" r:id="rId22"/>
    <p:sldId id="381" r:id="rId23"/>
    <p:sldId id="3795" r:id="rId24"/>
    <p:sldId id="3796" r:id="rId25"/>
    <p:sldId id="3810" r:id="rId26"/>
    <p:sldId id="3790" r:id="rId27"/>
    <p:sldId id="3799" r:id="rId28"/>
    <p:sldId id="3801" r:id="rId29"/>
    <p:sldId id="3792" r:id="rId30"/>
    <p:sldId id="306" r:id="rId3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5602" userDrawn="1">
          <p15:clr>
            <a:srgbClr val="A4A3A4"/>
          </p15:clr>
        </p15:guide>
        <p15:guide id="4" orient="horz" pos="577" userDrawn="1">
          <p15:clr>
            <a:srgbClr val="A4A3A4"/>
          </p15:clr>
        </p15:guide>
        <p15:guide id="5" orient="horz" pos="2981" userDrawn="1">
          <p15:clr>
            <a:srgbClr val="A4A3A4"/>
          </p15:clr>
        </p15:guide>
        <p15:guide id="6" pos="15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0E7EF"/>
    <a:srgbClr val="FFE700"/>
    <a:srgbClr val="EA0000"/>
    <a:srgbClr val="FF8000"/>
    <a:srgbClr val="D80084"/>
    <a:srgbClr val="2400B0"/>
    <a:srgbClr val="61D600"/>
    <a:srgbClr val="0082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44B6F7-A438-4A50-B50A-00F171DBF9F3}" v="2" dt="2024-06-06T09:21:28.9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39" autoAdjust="0"/>
    <p:restoredTop sz="96353" autoAdjust="0"/>
  </p:normalViewPr>
  <p:slideViewPr>
    <p:cSldViewPr snapToGrid="0">
      <p:cViewPr varScale="1">
        <p:scale>
          <a:sx n="136" d="100"/>
          <a:sy n="136" d="100"/>
        </p:scale>
        <p:origin x="77" y="370"/>
      </p:cViewPr>
      <p:guideLst>
        <p:guide orient="horz" pos="1620"/>
        <p:guide pos="2880"/>
        <p:guide pos="5602"/>
        <p:guide orient="horz" pos="577"/>
        <p:guide orient="horz" pos="2981"/>
        <p:guide pos="158"/>
      </p:guideLst>
    </p:cSldViewPr>
  </p:slideViewPr>
  <p:outlineViewPr>
    <p:cViewPr>
      <p:scale>
        <a:sx n="33" d="100"/>
        <a:sy n="33" d="100"/>
      </p:scale>
      <p:origin x="0" y="0"/>
    </p:cViewPr>
  </p:outlineViewPr>
  <p:notesTextViewPr>
    <p:cViewPr>
      <p:scale>
        <a:sx n="66" d="100"/>
        <a:sy n="66" d="100"/>
      </p:scale>
      <p:origin x="0" y="0"/>
    </p:cViewPr>
  </p:notesTextViewPr>
  <p:sorterViewPr>
    <p:cViewPr>
      <p:scale>
        <a:sx n="100" d="100"/>
        <a:sy n="100" d="100"/>
      </p:scale>
      <p:origin x="0" y="0"/>
    </p:cViewPr>
  </p:sorterViewPr>
  <p:notesViewPr>
    <p:cSldViewPr snapToGrid="0">
      <p:cViewPr>
        <p:scale>
          <a:sx n="75" d="100"/>
          <a:sy n="75" d="100"/>
        </p:scale>
        <p:origin x="4098" y="32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6AED8D3B-9082-49AA-B4BC-F3F4425AA7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89ACFA8-1AB5-47AD-8712-789ED582E266}" type="datetimeFigureOut">
              <a:rPr kumimoji="1" lang="ja-JP" altLang="en-US" smtClean="0"/>
              <a:t>2026/3/19</a:t>
            </a:fld>
            <a:endParaRPr kumimoji="1" lang="ja-JP" altLang="en-US"/>
          </a:p>
        </p:txBody>
      </p:sp>
      <p:sp>
        <p:nvSpPr>
          <p:cNvPr id="4" name="フッター プレースホルダー 3">
            <a:extLst>
              <a:ext uri="{FF2B5EF4-FFF2-40B4-BE49-F238E27FC236}">
                <a16:creationId xmlns:a16="http://schemas.microsoft.com/office/drawing/2014/main" id="{5DAB9B36-94C5-4135-B352-9570B260F3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ltLang="ja-JP" sz="1000"/>
              <a:t>© 2022 Fujitsu Limited</a:t>
            </a:r>
            <a:endParaRPr lang="en-US" altLang="ja-JP" sz="1000" dirty="0"/>
          </a:p>
        </p:txBody>
      </p:sp>
      <p:sp>
        <p:nvSpPr>
          <p:cNvPr id="5" name="スライド番号プレースホルダー 4">
            <a:extLst>
              <a:ext uri="{FF2B5EF4-FFF2-40B4-BE49-F238E27FC236}">
                <a16:creationId xmlns:a16="http://schemas.microsoft.com/office/drawing/2014/main" id="{91EDE976-DD9F-4E5B-8DD7-50A554BDD8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DA504E-F46D-4C99-BD4A-3BE220F742A8}" type="slidenum">
              <a:rPr kumimoji="1" lang="ja-JP" altLang="en-US" smtClean="0"/>
              <a:t>‹#›</a:t>
            </a:fld>
            <a:endParaRPr kumimoji="1" lang="ja-JP" altLang="en-US"/>
          </a:p>
        </p:txBody>
      </p:sp>
      <p:pic>
        <p:nvPicPr>
          <p:cNvPr id="7" name="SD_FUJITSU-RESTRICTED">
            <a:extLst>
              <a:ext uri="{FF2B5EF4-FFF2-40B4-BE49-F238E27FC236}">
                <a16:creationId xmlns:a16="http://schemas.microsoft.com/office/drawing/2014/main" id="{78C7EFFF-2E77-4B9E-8A23-5F5C7ACF72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75" y="53975"/>
            <a:ext cx="1292691" cy="166263"/>
          </a:xfrm>
          <a:prstGeom prst="rect">
            <a:avLst/>
          </a:prstGeom>
        </p:spPr>
      </p:pic>
    </p:spTree>
    <p:extLst>
      <p:ext uri="{BB962C8B-B14F-4D97-AF65-F5344CB8AC3E}">
        <p14:creationId xmlns:p14="http://schemas.microsoft.com/office/powerpoint/2010/main" val="9559416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n-lt"/>
              </a:defRPr>
            </a:lvl1pPr>
          </a:lstStyle>
          <a:p>
            <a:fld id="{49E156C8-D1E6-4437-B817-0C57EC289493}" type="datetimeFigureOut">
              <a:rPr kumimoji="1" lang="ja-JP" altLang="en-US" smtClean="0"/>
              <a:pPr/>
              <a:t>2026/3/19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dirty="0"/>
              <a:t>Headline</a:t>
            </a:r>
            <a:endParaRPr kumimoji="1" lang="ja-JP" altLang="en-US" dirty="0"/>
          </a:p>
          <a:p>
            <a:pPr lvl="1"/>
            <a:r>
              <a:rPr kumimoji="1" lang="en-US" altLang="ja-JP" dirty="0"/>
              <a:t>1st subhead</a:t>
            </a:r>
            <a:endParaRPr kumimoji="1" lang="ja-JP" altLang="en-US" dirty="0"/>
          </a:p>
          <a:p>
            <a:pPr lvl="2"/>
            <a:r>
              <a:rPr kumimoji="1" lang="en-US" altLang="ja-JP" dirty="0"/>
              <a:t>2nd subhead</a:t>
            </a:r>
            <a:endParaRPr kumimoji="1" lang="ja-JP" altLang="en-US" dirty="0"/>
          </a:p>
          <a:p>
            <a:pPr lvl="3"/>
            <a:r>
              <a:rPr kumimoji="1" lang="en-US" altLang="ja-JP" dirty="0"/>
              <a:t>Text</a:t>
            </a:r>
          </a:p>
          <a:p>
            <a:pPr lvl="4"/>
            <a:r>
              <a:rPr kumimoji="1" lang="en-US" altLang="ja-JP" dirty="0"/>
              <a:t>Text</a:t>
            </a:r>
            <a:endParaRPr kumimoji="1" lang="ja-JP" altLang="en-US" dirty="0"/>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atin typeface="+mn-lt"/>
              </a:defRPr>
            </a:lvl1pPr>
          </a:lstStyle>
          <a:p>
            <a:r>
              <a:rPr kumimoji="1" lang="en-US" altLang="ja-JP"/>
              <a:t>© 2022 Fujitsu Limited</a:t>
            </a:r>
            <a:endParaRPr kumimoji="1" lang="ja-JP" altLang="en-US" dirty="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atin typeface="+mn-lt"/>
              </a:defRPr>
            </a:lvl1pPr>
          </a:lstStyle>
          <a:p>
            <a:fld id="{C0644275-5C74-4E59-8F01-9B0DD8D2F6FE}" type="slidenum">
              <a:rPr kumimoji="1" lang="ja-JP" altLang="en-US" smtClean="0"/>
              <a:pPr/>
              <a:t>‹#›</a:t>
            </a:fld>
            <a:endParaRPr kumimoji="1" lang="ja-JP" altLang="en-US"/>
          </a:p>
        </p:txBody>
      </p:sp>
      <p:pic>
        <p:nvPicPr>
          <p:cNvPr id="9" name="SD_FUJITSU-RESTRICTED">
            <a:extLst>
              <a:ext uri="{FF2B5EF4-FFF2-40B4-BE49-F238E27FC236}">
                <a16:creationId xmlns:a16="http://schemas.microsoft.com/office/drawing/2014/main" id="{47C40DAC-0868-4F98-B0F3-793F60B03C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75" y="53975"/>
            <a:ext cx="1292691" cy="166263"/>
          </a:xfrm>
          <a:prstGeom prst="rect">
            <a:avLst/>
          </a:prstGeom>
        </p:spPr>
      </p:pic>
    </p:spTree>
    <p:extLst>
      <p:ext uri="{BB962C8B-B14F-4D97-AF65-F5344CB8AC3E}">
        <p14:creationId xmlns:p14="http://schemas.microsoft.com/office/powerpoint/2010/main" val="2664097101"/>
      </p:ext>
    </p:extLst>
  </p:cSld>
  <p:clrMap bg1="lt1" tx1="dk1" bg2="lt2" tx2="dk2" accent1="accent1" accent2="accent2" accent3="accent3" accent4="accent4" accent5="accent5" accent6="accent6" hlink="hlink" folHlink="folHlink"/>
  <p:hf hdr="0" dt="0"/>
  <p:notesStyle>
    <a:lvl1pPr marL="0" algn="l" defTabSz="685800" rtl="0" eaLnBrk="1" latinLnBrk="0" hangingPunct="1">
      <a:defRPr kumimoji="1" sz="900" kern="1200">
        <a:solidFill>
          <a:schemeClr val="tx1"/>
        </a:solidFill>
        <a:latin typeface="+mn-lt"/>
        <a:ea typeface="+mn-ea"/>
        <a:cs typeface="+mn-cs"/>
      </a:defRPr>
    </a:lvl1pPr>
    <a:lvl2pPr marL="342900" algn="l" defTabSz="685800" rtl="0" eaLnBrk="1" latinLnBrk="0" hangingPunct="1">
      <a:defRPr kumimoji="1" sz="900" kern="1200">
        <a:solidFill>
          <a:schemeClr val="tx1"/>
        </a:solidFill>
        <a:latin typeface="+mn-lt"/>
        <a:ea typeface="+mn-ea"/>
        <a:cs typeface="+mn-cs"/>
      </a:defRPr>
    </a:lvl2pPr>
    <a:lvl3pPr marL="685800" algn="l" defTabSz="685800" rtl="0" eaLnBrk="1" latinLnBrk="0" hangingPunct="1">
      <a:defRPr kumimoji="1" sz="900" kern="1200">
        <a:solidFill>
          <a:schemeClr val="tx1"/>
        </a:solidFill>
        <a:latin typeface="+mn-lt"/>
        <a:ea typeface="+mn-ea"/>
        <a:cs typeface="+mn-cs"/>
      </a:defRPr>
    </a:lvl3pPr>
    <a:lvl4pPr marL="1028700" algn="l" defTabSz="685800" rtl="0" eaLnBrk="1" latinLnBrk="0" hangingPunct="1">
      <a:defRPr kumimoji="1" sz="900" kern="1200">
        <a:solidFill>
          <a:schemeClr val="tx1"/>
        </a:solidFill>
        <a:latin typeface="+mn-lt"/>
        <a:ea typeface="+mn-ea"/>
        <a:cs typeface="+mn-cs"/>
      </a:defRPr>
    </a:lvl4pPr>
    <a:lvl5pPr marL="1371600" algn="l" defTabSz="685800" rtl="0" eaLnBrk="1" latinLnBrk="0" hangingPunct="1">
      <a:defRPr kumimoji="1" sz="900" kern="1200">
        <a:solidFill>
          <a:schemeClr val="tx1"/>
        </a:solidFill>
        <a:latin typeface="+mn-lt"/>
        <a:ea typeface="+mn-ea"/>
        <a:cs typeface="+mn-cs"/>
      </a:defRPr>
    </a:lvl5pPr>
    <a:lvl6pPr marL="1714500" algn="l" defTabSz="685800" rtl="0" eaLnBrk="1" latinLnBrk="0" hangingPunct="1">
      <a:defRPr kumimoji="1" sz="900" kern="1200">
        <a:solidFill>
          <a:schemeClr val="tx1"/>
        </a:solidFill>
        <a:latin typeface="+mn-lt"/>
        <a:ea typeface="+mn-ea"/>
        <a:cs typeface="+mn-cs"/>
      </a:defRPr>
    </a:lvl6pPr>
    <a:lvl7pPr marL="2057400" algn="l" defTabSz="685800" rtl="0" eaLnBrk="1" latinLnBrk="0" hangingPunct="1">
      <a:defRPr kumimoji="1" sz="900" kern="1200">
        <a:solidFill>
          <a:schemeClr val="tx1"/>
        </a:solidFill>
        <a:latin typeface="+mn-lt"/>
        <a:ea typeface="+mn-ea"/>
        <a:cs typeface="+mn-cs"/>
      </a:defRPr>
    </a:lvl7pPr>
    <a:lvl8pPr marL="2400300" algn="l" defTabSz="685800" rtl="0" eaLnBrk="1" latinLnBrk="0" hangingPunct="1">
      <a:defRPr kumimoji="1" sz="900" kern="1200">
        <a:solidFill>
          <a:schemeClr val="tx1"/>
        </a:solidFill>
        <a:latin typeface="+mn-lt"/>
        <a:ea typeface="+mn-ea"/>
        <a:cs typeface="+mn-cs"/>
      </a:defRPr>
    </a:lvl8pPr>
    <a:lvl9pPr marL="2743200" algn="l" defTabSz="685800" rtl="0" eaLnBrk="1" latinLnBrk="0" hangingPunct="1">
      <a:defRPr kumimoji="1"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4"/>
          </p:nvPr>
        </p:nvSpPr>
        <p:spPr/>
        <p:txBody>
          <a:bodyPr/>
          <a:lstStyle/>
          <a:p>
            <a:r>
              <a:rPr kumimoji="1" lang="en-US" altLang="ja-JP"/>
              <a:t>© 2022 Fujitsu Limited</a:t>
            </a:r>
            <a:endParaRPr kumimoji="1" lang="ja-JP" altLang="en-US" dirty="0"/>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1</a:t>
            </a:fld>
            <a:endParaRPr kumimoji="1" lang="ja-JP" altLang="en-US"/>
          </a:p>
        </p:txBody>
      </p:sp>
    </p:spTree>
    <p:extLst>
      <p:ext uri="{BB962C8B-B14F-4D97-AF65-F5344CB8AC3E}">
        <p14:creationId xmlns:p14="http://schemas.microsoft.com/office/powerpoint/2010/main" val="2728916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Copyright 2019 FUJITSU LIMITED</a:t>
            </a:r>
            <a:endParaRPr lang="en-US" altLang="ja-JP" dirty="0"/>
          </a:p>
        </p:txBody>
      </p:sp>
      <p:sp>
        <p:nvSpPr>
          <p:cNvPr id="7" name="Rectangle 7"/>
          <p:cNvSpPr>
            <a:spLocks noGrp="1" noChangeArrowheads="1"/>
          </p:cNvSpPr>
          <p:nvPr>
            <p:ph type="sldNum" sz="quarter" idx="5"/>
          </p:nvPr>
        </p:nvSpPr>
        <p:spPr>
          <a:ln/>
        </p:spPr>
        <p:txBody>
          <a:bodyPr/>
          <a:lstStyle/>
          <a:p>
            <a:fld id="{52907734-A7B3-479F-9B48-BD0920DAB3E0}" type="slidenum">
              <a:rPr lang="en-US" altLang="ja-JP"/>
              <a:pPr/>
              <a:t>2</a:t>
            </a:fld>
            <a:endParaRPr lang="en-US" altLang="ja-JP"/>
          </a:p>
        </p:txBody>
      </p:sp>
      <p:sp>
        <p:nvSpPr>
          <p:cNvPr id="387074" name="Rectangle 2"/>
          <p:cNvSpPr>
            <a:spLocks noGrp="1" noRot="1" noChangeAspect="1" noChangeArrowheads="1" noTextEdit="1"/>
          </p:cNvSpPr>
          <p:nvPr>
            <p:ph type="sldImg"/>
          </p:nvPr>
        </p:nvSpPr>
        <p:spPr>
          <a:xfrm>
            <a:off x="88900" y="744538"/>
            <a:ext cx="6629400" cy="3729037"/>
          </a:xfrm>
          <a:ln/>
        </p:spPr>
      </p:sp>
      <p:sp>
        <p:nvSpPr>
          <p:cNvPr id="387075" name="Rectangle 3"/>
          <p:cNvSpPr>
            <a:spLocks noGrp="1" noChangeArrowheads="1"/>
          </p:cNvSpPr>
          <p:nvPr>
            <p:ph type="body" idx="1"/>
          </p:nvPr>
        </p:nvSpPr>
        <p:spPr>
          <a:xfrm>
            <a:off x="679450" y="4721225"/>
            <a:ext cx="5626100" cy="4891088"/>
          </a:xfrm>
        </p:spPr>
        <p:txBody>
          <a:bodyPr/>
          <a:lstStyle/>
          <a:p>
            <a:pPr>
              <a:spcBef>
                <a:spcPct val="20000"/>
              </a:spcBef>
              <a:buClr>
                <a:srgbClr val="FF0000"/>
              </a:buClr>
              <a:buSzPct val="80000"/>
              <a:buFont typeface="Wingdings" pitchFamily="2" charset="2"/>
              <a:buNone/>
            </a:pPr>
            <a:endParaRPr lang="en-GB" altLang="ja-JP"/>
          </a:p>
        </p:txBody>
      </p:sp>
    </p:spTree>
    <p:extLst>
      <p:ext uri="{BB962C8B-B14F-4D97-AF65-F5344CB8AC3E}">
        <p14:creationId xmlns:p14="http://schemas.microsoft.com/office/powerpoint/2010/main" val="818703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Copyright 2019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5</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3836522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Copyright 2019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7</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416942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4"/>
          </p:nvPr>
        </p:nvSpPr>
        <p:spPr/>
        <p:txBody>
          <a:bodyPr/>
          <a:lstStyle/>
          <a:p>
            <a:r>
              <a:rPr kumimoji="1" lang="en-US" altLang="ja-JP"/>
              <a:t>© 2022 Fujitsu Limited</a:t>
            </a:r>
            <a:endParaRPr kumimoji="1" lang="ja-JP" altLang="en-US" dirty="0"/>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23</a:t>
            </a:fld>
            <a:endParaRPr kumimoji="1" lang="ja-JP" altLang="en-US"/>
          </a:p>
        </p:txBody>
      </p:sp>
    </p:spTree>
    <p:extLst>
      <p:ext uri="{BB962C8B-B14F-4D97-AF65-F5344CB8AC3E}">
        <p14:creationId xmlns:p14="http://schemas.microsoft.com/office/powerpoint/2010/main" val="23608162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Master" Target="../slideMasters/slideMaster3.xml"/><Relationship Id="rId5" Type="http://schemas.openxmlformats.org/officeDocument/2006/relationships/image" Target="../media/image3.png"/><Relationship Id="rId4"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g"/><Relationship Id="rId1" Type="http://schemas.openxmlformats.org/officeDocument/2006/relationships/slideMaster" Target="../slideMasters/slideMaster4.xml"/><Relationship Id="rId5" Type="http://schemas.openxmlformats.org/officeDocument/2006/relationships/image" Target="../media/image3.png"/><Relationship Id="rId4"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jp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7.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jpg"/><Relationship Id="rId1" Type="http://schemas.openxmlformats.org/officeDocument/2006/relationships/slideMaster" Target="../slideMasters/slideMaster5.xml"/><Relationship Id="rId5" Type="http://schemas.openxmlformats.org/officeDocument/2006/relationships/image" Target="../media/image3.png"/><Relationship Id="rId4"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95692AF0-2E90-4E8E-8159-82825E6818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2027" y="0"/>
            <a:ext cx="2541278" cy="5143499"/>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2022 Fujitsu Limited</a:t>
            </a:r>
            <a:endParaRPr kumimoji="1" lang="ja-JP" altLang="en-US"/>
          </a:p>
        </p:txBody>
      </p:sp>
      <p:sp>
        <p:nvSpPr>
          <p:cNvPr id="17" name="Slide Number Placeholder 5">
            <a:extLst>
              <a:ext uri="{FF2B5EF4-FFF2-40B4-BE49-F238E27FC236}">
                <a16:creationId xmlns:a16="http://schemas.microsoft.com/office/drawing/2014/main" id="{56E86481-61F8-4C42-8460-E5C7072F0449}"/>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288C24AB-C571-4162-A598-D428E9099DA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9" name="Picture 28">
            <a:extLst>
              <a:ext uri="{FF2B5EF4-FFF2-40B4-BE49-F238E27FC236}">
                <a16:creationId xmlns:a16="http://schemas.microsoft.com/office/drawing/2014/main" id="{BB97FB78-2B84-4EC8-85D8-DC0D58996F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7"/>
            <a:ext cx="4543221" cy="3510284"/>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75C62D1B-0184-43C2-AF18-D86BFB15BB06}"/>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EC0AAA21-ABAC-4D7F-946C-477AD2044C8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378100837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8" name="図 14">
            <a:extLst>
              <a:ext uri="{FF2B5EF4-FFF2-40B4-BE49-F238E27FC236}">
                <a16:creationId xmlns:a16="http://schemas.microsoft.com/office/drawing/2014/main" id="{D112A58B-6135-49FE-9C7D-1017A0D39A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gray">
          <a:xfrm>
            <a:off x="0" y="0"/>
            <a:ext cx="9144982" cy="5145576"/>
          </a:xfrm>
          <a:prstGeom prst="rect">
            <a:avLst/>
          </a:prstGeom>
        </p:spPr>
      </p:pic>
      <p:sp>
        <p:nvSpPr>
          <p:cNvPr id="2" name="Title 1"/>
          <p:cNvSpPr>
            <a:spLocks noGrp="1"/>
          </p:cNvSpPr>
          <p:nvPr>
            <p:ph type="ctrTitle" hasCustomPrompt="1"/>
          </p:nvPr>
        </p:nvSpPr>
        <p:spPr bwMode="gray">
          <a:xfrm>
            <a:off x="234000" y="1116000"/>
            <a:ext cx="8280000" cy="1440000"/>
          </a:xfrm>
        </p:spPr>
        <p:txBody>
          <a:bodyPr anchor="b">
            <a:noAutofit/>
          </a:bodyPr>
          <a:lstStyle>
            <a:lvl1pPr algn="l">
              <a:defRPr sz="3200">
                <a:solidFill>
                  <a:schemeClr val="bg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bwMode="gray">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bwMode="gray">
          <a:xfrm>
            <a:off x="4302000" y="4878000"/>
            <a:ext cx="540000" cy="122400"/>
          </a:xfrm>
          <a:prstGeom prst="rect">
            <a:avLst/>
          </a:prstGeom>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pic>
        <p:nvPicPr>
          <p:cNvPr id="19" name="Picture 56" descr="Fujitsu">
            <a:extLst>
              <a:ext uri="{FF2B5EF4-FFF2-40B4-BE49-F238E27FC236}">
                <a16:creationId xmlns:a16="http://schemas.microsoft.com/office/drawing/2014/main" id="{296967A9-30A5-48C2-B859-CEC6385A1F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F75B6E70-1F42-4546-9D6E-5D5BA926A342}"/>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0" name="SD_FUJITSU-RESTRICTED">
            <a:extLst>
              <a:ext uri="{FF2B5EF4-FFF2-40B4-BE49-F238E27FC236}">
                <a16:creationId xmlns:a16="http://schemas.microsoft.com/office/drawing/2014/main" id="{38B272DB-9D66-4ABB-BBC9-7BB4D4BDC17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206351164"/>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75558021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146358904"/>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216500278"/>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F6C4905-9CC5-4C8D-803C-5F137C0C75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9" y="0"/>
            <a:ext cx="3766211" cy="5143499"/>
          </a:xfrm>
          <a:prstGeom prst="rect">
            <a:avLst/>
          </a:prstGeom>
        </p:spPr>
      </p:pic>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2022 Fujitsu Limited</a:t>
            </a:r>
            <a:endParaRPr kumimoji="1" lang="ja-JP" altLang="en-US"/>
          </a:p>
        </p:txBody>
      </p:sp>
      <p:pic>
        <p:nvPicPr>
          <p:cNvPr id="16" name="Picture 56" descr="Fujitsu">
            <a:extLst>
              <a:ext uri="{FF2B5EF4-FFF2-40B4-BE49-F238E27FC236}">
                <a16:creationId xmlns:a16="http://schemas.microsoft.com/office/drawing/2014/main" id="{0FEDFFCC-820D-4931-B582-897789935D7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7" name="Picture 6">
            <a:extLst>
              <a:ext uri="{FF2B5EF4-FFF2-40B4-BE49-F238E27FC236}">
                <a16:creationId xmlns:a16="http://schemas.microsoft.com/office/drawing/2014/main" id="{19799ACF-6992-4800-BD7A-ADAB4FB2F41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7"/>
            <a:ext cx="4543221" cy="3510284"/>
          </a:xfrm>
          <a:prstGeom prst="rect">
            <a:avLst/>
          </a:prstGeom>
        </p:spPr>
      </p:pic>
      <p:sp>
        <p:nvSpPr>
          <p:cNvPr id="8" name="Slide Number Placeholder 5">
            <a:extLst>
              <a:ext uri="{FF2B5EF4-FFF2-40B4-BE49-F238E27FC236}">
                <a16:creationId xmlns:a16="http://schemas.microsoft.com/office/drawing/2014/main" id="{6E341907-441C-477C-B054-57AB9FFF4679}"/>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7" name="Picture 23" descr="A picture containing icon&#10;&#10;Description automatically generated">
            <a:extLst>
              <a:ext uri="{FF2B5EF4-FFF2-40B4-BE49-F238E27FC236}">
                <a16:creationId xmlns:a16="http://schemas.microsoft.com/office/drawing/2014/main" id="{61B696FD-ECFF-45E9-9C5C-EFEF6B947AD0}"/>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2597827290"/>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59EA2C5-E74C-467E-A31E-22534610D34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2027" y="0"/>
            <a:ext cx="2541278" cy="5143499"/>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7" name="Slide Number Placeholder 5">
            <a:extLst>
              <a:ext uri="{FF2B5EF4-FFF2-40B4-BE49-F238E27FC236}">
                <a16:creationId xmlns:a16="http://schemas.microsoft.com/office/drawing/2014/main" id="{0FD69642-505C-4956-AEE0-BFCB7823F26B}"/>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A71021C1-F5F7-493F-9B6E-34F90D2AF51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32" name="Picture 28">
            <a:extLst>
              <a:ext uri="{FF2B5EF4-FFF2-40B4-BE49-F238E27FC236}">
                <a16:creationId xmlns:a16="http://schemas.microsoft.com/office/drawing/2014/main" id="{1F121A69-A96D-4E50-B853-9B7D639FE6E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7"/>
            <a:ext cx="4543221" cy="3510284"/>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847F7AD3-8A9E-4272-B529-3F5BCB212E0D}"/>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CC7B0965-AFEC-4370-959D-0B61AC231A5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3040513619"/>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6" name="図 16">
            <a:extLst>
              <a:ext uri="{FF2B5EF4-FFF2-40B4-BE49-F238E27FC236}">
                <a16:creationId xmlns:a16="http://schemas.microsoft.com/office/drawing/2014/main" id="{DD823FC4-0E59-43A1-8BCD-EBD727ED30A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502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tx1"/>
                </a:solidFill>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072D9593-EFA5-4CE0-AEDC-2D5FC5E456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AA7895C7-B8EC-4AD7-B187-8830DBFD1C78}"/>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D777726B-4FD7-4407-B05B-C8E6A9479A7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296500900"/>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400877360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19096638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386283989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23CC6D9-6EFF-494A-BF84-DA0874602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9" y="0"/>
            <a:ext cx="3766211"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5" name="Slide Number Placeholder 5">
            <a:extLst>
              <a:ext uri="{FF2B5EF4-FFF2-40B4-BE49-F238E27FC236}">
                <a16:creationId xmlns:a16="http://schemas.microsoft.com/office/drawing/2014/main" id="{68C48CA2-E9BB-4DBD-914E-E14EDEF3BEB9}"/>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6" name="Picture 56" descr="Fujitsu">
            <a:extLst>
              <a:ext uri="{FF2B5EF4-FFF2-40B4-BE49-F238E27FC236}">
                <a16:creationId xmlns:a16="http://schemas.microsoft.com/office/drawing/2014/main" id="{19B60C56-1286-4F63-9EEC-36A128640C4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8" name="Picture 6">
            <a:extLst>
              <a:ext uri="{FF2B5EF4-FFF2-40B4-BE49-F238E27FC236}">
                <a16:creationId xmlns:a16="http://schemas.microsoft.com/office/drawing/2014/main" id="{3C4F5463-4F92-46D5-932F-97908BC5AD3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7"/>
            <a:ext cx="4543221" cy="3510284"/>
          </a:xfrm>
          <a:prstGeom prst="rect">
            <a:avLst/>
          </a:prstGeom>
        </p:spPr>
      </p:pic>
      <p:pic>
        <p:nvPicPr>
          <p:cNvPr id="7" name="Picture 23" descr="A picture containing icon&#10;&#10;Description automatically generated">
            <a:extLst>
              <a:ext uri="{FF2B5EF4-FFF2-40B4-BE49-F238E27FC236}">
                <a16:creationId xmlns:a16="http://schemas.microsoft.com/office/drawing/2014/main" id="{9F00A419-6A05-45CE-8BD8-E2B605B78EAE}"/>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2562629755"/>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AF46A06C-9A3F-471C-999E-CB75C4DB07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3386" y="673"/>
            <a:ext cx="2540614" cy="5142153"/>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7" name="Slide Number Placeholder 5">
            <a:extLst>
              <a:ext uri="{FF2B5EF4-FFF2-40B4-BE49-F238E27FC236}">
                <a16:creationId xmlns:a16="http://schemas.microsoft.com/office/drawing/2014/main" id="{F2A2B3EE-7C59-4DF5-A28E-64097944362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29DDC893-3971-42A8-9ED2-0EADDB6AFEE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9" name="Picture 28">
            <a:extLst>
              <a:ext uri="{FF2B5EF4-FFF2-40B4-BE49-F238E27FC236}">
                <a16:creationId xmlns:a16="http://schemas.microsoft.com/office/drawing/2014/main" id="{3E857FA4-FCDF-4D3A-913E-96937E78B57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8"/>
            <a:ext cx="4543220" cy="3510283"/>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8B2BCC5B-F069-4ED1-A700-090A5F1D93DD}"/>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0BB46C42-883F-4BFE-BBA3-31CA709DE85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129641871"/>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23" name="図 16">
            <a:extLst>
              <a:ext uri="{FF2B5EF4-FFF2-40B4-BE49-F238E27FC236}">
                <a16:creationId xmlns:a16="http://schemas.microsoft.com/office/drawing/2014/main" id="{4E6397AD-310C-48CA-885C-F7B1DFD0956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502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5F4F3A2A-67CD-4FB4-A584-EB2029E861B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3753FEFB-0305-4C84-935D-76F90EFD3C24}"/>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048298A4-1371-452D-B1E6-7808A20ADAE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64052983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181978753"/>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506997288"/>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334677693"/>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BC69335-2DC7-4BE9-B3C4-6BB3F4B5BB5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9" y="0"/>
            <a:ext cx="3766211"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5" name="Slide Number Placeholder 5">
            <a:extLst>
              <a:ext uri="{FF2B5EF4-FFF2-40B4-BE49-F238E27FC236}">
                <a16:creationId xmlns:a16="http://schemas.microsoft.com/office/drawing/2014/main" id="{7D8338C9-50E0-476B-A1C1-2CD93525E330}"/>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6" name="Picture 56" descr="Fujitsu">
            <a:extLst>
              <a:ext uri="{FF2B5EF4-FFF2-40B4-BE49-F238E27FC236}">
                <a16:creationId xmlns:a16="http://schemas.microsoft.com/office/drawing/2014/main" id="{9EF27093-A849-437A-9361-64716AE462E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7" name="Picture 6">
            <a:extLst>
              <a:ext uri="{FF2B5EF4-FFF2-40B4-BE49-F238E27FC236}">
                <a16:creationId xmlns:a16="http://schemas.microsoft.com/office/drawing/2014/main" id="{DDB5B8BE-19D7-4E92-8193-1EEAE32BB00E}"/>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8"/>
            <a:ext cx="4543220" cy="3510283"/>
          </a:xfrm>
          <a:prstGeom prst="rect">
            <a:avLst/>
          </a:prstGeom>
        </p:spPr>
      </p:pic>
      <p:pic>
        <p:nvPicPr>
          <p:cNvPr id="7" name="Picture 23" descr="A picture containing icon&#10;&#10;Description automatically generated">
            <a:extLst>
              <a:ext uri="{FF2B5EF4-FFF2-40B4-BE49-F238E27FC236}">
                <a16:creationId xmlns:a16="http://schemas.microsoft.com/office/drawing/2014/main" id="{FFAD7CF4-8971-481D-B462-B9FB7396BE41}"/>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1735700369"/>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p:cSld name="タイトルと 2 段組み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テキスト プレースホルダー 2"/>
          <p:cNvSpPr>
            <a:spLocks noGrp="1"/>
          </p:cNvSpPr>
          <p:nvPr>
            <p:ph type="body" sz="half" idx="1"/>
          </p:nvPr>
        </p:nvSpPr>
        <p:spPr>
          <a:xfrm>
            <a:off x="233363" y="1080755"/>
            <a:ext cx="4246562" cy="3742170"/>
          </a:xfrm>
        </p:spPr>
        <p:txBody>
          <a:bodyPr/>
          <a:lstStyle>
            <a:lvl1pPr>
              <a:defRPr sz="2799"/>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632326" y="1080755"/>
            <a:ext cx="4246563" cy="3742170"/>
          </a:xfrm>
        </p:spPr>
        <p:txBody>
          <a:bodyPr/>
          <a:lstStyle>
            <a:lvl1pPr>
              <a:defRPr sz="2799"/>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p:cNvSpPr>
            <a:spLocks noGrp="1"/>
          </p:cNvSpPr>
          <p:nvPr>
            <p:ph type="ftr" sz="quarter" idx="10"/>
          </p:nvPr>
        </p:nvSpPr>
        <p:spPr/>
        <p:txBody>
          <a:bodyPr/>
          <a:lstStyle/>
          <a:p>
            <a:r>
              <a:rPr lang="de-DE" altLang="ja-JP"/>
              <a:t>Copyright 2019 FUJITSU LIMITED</a:t>
            </a:r>
            <a:endParaRPr lang="de-DE" altLang="ja-JP" dirty="0"/>
          </a:p>
        </p:txBody>
      </p:sp>
      <p:sp>
        <p:nvSpPr>
          <p:cNvPr id="6" name="スライド番号プレースホルダー 5"/>
          <p:cNvSpPr>
            <a:spLocks noGrp="1"/>
          </p:cNvSpPr>
          <p:nvPr>
            <p:ph type="sldNum" sz="quarter" idx="11"/>
          </p:nvPr>
        </p:nvSpPr>
        <p:spPr/>
        <p:txBody>
          <a:bodyPr/>
          <a:lstStyle/>
          <a:p>
            <a:fld id="{2145D5DA-CF11-4C66-BB26-5DC06B07024B}" type="slidenum">
              <a:rPr lang="de-DE" altLang="ja-JP" smtClean="0"/>
              <a:pPr/>
              <a:t>‹#›</a:t>
            </a:fld>
            <a:endParaRPr lang="de-DE" altLang="ja-JP"/>
          </a:p>
        </p:txBody>
      </p:sp>
    </p:spTree>
    <p:extLst>
      <p:ext uri="{BB962C8B-B14F-4D97-AF65-F5344CB8AC3E}">
        <p14:creationId xmlns:p14="http://schemas.microsoft.com/office/powerpoint/2010/main" val="29322669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sz="1999">
                <a:latin typeface="Meiryo UI" panose="020B0604030504040204" pitchFamily="50" charset="-128"/>
                <a:ea typeface="Meiryo UI" panose="020B0604030504040204" pitchFamily="50" charset="-128"/>
              </a:defRPr>
            </a:lvl1pPr>
          </a:lstStyle>
          <a:p>
            <a:r>
              <a:rPr lang="ja-JP" altLang="en-US"/>
              <a:t>マスター タイトルの書式設定</a:t>
            </a:r>
          </a:p>
        </p:txBody>
      </p:sp>
      <p:sp>
        <p:nvSpPr>
          <p:cNvPr id="3" name="フッター プレースホルダー 2"/>
          <p:cNvSpPr>
            <a:spLocks noGrp="1"/>
          </p:cNvSpPr>
          <p:nvPr>
            <p:ph type="ftr" sz="quarter" idx="10"/>
          </p:nvPr>
        </p:nvSpPr>
        <p:spPr/>
        <p:txBody>
          <a:bodyPr/>
          <a:lstStyle>
            <a:lvl1pPr>
              <a:defRPr/>
            </a:lvl1pPr>
          </a:lstStyle>
          <a:p>
            <a:r>
              <a:rPr lang="de-DE" altLang="ja-JP"/>
              <a:t>Copyright 2019 FUJITSU LIMITED</a:t>
            </a:r>
            <a:endParaRPr lang="de-DE" altLang="ja-JP" dirty="0"/>
          </a:p>
        </p:txBody>
      </p:sp>
      <p:sp>
        <p:nvSpPr>
          <p:cNvPr id="4" name="スライド番号プレースホルダー 3"/>
          <p:cNvSpPr>
            <a:spLocks noGrp="1"/>
          </p:cNvSpPr>
          <p:nvPr>
            <p:ph type="sldNum" sz="quarter" idx="11"/>
          </p:nvPr>
        </p:nvSpPr>
        <p:spPr/>
        <p:txBody>
          <a:bodyPr/>
          <a:lstStyle>
            <a:lvl1pPr>
              <a:defRPr/>
            </a:lvl1pPr>
          </a:lstStyle>
          <a:p>
            <a:fld id="{72E657AC-4808-49C2-85C9-9B8A09B04136}" type="slidenum">
              <a:rPr lang="de-DE" altLang="ja-JP"/>
              <a:pPr/>
              <a:t>‹#›</a:t>
            </a:fld>
            <a:endParaRPr lang="de-DE" altLang="ja-JP"/>
          </a:p>
        </p:txBody>
      </p:sp>
    </p:spTree>
    <p:extLst>
      <p:ext uri="{BB962C8B-B14F-4D97-AF65-F5344CB8AC3E}">
        <p14:creationId xmlns:p14="http://schemas.microsoft.com/office/powerpoint/2010/main" val="3811433355"/>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9D25779-D7C4-4143-A45C-C33C6C23A7F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0977" y="0"/>
            <a:ext cx="2541279" cy="5143500"/>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7" name="Slide Number Placeholder 5">
            <a:extLst>
              <a:ext uri="{FF2B5EF4-FFF2-40B4-BE49-F238E27FC236}">
                <a16:creationId xmlns:a16="http://schemas.microsoft.com/office/drawing/2014/main" id="{9CEB1D94-ADFB-4280-B2F5-5620C7410479}"/>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FF210DAF-58ED-45C8-BFCA-219D6DD5F37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9" name="Picture 28">
            <a:extLst>
              <a:ext uri="{FF2B5EF4-FFF2-40B4-BE49-F238E27FC236}">
                <a16:creationId xmlns:a16="http://schemas.microsoft.com/office/drawing/2014/main" id="{35197805-CD3F-4477-AD03-41B0E801DC6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8"/>
            <a:ext cx="4543220" cy="3510283"/>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0DED4972-5584-4145-8549-BCA63EE6B55F}"/>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78F2D8BC-22E1-4D0F-9DD5-A6B3AC42349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2448635607"/>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9" name="図 16">
            <a:extLst>
              <a:ext uri="{FF2B5EF4-FFF2-40B4-BE49-F238E27FC236}">
                <a16:creationId xmlns:a16="http://schemas.microsoft.com/office/drawing/2014/main" id="{B6BEA493-F0D5-40FB-A9DB-1AAB035EDF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502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pic>
        <p:nvPicPr>
          <p:cNvPr id="23" name="Picture 56" descr="Fujitsu">
            <a:extLst>
              <a:ext uri="{FF2B5EF4-FFF2-40B4-BE49-F238E27FC236}">
                <a16:creationId xmlns:a16="http://schemas.microsoft.com/office/drawing/2014/main" id="{66189DD1-C42C-4DA0-B3B6-F020A1EEF96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5F807242-279B-4377-A477-F7B49C4B40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90ECB838-7001-494F-9254-FA6DCBDDA3E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302701309"/>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079544677"/>
      </p:ext>
    </p:extLst>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3137674412"/>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54992955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0F7A85D-E715-40B8-B6D0-2647D95A1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9" y="0"/>
            <a:ext cx="3766211"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5" name="Slide Number Placeholder 5">
            <a:extLst>
              <a:ext uri="{FF2B5EF4-FFF2-40B4-BE49-F238E27FC236}">
                <a16:creationId xmlns:a16="http://schemas.microsoft.com/office/drawing/2014/main" id="{5B00353B-7D46-40D9-8913-630C98CFC9BB}"/>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6" name="Picture 56" descr="Fujitsu">
            <a:extLst>
              <a:ext uri="{FF2B5EF4-FFF2-40B4-BE49-F238E27FC236}">
                <a16:creationId xmlns:a16="http://schemas.microsoft.com/office/drawing/2014/main" id="{9FEFD5D6-714F-4118-AF52-E2417F34A7D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7" name="Picture 6">
            <a:extLst>
              <a:ext uri="{FF2B5EF4-FFF2-40B4-BE49-F238E27FC236}">
                <a16:creationId xmlns:a16="http://schemas.microsoft.com/office/drawing/2014/main" id="{A54813E5-185C-472F-9F62-43989AC6851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8"/>
            <a:ext cx="4543220" cy="3510283"/>
          </a:xfrm>
          <a:prstGeom prst="rect">
            <a:avLst/>
          </a:prstGeom>
        </p:spPr>
      </p:pic>
      <p:pic>
        <p:nvPicPr>
          <p:cNvPr id="7" name="Picture 23" descr="A picture containing icon&#10;&#10;Description automatically generated">
            <a:extLst>
              <a:ext uri="{FF2B5EF4-FFF2-40B4-BE49-F238E27FC236}">
                <a16:creationId xmlns:a16="http://schemas.microsoft.com/office/drawing/2014/main" id="{91D060E1-1300-465B-8503-5C66F182C871}"/>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3929536990"/>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6B15DF13-15E3-44BC-9435-C62B6B6302EB}"/>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6602817" y="0"/>
            <a:ext cx="2540765" cy="5142461"/>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0" name="Slide Number Placeholder 5">
            <a:extLst>
              <a:ext uri="{FF2B5EF4-FFF2-40B4-BE49-F238E27FC236}">
                <a16:creationId xmlns:a16="http://schemas.microsoft.com/office/drawing/2014/main" id="{06F1173B-33CF-40AA-BDF4-1C72C41D9550}"/>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1" name="Picture 65" descr="Fujitsu">
            <a:extLst>
              <a:ext uri="{FF2B5EF4-FFF2-40B4-BE49-F238E27FC236}">
                <a16:creationId xmlns:a16="http://schemas.microsoft.com/office/drawing/2014/main" id="{914FAD3E-65C3-4429-9EEB-51BDFE2C96C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864250" y="4761"/>
            <a:ext cx="1126108" cy="685799"/>
          </a:xfrm>
          <a:prstGeom prst="rect">
            <a:avLst/>
          </a:prstGeom>
        </p:spPr>
      </p:pic>
      <p:pic>
        <p:nvPicPr>
          <p:cNvPr id="12" name="Picture 28">
            <a:extLst>
              <a:ext uri="{FF2B5EF4-FFF2-40B4-BE49-F238E27FC236}">
                <a16:creationId xmlns:a16="http://schemas.microsoft.com/office/drawing/2014/main" id="{279EC251-E357-4A5C-B714-8B2D4C1FEE2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8"/>
            <a:ext cx="4543220" cy="3510283"/>
          </a:xfrm>
          <a:prstGeom prst="rect">
            <a:avLst/>
          </a:prstGeom>
        </p:spPr>
      </p:pic>
      <p:pic>
        <p:nvPicPr>
          <p:cNvPr id="13" name="Picture 23" descr="A picture containing icon&#10;&#10;Description automatically generated">
            <a:extLst>
              <a:ext uri="{FF2B5EF4-FFF2-40B4-BE49-F238E27FC236}">
                <a16:creationId xmlns:a16="http://schemas.microsoft.com/office/drawing/2014/main" id="{127286DE-6153-4B4C-8D18-2065101D75DE}"/>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7" name="SD_FUJITSU-RESTRICTED">
            <a:extLst>
              <a:ext uri="{FF2B5EF4-FFF2-40B4-BE49-F238E27FC236}">
                <a16:creationId xmlns:a16="http://schemas.microsoft.com/office/drawing/2014/main" id="{ADCF36E8-A8CB-4F3B-826D-13B4CE521F0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515007601"/>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F3D10E5C-AE94-4D4A-B902-CDFDDFDE191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502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tx1"/>
                </a:solidFill>
              </a:defRPr>
            </a:lvl1pPr>
          </a:lstStyle>
          <a:p>
            <a:fld id="{4D029D89-7B63-4C94-AD4D-2E4D6BB83637}" type="slidenum">
              <a:rPr kumimoji="1" lang="ja-JP" altLang="en-US" smtClean="0"/>
              <a:pPr/>
              <a:t>‹#›</a:t>
            </a:fld>
            <a:endParaRPr kumimoji="1" lang="ja-JP" altLang="en-US"/>
          </a:p>
        </p:txBody>
      </p:sp>
      <p:pic>
        <p:nvPicPr>
          <p:cNvPr id="12" name="Picture 65" descr="Fujitsu">
            <a:extLst>
              <a:ext uri="{FF2B5EF4-FFF2-40B4-BE49-F238E27FC236}">
                <a16:creationId xmlns:a16="http://schemas.microsoft.com/office/drawing/2014/main" id="{139DA00E-C566-49A6-824C-F9196B42339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864250" y="4761"/>
            <a:ext cx="1126108" cy="685799"/>
          </a:xfrm>
          <a:prstGeom prst="rect">
            <a:avLst/>
          </a:prstGeom>
        </p:spPr>
      </p:pic>
      <p:pic>
        <p:nvPicPr>
          <p:cNvPr id="11" name="Picture 23" descr="A picture containing icon&#10;&#10;Description automatically generated">
            <a:extLst>
              <a:ext uri="{FF2B5EF4-FFF2-40B4-BE49-F238E27FC236}">
                <a16:creationId xmlns:a16="http://schemas.microsoft.com/office/drawing/2014/main" id="{D31EFD09-6BA7-4F9C-9F5D-3F31B9469145}"/>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134E3FCF-002A-40A0-A6BE-230B0E2055C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795224052"/>
      </p:ext>
    </p:extLst>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4053110032"/>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645143445"/>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80192714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BB94F7AB-9F65-4FBC-A95B-A62BCB07D80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8" y="0"/>
            <a:ext cx="3766212" cy="5143500"/>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7" name="Slide Number Placeholder 5">
            <a:extLst>
              <a:ext uri="{FF2B5EF4-FFF2-40B4-BE49-F238E27FC236}">
                <a16:creationId xmlns:a16="http://schemas.microsoft.com/office/drawing/2014/main" id="{6ED9A9D2-7E72-4C9E-8039-CAFE206D0F85}"/>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9" name="Picture 65" descr="Fujitsu">
            <a:extLst>
              <a:ext uri="{FF2B5EF4-FFF2-40B4-BE49-F238E27FC236}">
                <a16:creationId xmlns:a16="http://schemas.microsoft.com/office/drawing/2014/main" id="{C3C7D280-0F47-45F8-90FC-BA1E128D5B0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864250" y="4761"/>
            <a:ext cx="1126108" cy="685799"/>
          </a:xfrm>
          <a:prstGeom prst="rect">
            <a:avLst/>
          </a:prstGeom>
        </p:spPr>
      </p:pic>
      <p:pic>
        <p:nvPicPr>
          <p:cNvPr id="11" name="Picture 6">
            <a:extLst>
              <a:ext uri="{FF2B5EF4-FFF2-40B4-BE49-F238E27FC236}">
                <a16:creationId xmlns:a16="http://schemas.microsoft.com/office/drawing/2014/main" id="{23ACB0BA-3128-44DE-A263-07F8AA86133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8"/>
            <a:ext cx="4543220" cy="3510283"/>
          </a:xfrm>
          <a:prstGeom prst="rect">
            <a:avLst/>
          </a:prstGeom>
        </p:spPr>
      </p:pic>
      <p:pic>
        <p:nvPicPr>
          <p:cNvPr id="8" name="Picture 23" descr="A picture containing icon&#10;&#10;Description automatically generated">
            <a:extLst>
              <a:ext uri="{FF2B5EF4-FFF2-40B4-BE49-F238E27FC236}">
                <a16:creationId xmlns:a16="http://schemas.microsoft.com/office/drawing/2014/main" id="{777881BF-6FAC-4DFD-9F56-886DA404F1BB}"/>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447526014"/>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png"/><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4.png"/><Relationship Id="rId5" Type="http://schemas.openxmlformats.org/officeDocument/2006/relationships/slideLayout" Target="../slideLayouts/slideLayout11.xml"/><Relationship Id="rId10" Type="http://schemas.openxmlformats.org/officeDocument/2006/relationships/image" Target="../media/image3.png"/><Relationship Id="rId4" Type="http://schemas.openxmlformats.org/officeDocument/2006/relationships/slideLayout" Target="../slideLayouts/slideLayout10.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2.png"/><Relationship Id="rId5" Type="http://schemas.openxmlformats.org/officeDocument/2006/relationships/slideLayout" Target="../slideLayouts/slideLayout17.xml"/><Relationship Id="rId10" Type="http://schemas.openxmlformats.org/officeDocument/2006/relationships/image" Target="../media/image13.jpeg"/><Relationship Id="rId4" Type="http://schemas.openxmlformats.org/officeDocument/2006/relationships/slideLayout" Target="../slideLayouts/slideLayout1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23.xml"/><Relationship Id="rId7"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4.png"/><Relationship Id="rId5" Type="http://schemas.openxmlformats.org/officeDocument/2006/relationships/slideLayout" Target="../slideLayouts/slideLayout25.xml"/><Relationship Id="rId10" Type="http://schemas.openxmlformats.org/officeDocument/2006/relationships/image" Target="../media/image3.png"/><Relationship Id="rId4" Type="http://schemas.openxmlformats.org/officeDocument/2006/relationships/slideLayout" Target="../slideLayouts/slideLayout24.xml"/><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29.xml"/><Relationship Id="rId7"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image" Target="../media/image4.png"/><Relationship Id="rId5" Type="http://schemas.openxmlformats.org/officeDocument/2006/relationships/slideLayout" Target="../slideLayouts/slideLayout31.xml"/><Relationship Id="rId10" Type="http://schemas.openxmlformats.org/officeDocument/2006/relationships/image" Target="../media/image3.png"/><Relationship Id="rId4" Type="http://schemas.openxmlformats.org/officeDocument/2006/relationships/slideLayout" Target="../slideLayouts/slideLayout30.xml"/><Relationship Id="rId9" Type="http://schemas.openxmlformats.org/officeDocument/2006/relationships/image" Target="../media/image2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1CC55719-5FCA-4A45-9B29-537E4451782E}"/>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83"/>
          <a:stretch/>
        </p:blipFill>
        <p:spPr bwMode="gray">
          <a:xfrm>
            <a:off x="0" y="-4013"/>
            <a:ext cx="9144000" cy="716400"/>
          </a:xfrm>
          <a:prstGeom prst="rect">
            <a:avLst/>
          </a:prstGeom>
        </p:spPr>
      </p:pic>
      <p:sp>
        <p:nvSpPr>
          <p:cNvPr id="2" name="Title Placeholder 1"/>
          <p:cNvSpPr>
            <a:spLocks noGrp="1"/>
          </p:cNvSpPr>
          <p:nvPr>
            <p:ph type="title"/>
          </p:nvPr>
        </p:nvSpPr>
        <p:spPr bwMode="gray">
          <a:xfrm>
            <a:off x="234000" y="306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7" name="Slide Number Placeholder 5">
            <a:extLst>
              <a:ext uri="{FF2B5EF4-FFF2-40B4-BE49-F238E27FC236}">
                <a16:creationId xmlns:a16="http://schemas.microsoft.com/office/drawing/2014/main" id="{5FD66971-1663-4735-86AA-EDAC07B3B6E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21" name="Picture 56" descr="Fujitsu">
            <a:extLst>
              <a:ext uri="{FF2B5EF4-FFF2-40B4-BE49-F238E27FC236}">
                <a16:creationId xmlns:a16="http://schemas.microsoft.com/office/drawing/2014/main" id="{D82980EE-0B33-4CA3-9406-7CFAFA4FAC59}"/>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bwMode="gray">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7088EA96-5D6A-4E9E-B70E-A056E53825AE}"/>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7" name="SD_FUJITSU-RESTRICTED">
            <a:extLst>
              <a:ext uri="{FF2B5EF4-FFF2-40B4-BE49-F238E27FC236}">
                <a16:creationId xmlns:a16="http://schemas.microsoft.com/office/drawing/2014/main" id="{91D15C7D-20F0-46D2-AD4A-52F3C047830B}"/>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2133628830"/>
      </p:ext>
    </p:extLst>
  </p:cSld>
  <p:clrMap bg1="lt1" tx1="dk1" bg2="lt2" tx2="dk2" accent1="accent1" accent2="accent2" accent3="accent3" accent4="accent4" accent5="accent5" accent6="accent6" hlink="hlink" folHlink="folHlink"/>
  <p:sldLayoutIdLst>
    <p:sldLayoutId id="2147483717" r:id="rId1"/>
    <p:sldLayoutId id="2147483685" r:id="rId2"/>
    <p:sldLayoutId id="2147483686" r:id="rId3"/>
    <p:sldLayoutId id="2147483687" r:id="rId4"/>
    <p:sldLayoutId id="2147483688" r:id="rId5"/>
    <p:sldLayoutId id="2147483718" r:id="rId6"/>
  </p:sldLayoutIdLst>
  <p:hf hdr="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3"/>
        </a:buClr>
        <a:buSzPct val="90000"/>
        <a:buFont typeface="Wingdings" panose="05000000000000000000" pitchFamily="2" charset="2"/>
        <a:buChar char="l"/>
        <a:defRPr kumimoji="1" sz="22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4A610FE8-4E13-44F5-8261-1F6C83957A07}"/>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83"/>
          <a:stretch/>
        </p:blipFill>
        <p:spPr bwMode="gray">
          <a:xfrm>
            <a:off x="0" y="-4012"/>
            <a:ext cx="9144000" cy="716400"/>
          </a:xfrm>
          <a:prstGeom prst="rect">
            <a:avLst/>
          </a:prstGeom>
        </p:spPr>
      </p:pic>
      <p:sp>
        <p:nvSpPr>
          <p:cNvPr id="20" name="正方形/長方形 3">
            <a:extLst>
              <a:ext uri="{FF2B5EF4-FFF2-40B4-BE49-F238E27FC236}">
                <a16:creationId xmlns:a16="http://schemas.microsoft.com/office/drawing/2014/main" id="{01B82633-049F-4C00-BBD3-E3F88671F94A}"/>
              </a:ext>
            </a:extLst>
          </p:cNvPr>
          <p:cNvSpPr/>
          <p:nvPr userDrawn="1"/>
        </p:nvSpPr>
        <p:spPr bwMode="gray">
          <a:xfrm>
            <a:off x="6796877" y="-2144"/>
            <a:ext cx="2347122" cy="714532"/>
          </a:xfrm>
          <a:prstGeom prst="rect">
            <a:avLst/>
          </a:prstGeom>
          <a:gradFill flip="none" rotWithShape="1">
            <a:gsLst>
              <a:gs pos="0">
                <a:schemeClr val="accent1">
                  <a:alpha val="80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dirty="0">
              <a:solidFill>
                <a:schemeClr val="tx1"/>
              </a:solidFill>
            </a:endParaRPr>
          </a:p>
        </p:txBody>
      </p:sp>
      <p:sp>
        <p:nvSpPr>
          <p:cNvPr id="2" name="Title Placeholder 1">
            <a:extLst>
              <a:ext uri="{C183D7F6-B498-43B3-948B-1728B52AA6E4}">
                <adec:decorative xmlns:adec="http://schemas.microsoft.com/office/drawing/2017/decorative" val="0"/>
              </a:ext>
            </a:extLst>
          </p:cNvPr>
          <p:cNvSpPr>
            <a:spLocks noGrp="1"/>
          </p:cNvSpPr>
          <p:nvPr>
            <p:ph type="title"/>
          </p:nvPr>
        </p:nvSpPr>
        <p:spPr bwMode="gray">
          <a:xfrm>
            <a:off x="234000" y="324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7" name="Slide Number Placeholder 5">
            <a:extLst>
              <a:ext uri="{FF2B5EF4-FFF2-40B4-BE49-F238E27FC236}">
                <a16:creationId xmlns:a16="http://schemas.microsoft.com/office/drawing/2014/main" id="{77DC5FBD-BA73-4475-A498-FD167F60DD8B}"/>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21" name="Picture 56" descr="Fujitsu">
            <a:extLst>
              <a:ext uri="{FF2B5EF4-FFF2-40B4-BE49-F238E27FC236}">
                <a16:creationId xmlns:a16="http://schemas.microsoft.com/office/drawing/2014/main" id="{CCE01033-ACD1-490A-9993-2E4C9E5D1835}"/>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26F001E0-DEBF-48D5-B0A7-28B550B83D9F}"/>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7" name="SD_FUJITSU-RESTRICTED">
            <a:extLst>
              <a:ext uri="{FF2B5EF4-FFF2-40B4-BE49-F238E27FC236}">
                <a16:creationId xmlns:a16="http://schemas.microsoft.com/office/drawing/2014/main" id="{4288B0AD-31B0-4B7A-A8B5-4770471BDF4A}"/>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3247970042"/>
      </p:ext>
    </p:extLst>
  </p:cSld>
  <p:clrMap bg1="lt1" tx1="dk1" bg2="lt2" tx2="dk2" accent1="accent1" accent2="accent2" accent3="accent3" accent4="accent4" accent5="accent5" accent6="accent6" hlink="hlink" folHlink="folHlink"/>
  <p:sldLayoutIdLst>
    <p:sldLayoutId id="2147483719" r:id="rId1"/>
    <p:sldLayoutId id="2147483692" r:id="rId2"/>
    <p:sldLayoutId id="2147483693" r:id="rId3"/>
    <p:sldLayoutId id="2147483694" r:id="rId4"/>
    <p:sldLayoutId id="2147483695" r:id="rId5"/>
    <p:sldLayoutId id="2147483720" r:id="rId6"/>
  </p:sldLayoutIdLst>
  <p:hf hdr="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1"/>
        </a:buClr>
        <a:buSzPct val="90000"/>
        <a:buFont typeface="Wingdings" panose="05000000000000000000" pitchFamily="2" charset="2"/>
        <a:buChar char="l"/>
        <a:defRPr kumimoji="1" sz="2200" kern="1200">
          <a:solidFill>
            <a:schemeClr val="tx1"/>
          </a:solidFill>
          <a:latin typeface="+mj-ea"/>
          <a:ea typeface="+mj-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j-ea"/>
          <a:ea typeface="+mj-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j-ea"/>
          <a:ea typeface="+mj-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j-ea"/>
          <a:ea typeface="+mj-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j-ea"/>
          <a:ea typeface="+mj-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D2930927-F7CD-4860-8732-4C593D441EA8}"/>
              </a:ext>
            </a:extLst>
          </p:cNvPr>
          <p:cNvGrpSpPr/>
          <p:nvPr userDrawn="1"/>
        </p:nvGrpSpPr>
        <p:grpSpPr bwMode="gray">
          <a:xfrm>
            <a:off x="1143" y="-3923"/>
            <a:ext cx="9142857" cy="716400"/>
            <a:chOff x="1143" y="-3923"/>
            <a:chExt cx="9142857" cy="716400"/>
          </a:xfrm>
        </p:grpSpPr>
        <p:pic>
          <p:nvPicPr>
            <p:cNvPr id="16" name="図 15">
              <a:extLst>
                <a:ext uri="{FF2B5EF4-FFF2-40B4-BE49-F238E27FC236}">
                  <a16:creationId xmlns:a16="http://schemas.microsoft.com/office/drawing/2014/main" id="{EC4032A0-0F3E-4051-906C-63D2CF184B96}"/>
                </a:ext>
                <a:ext uri="{C183D7F6-B498-43B3-948B-1728B52AA6E4}">
                  <adec:decorative xmlns:adec="http://schemas.microsoft.com/office/drawing/2017/decorative" val="1"/>
                </a:ext>
              </a:extLst>
            </p:cNvPr>
            <p:cNvPicPr>
              <a:picLocks noChangeAspect="1"/>
            </p:cNvPicPr>
            <p:nvPr userDrawn="1"/>
          </p:nvPicPr>
          <p:blipFill rotWithShape="1">
            <a:blip r:embed="rId10" cstate="print">
              <a:extLst>
                <a:ext uri="{28A0092B-C50C-407E-A947-70E740481C1C}">
                  <a14:useLocalDpi xmlns:a14="http://schemas.microsoft.com/office/drawing/2010/main"/>
                </a:ext>
              </a:extLst>
            </a:blip>
            <a:srcRect/>
            <a:stretch/>
          </p:blipFill>
          <p:spPr bwMode="gray">
            <a:xfrm>
              <a:off x="1143" y="-3923"/>
              <a:ext cx="9142857" cy="716400"/>
            </a:xfrm>
            <a:prstGeom prst="rect">
              <a:avLst/>
            </a:prstGeom>
          </p:spPr>
        </p:pic>
        <p:sp>
          <p:nvSpPr>
            <p:cNvPr id="17" name="正方形/長方形 3">
              <a:extLst>
                <a:ext uri="{FF2B5EF4-FFF2-40B4-BE49-F238E27FC236}">
                  <a16:creationId xmlns:a16="http://schemas.microsoft.com/office/drawing/2014/main" id="{7210403B-E461-4A5C-B672-595B72C20F42}"/>
                </a:ext>
              </a:extLst>
            </p:cNvPr>
            <p:cNvSpPr/>
            <p:nvPr userDrawn="1"/>
          </p:nvSpPr>
          <p:spPr bwMode="gray">
            <a:xfrm>
              <a:off x="6637867" y="-2055"/>
              <a:ext cx="2506132" cy="714532"/>
            </a:xfrm>
            <a:prstGeom prst="rect">
              <a:avLst/>
            </a:prstGeom>
            <a:gradFill flip="none" rotWithShape="1">
              <a:gsLst>
                <a:gs pos="0">
                  <a:schemeClr val="accent4">
                    <a:alpha val="50000"/>
                  </a:schemeClr>
                </a:gs>
                <a:gs pos="100000">
                  <a:schemeClr val="accent4">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grpSp>
      <p:sp>
        <p:nvSpPr>
          <p:cNvPr id="2" name="Title Placeholder 1"/>
          <p:cNvSpPr>
            <a:spLocks noGrp="1"/>
          </p:cNvSpPr>
          <p:nvPr>
            <p:ph type="title"/>
          </p:nvPr>
        </p:nvSpPr>
        <p:spPr bwMode="gray">
          <a:xfrm>
            <a:off x="234000" y="324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8" name="Slide Number Placeholder 5">
            <a:extLst>
              <a:ext uri="{FF2B5EF4-FFF2-40B4-BE49-F238E27FC236}">
                <a16:creationId xmlns:a16="http://schemas.microsoft.com/office/drawing/2014/main" id="{00DC7B19-3A52-4E26-9964-A6ACE89649FC}"/>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21" name="Picture 56" descr="Fujitsu">
            <a:extLst>
              <a:ext uri="{FF2B5EF4-FFF2-40B4-BE49-F238E27FC236}">
                <a16:creationId xmlns:a16="http://schemas.microsoft.com/office/drawing/2014/main" id="{4FCE7B3E-DCFA-4052-8FF4-947FD6212639}"/>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1" name="Picture 23" descr="A picture containing icon&#10;&#10;Description automatically generated">
            <a:extLst>
              <a:ext uri="{FF2B5EF4-FFF2-40B4-BE49-F238E27FC236}">
                <a16:creationId xmlns:a16="http://schemas.microsoft.com/office/drawing/2014/main" id="{79151633-17A6-472C-90F8-0E7AB5E54485}"/>
              </a:ext>
            </a:extLst>
          </p:cNvPr>
          <p:cNvPicPr>
            <a:picLocks noChangeAspect="1"/>
          </p:cNvPicPr>
          <p:nvPr userDrawn="1"/>
        </p:nvPicPr>
        <p:blipFill rotWithShape="1">
          <a:blip r:embed="rId12"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8" name="SD_FUJITSU-RESTRICTED">
            <a:extLst>
              <a:ext uri="{FF2B5EF4-FFF2-40B4-BE49-F238E27FC236}">
                <a16:creationId xmlns:a16="http://schemas.microsoft.com/office/drawing/2014/main" id="{F48FD213-BF09-46C9-AAC7-8F769CC7B383}"/>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4240899197"/>
      </p:ext>
    </p:extLst>
  </p:cSld>
  <p:clrMap bg1="lt1" tx1="dk1" bg2="lt2" tx2="dk2" accent1="accent1" accent2="accent2" accent3="accent3" accent4="accent4" accent5="accent5" accent6="accent6" hlink="hlink" folHlink="folHlink"/>
  <p:sldLayoutIdLst>
    <p:sldLayoutId id="2147483721" r:id="rId1"/>
    <p:sldLayoutId id="2147483699" r:id="rId2"/>
    <p:sldLayoutId id="2147483700" r:id="rId3"/>
    <p:sldLayoutId id="2147483701" r:id="rId4"/>
    <p:sldLayoutId id="2147483702" r:id="rId5"/>
    <p:sldLayoutId id="2147483722" r:id="rId6"/>
    <p:sldLayoutId id="2147483728" r:id="rId7"/>
    <p:sldLayoutId id="2147483729" r:id="rId8"/>
  </p:sldLayoutIdLst>
  <p:hf hdr="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4"/>
        </a:buClr>
        <a:buSzPct val="90000"/>
        <a:buFont typeface="Wingdings" panose="05000000000000000000" pitchFamily="2" charset="2"/>
        <a:buChar char="l"/>
        <a:defRPr kumimoji="1" sz="2200" kern="1200">
          <a:solidFill>
            <a:schemeClr val="tx1"/>
          </a:solidFill>
          <a:latin typeface="+mj-ea"/>
          <a:ea typeface="+mj-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j-ea"/>
          <a:ea typeface="+mj-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j-ea"/>
          <a:ea typeface="+mj-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j-ea"/>
          <a:ea typeface="+mj-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j-ea"/>
          <a:ea typeface="+mj-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40ECD1A6-1A6B-424D-8080-308AC80A0530}"/>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17" name="正方形/長方形 3">
            <a:extLst>
              <a:ext uri="{FF2B5EF4-FFF2-40B4-BE49-F238E27FC236}">
                <a16:creationId xmlns:a16="http://schemas.microsoft.com/office/drawing/2014/main" id="{1818A7E9-356B-4706-BDB8-EF72749A6FC0}"/>
              </a:ext>
            </a:extLst>
          </p:cNvPr>
          <p:cNvSpPr/>
          <p:nvPr userDrawn="1"/>
        </p:nvSpPr>
        <p:spPr bwMode="gray">
          <a:xfrm>
            <a:off x="7271191" y="-2055"/>
            <a:ext cx="1872808" cy="714532"/>
          </a:xfrm>
          <a:prstGeom prst="rect">
            <a:avLst/>
          </a:prstGeom>
          <a:gradFill flip="none" rotWithShape="1">
            <a:gsLst>
              <a:gs pos="0">
                <a:schemeClr val="accent6">
                  <a:alpha val="60000"/>
                </a:schemeClr>
              </a:gs>
              <a:gs pos="100000">
                <a:schemeClr val="accent6">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dirty="0">
              <a:solidFill>
                <a:schemeClr val="tx1"/>
              </a:solidFill>
            </a:endParaRPr>
          </a:p>
        </p:txBody>
      </p:sp>
      <p:sp>
        <p:nvSpPr>
          <p:cNvPr id="2" name="Title Placeholder 1"/>
          <p:cNvSpPr>
            <a:spLocks noGrp="1"/>
          </p:cNvSpPr>
          <p:nvPr>
            <p:ph type="title"/>
          </p:nvPr>
        </p:nvSpPr>
        <p:spPr bwMode="gray">
          <a:xfrm>
            <a:off x="234000" y="324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8" name="Slide Number Placeholder 5">
            <a:extLst>
              <a:ext uri="{FF2B5EF4-FFF2-40B4-BE49-F238E27FC236}">
                <a16:creationId xmlns:a16="http://schemas.microsoft.com/office/drawing/2014/main" id="{46C4A7D1-266B-46A5-B76C-633DB74BB13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21" name="Picture 56" descr="Fujitsu">
            <a:extLst>
              <a:ext uri="{FF2B5EF4-FFF2-40B4-BE49-F238E27FC236}">
                <a16:creationId xmlns:a16="http://schemas.microsoft.com/office/drawing/2014/main" id="{3377C2EC-18A1-44B7-9EE8-5456C65565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3AF700E5-C5B6-437B-86BB-53847DD8B0C5}"/>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7" name="SD_FUJITSU-RESTRICTED">
            <a:extLst>
              <a:ext uri="{FF2B5EF4-FFF2-40B4-BE49-F238E27FC236}">
                <a16:creationId xmlns:a16="http://schemas.microsoft.com/office/drawing/2014/main" id="{96D0BCB9-438E-4753-B417-D02F0C0440F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30061366"/>
      </p:ext>
    </p:extLst>
  </p:cSld>
  <p:clrMap bg1="lt1" tx1="dk1" bg2="lt2" tx2="dk2" accent1="accent1" accent2="accent2" accent3="accent3" accent4="accent4" accent5="accent5" accent6="accent6" hlink="hlink" folHlink="folHlink"/>
  <p:sldLayoutIdLst>
    <p:sldLayoutId id="2147483723" r:id="rId1"/>
    <p:sldLayoutId id="2147483706" r:id="rId2"/>
    <p:sldLayoutId id="2147483707" r:id="rId3"/>
    <p:sldLayoutId id="2147483708" r:id="rId4"/>
    <p:sldLayoutId id="2147483709" r:id="rId5"/>
    <p:sldLayoutId id="2147483724" r:id="rId6"/>
  </p:sldLayoutIdLst>
  <p:hf hdr="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6"/>
        </a:buClr>
        <a:buSzPct val="90000"/>
        <a:buFont typeface="Wingdings" panose="05000000000000000000" pitchFamily="2" charset="2"/>
        <a:buChar char="l"/>
        <a:defRPr kumimoji="1" sz="22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740F57D8-338C-4D61-B05D-AC393D185D82}"/>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2" name="Title Placeholder 1"/>
          <p:cNvSpPr>
            <a:spLocks noGrp="1"/>
          </p:cNvSpPr>
          <p:nvPr>
            <p:ph type="title"/>
          </p:nvPr>
        </p:nvSpPr>
        <p:spPr bwMode="gray">
          <a:xfrm>
            <a:off x="234000" y="324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0" name="Slide Number Placeholder 5">
            <a:extLst>
              <a:ext uri="{FF2B5EF4-FFF2-40B4-BE49-F238E27FC236}">
                <a16:creationId xmlns:a16="http://schemas.microsoft.com/office/drawing/2014/main" id="{41D8FCF7-17D7-419C-9A69-F8EE30CBAC22}"/>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4" name="Picture 65" descr="Fujitsu">
            <a:extLst>
              <a:ext uri="{FF2B5EF4-FFF2-40B4-BE49-F238E27FC236}">
                <a16:creationId xmlns:a16="http://schemas.microsoft.com/office/drawing/2014/main" id="{3DBB7CCA-CCFB-4268-890B-0A2A79A22D06}"/>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a:stretch/>
        </p:blipFill>
        <p:spPr bwMode="gray">
          <a:xfrm>
            <a:off x="7864250" y="4761"/>
            <a:ext cx="1126108" cy="685799"/>
          </a:xfrm>
          <a:prstGeom prst="rect">
            <a:avLst/>
          </a:prstGeom>
        </p:spPr>
      </p:pic>
      <p:pic>
        <p:nvPicPr>
          <p:cNvPr id="12" name="Picture 23" descr="A picture containing icon&#10;&#10;Description automatically generated">
            <a:extLst>
              <a:ext uri="{FF2B5EF4-FFF2-40B4-BE49-F238E27FC236}">
                <a16:creationId xmlns:a16="http://schemas.microsoft.com/office/drawing/2014/main" id="{92C11EE2-8F20-4B90-A944-87927E6C1D06}"/>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7" name="SD_FUJITSU-RESTRICTED">
            <a:extLst>
              <a:ext uri="{FF2B5EF4-FFF2-40B4-BE49-F238E27FC236}">
                <a16:creationId xmlns:a16="http://schemas.microsoft.com/office/drawing/2014/main" id="{ADA53CC3-DA8A-45F6-88C9-050659DC1A86}"/>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2279705927"/>
      </p:ext>
    </p:extLst>
  </p:cSld>
  <p:clrMap bg1="lt1" tx1="dk1" bg2="lt2" tx2="dk2" accent1="accent1" accent2="accent2" accent3="accent3" accent4="accent4" accent5="accent5" accent6="accent6" hlink="hlink" folHlink="folHlink"/>
  <p:sldLayoutIdLst>
    <p:sldLayoutId id="2147483725" r:id="rId1"/>
    <p:sldLayoutId id="2147483713" r:id="rId2"/>
    <p:sldLayoutId id="2147483714" r:id="rId3"/>
    <p:sldLayoutId id="2147483715" r:id="rId4"/>
    <p:sldLayoutId id="2147483716" r:id="rId5"/>
    <p:sldLayoutId id="2147483726" r:id="rId6"/>
  </p:sldLayoutIdLst>
  <p:hf hdr="0"/>
  <p:txStyles>
    <p:titleStyle>
      <a:lvl1pPr algn="l" defTabSz="6858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2"/>
        </a:buClr>
        <a:buSzPct val="90000"/>
        <a:buFont typeface="Wingdings" panose="05000000000000000000" pitchFamily="2" charset="2"/>
        <a:buChar char="l"/>
        <a:defRPr kumimoji="1" sz="22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E4A95C72-B720-49C5-B895-E9C968439297}"/>
              </a:ext>
            </a:extLst>
          </p:cNvPr>
          <p:cNvSpPr>
            <a:spLocks noGrp="1"/>
          </p:cNvSpPr>
          <p:nvPr>
            <p:ph type="ctrTitle"/>
          </p:nvPr>
        </p:nvSpPr>
        <p:spPr/>
        <p:txBody>
          <a:bodyPr/>
          <a:lstStyle/>
          <a:p>
            <a:br>
              <a:rPr lang="en-US" altLang="ja-JP" b="1" dirty="0">
                <a:cs typeface="Meiryo UI" panose="020B0604030504040204" pitchFamily="50" charset="-128"/>
              </a:rPr>
            </a:br>
            <a:br>
              <a:rPr lang="en-US" altLang="ja-JP" b="1" dirty="0">
                <a:cs typeface="Meiryo UI" panose="020B0604030504040204" pitchFamily="50" charset="-128"/>
              </a:rPr>
            </a:br>
            <a:r>
              <a:rPr lang="ja-JP" altLang="en-US" dirty="0"/>
              <a:t>富士通版</a:t>
            </a:r>
            <a:r>
              <a:rPr lang="en-US" altLang="ja-JP" dirty="0"/>
              <a:t>Activate3.0</a:t>
            </a:r>
            <a:br>
              <a:rPr lang="en-US" altLang="ja-JP" dirty="0"/>
            </a:br>
            <a:r>
              <a:rPr lang="ja-JP" altLang="en-US" dirty="0"/>
              <a:t>利用手引書</a:t>
            </a:r>
          </a:p>
        </p:txBody>
      </p:sp>
      <p:sp>
        <p:nvSpPr>
          <p:cNvPr id="7" name="字幕 6">
            <a:extLst>
              <a:ext uri="{FF2B5EF4-FFF2-40B4-BE49-F238E27FC236}">
                <a16:creationId xmlns:a16="http://schemas.microsoft.com/office/drawing/2014/main" id="{46978F18-9B69-49FD-93C5-04FC12F434D0}"/>
              </a:ext>
            </a:extLst>
          </p:cNvPr>
          <p:cNvSpPr>
            <a:spLocks noGrp="1"/>
          </p:cNvSpPr>
          <p:nvPr>
            <p:ph type="subTitle" idx="1"/>
            <p:custDataLst>
              <p:tags r:id="rId1"/>
            </p:custDataLst>
          </p:nvPr>
        </p:nvSpPr>
        <p:spPr/>
        <p:txBody>
          <a:bodyPr/>
          <a:lstStyle/>
          <a:p>
            <a:r>
              <a:rPr lang="en-US" altLang="ja-JP" dirty="0"/>
              <a:t>2022</a:t>
            </a:r>
            <a:r>
              <a:rPr lang="ja-JP" altLang="en-US" dirty="0"/>
              <a:t>年</a:t>
            </a:r>
            <a:r>
              <a:rPr lang="en-US" altLang="ja-JP" dirty="0"/>
              <a:t>5</a:t>
            </a:r>
            <a:r>
              <a:rPr lang="ja-JP" altLang="en-US" dirty="0"/>
              <a:t>月</a:t>
            </a:r>
            <a:r>
              <a:rPr lang="en-US" altLang="ja-JP" dirty="0"/>
              <a:t>9</a:t>
            </a:r>
            <a:r>
              <a:rPr lang="ja-JP" altLang="en-US" dirty="0"/>
              <a:t>日</a:t>
            </a:r>
          </a:p>
        </p:txBody>
      </p:sp>
      <p:sp>
        <p:nvSpPr>
          <p:cNvPr id="4" name="フッター プレースホルダー 3">
            <a:extLst>
              <a:ext uri="{FF2B5EF4-FFF2-40B4-BE49-F238E27FC236}">
                <a16:creationId xmlns:a16="http://schemas.microsoft.com/office/drawing/2014/main" id="{04F6A5CE-AD54-4CD2-BE8B-4D090DE539AB}"/>
              </a:ext>
            </a:extLst>
          </p:cNvPr>
          <p:cNvSpPr>
            <a:spLocks noGrp="1"/>
          </p:cNvSpPr>
          <p:nvPr>
            <p:ph type="ftr" sz="quarter" idx="11"/>
          </p:nvPr>
        </p:nvSpPr>
        <p:spPr/>
        <p:txBody>
          <a:bodyPr/>
          <a:lstStyle/>
          <a:p>
            <a:r>
              <a:rPr kumimoji="1" lang="en-US" altLang="ja-JP"/>
              <a:t>© 2022 Fujitsu Limited</a:t>
            </a:r>
            <a:endParaRPr kumimoji="1" lang="ja-JP" altLang="en-US"/>
          </a:p>
        </p:txBody>
      </p:sp>
      <p:sp>
        <p:nvSpPr>
          <p:cNvPr id="3" name="スライド番号プレースホルダー 2">
            <a:extLst>
              <a:ext uri="{FF2B5EF4-FFF2-40B4-BE49-F238E27FC236}">
                <a16:creationId xmlns:a16="http://schemas.microsoft.com/office/drawing/2014/main" id="{BAC43413-B1D1-4C00-9B3A-424B86486196}"/>
              </a:ext>
            </a:extLst>
          </p:cNvPr>
          <p:cNvSpPr>
            <a:spLocks noGrp="1"/>
          </p:cNvSpPr>
          <p:nvPr>
            <p:ph type="sldNum" sz="quarter" idx="4"/>
          </p:nvPr>
        </p:nvSpPr>
        <p:spPr/>
        <p:txBody>
          <a:bodyPr/>
          <a:lstStyle/>
          <a:p>
            <a:fld id="{4D029D89-7B63-4C94-AD4D-2E4D6BB83637}" type="slidenum">
              <a:rPr kumimoji="1" lang="ja-JP" altLang="en-US" smtClean="0"/>
              <a:pPr/>
              <a:t>1</a:t>
            </a:fld>
            <a:endParaRPr kumimoji="1" lang="ja-JP" altLang="en-US"/>
          </a:p>
        </p:txBody>
      </p:sp>
    </p:spTree>
    <p:extLst>
      <p:ext uri="{BB962C8B-B14F-4D97-AF65-F5344CB8AC3E}">
        <p14:creationId xmlns:p14="http://schemas.microsoft.com/office/powerpoint/2010/main" val="2539145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Group 86"/>
          <p:cNvGraphicFramePr>
            <a:graphicFrameLocks noGrp="1"/>
          </p:cNvGraphicFramePr>
          <p:nvPr>
            <p:extLst>
              <p:ext uri="{D42A27DB-BD31-4B8C-83A1-F6EECF244321}">
                <p14:modId xmlns:p14="http://schemas.microsoft.com/office/powerpoint/2010/main" val="4083208040"/>
              </p:ext>
            </p:extLst>
          </p:nvPr>
        </p:nvGraphicFramePr>
        <p:xfrm>
          <a:off x="213184" y="1132480"/>
          <a:ext cx="8692549" cy="1723003"/>
        </p:xfrm>
        <a:graphic>
          <a:graphicData uri="http://schemas.openxmlformats.org/drawingml/2006/table">
            <a:tbl>
              <a:tblPr/>
              <a:tblGrid>
                <a:gridCol w="759527">
                  <a:extLst>
                    <a:ext uri="{9D8B030D-6E8A-4147-A177-3AD203B41FA5}">
                      <a16:colId xmlns:a16="http://schemas.microsoft.com/office/drawing/2014/main" val="20000"/>
                    </a:ext>
                  </a:extLst>
                </a:gridCol>
                <a:gridCol w="1439716">
                  <a:extLst>
                    <a:ext uri="{9D8B030D-6E8A-4147-A177-3AD203B41FA5}">
                      <a16:colId xmlns:a16="http://schemas.microsoft.com/office/drawing/2014/main" val="20001"/>
                    </a:ext>
                  </a:extLst>
                </a:gridCol>
                <a:gridCol w="1079787">
                  <a:extLst>
                    <a:ext uri="{9D8B030D-6E8A-4147-A177-3AD203B41FA5}">
                      <a16:colId xmlns:a16="http://schemas.microsoft.com/office/drawing/2014/main" val="20002"/>
                    </a:ext>
                  </a:extLst>
                </a:gridCol>
                <a:gridCol w="3127440">
                  <a:extLst>
                    <a:ext uri="{9D8B030D-6E8A-4147-A177-3AD203B41FA5}">
                      <a16:colId xmlns:a16="http://schemas.microsoft.com/office/drawing/2014/main" val="20003"/>
                    </a:ext>
                  </a:extLst>
                </a:gridCol>
                <a:gridCol w="1151418">
                  <a:extLst>
                    <a:ext uri="{9D8B030D-6E8A-4147-A177-3AD203B41FA5}">
                      <a16:colId xmlns:a16="http://schemas.microsoft.com/office/drawing/2014/main" val="20004"/>
                    </a:ext>
                  </a:extLst>
                </a:gridCol>
                <a:gridCol w="1134661">
                  <a:extLst>
                    <a:ext uri="{9D8B030D-6E8A-4147-A177-3AD203B41FA5}">
                      <a16:colId xmlns:a16="http://schemas.microsoft.com/office/drawing/2014/main" val="20005"/>
                    </a:ext>
                  </a:extLst>
                </a:gridCol>
              </a:tblGrid>
              <a:tr h="181249">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バージョン</a:t>
                      </a:r>
                    </a:p>
                  </a:txBody>
                  <a:tcPr marL="89944" marR="89944" marT="46772" marB="467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作成者／更新者</a:t>
                      </a:r>
                    </a:p>
                  </a:txBody>
                  <a:tcPr marL="89944" marR="89944" marT="46772" marB="467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作成日／更新日</a:t>
                      </a:r>
                    </a:p>
                  </a:txBody>
                  <a:tcPr marL="89944" marR="89944" marT="46772" marB="467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内容</a:t>
                      </a:r>
                    </a:p>
                  </a:txBody>
                  <a:tcPr marL="89944" marR="89944" marT="46772" marB="467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承認者</a:t>
                      </a:r>
                    </a:p>
                  </a:txBody>
                  <a:tcPr marL="89944" marR="89944" marT="46772" marB="467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承認日</a:t>
                      </a:r>
                    </a:p>
                  </a:txBody>
                  <a:tcPr marL="89944" marR="89944" marT="46772" marB="467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extLst>
                  <a:ext uri="{0D108BD9-81ED-4DB2-BD59-A6C34878D82A}">
                    <a16:rowId xmlns:a16="http://schemas.microsoft.com/office/drawing/2014/main" val="10000"/>
                  </a:ext>
                </a:extLst>
              </a:tr>
              <a:tr h="192480">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2.0-00</a:t>
                      </a: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ja-JP" altLang="en-US" sz="1100" dirty="0">
                          <a:latin typeface="Meiryo UI" panose="020B0604030504040204" pitchFamily="50" charset="-128"/>
                          <a:ea typeface="Meiryo UI" panose="020B0604030504040204" pitchFamily="50" charset="-128"/>
                        </a:rPr>
                        <a:t>奥野</a:t>
                      </a:r>
                      <a:endParaRPr lang="en-US" altLang="ja-JP" sz="1100" dirty="0">
                        <a:latin typeface="Meiryo UI" panose="020B0604030504040204" pitchFamily="50" charset="-128"/>
                        <a:ea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1" lang="en-US" altLang="ja-JP" sz="1100" dirty="0">
                          <a:latin typeface="Meiryo UI" panose="020B0604030504040204" pitchFamily="50" charset="-128"/>
                          <a:ea typeface="Meiryo UI" panose="020B0604030504040204" pitchFamily="50" charset="-128"/>
                        </a:rPr>
                        <a:t>2020/10/06</a:t>
                      </a:r>
                      <a:endParaRPr kumimoji="1" lang="ja-JP" altLang="en-US"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1" lang="ja-JP" altLang="en-US" sz="1100" dirty="0">
                          <a:latin typeface="Meiryo UI" panose="020B0604030504040204" pitchFamily="50" charset="-128"/>
                          <a:ea typeface="Meiryo UI" panose="020B0604030504040204" pitchFamily="50" charset="-128"/>
                        </a:rPr>
                        <a:t>新規作成</a:t>
                      </a:r>
                      <a:endParaRPr kumimoji="1" lang="en-US" altLang="ja-JP" sz="1100" dirty="0">
                        <a:latin typeface="Meiryo UI" panose="020B0604030504040204" pitchFamily="50" charset="-128"/>
                        <a:ea typeface="Meiryo UI" panose="020B0604030504040204" pitchFamily="50" charset="-128"/>
                      </a:endParaRPr>
                    </a:p>
                  </a:txBody>
                  <a:tcPr marL="91384" marR="91384" marT="45692" marB="456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杉本</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2020/10/06</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2480">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2.1-00</a:t>
                      </a: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ja-JP" altLang="en-US" sz="1100" dirty="0">
                          <a:latin typeface="Meiryo UI" panose="020B0604030504040204" pitchFamily="50" charset="-128"/>
                          <a:ea typeface="Meiryo UI" panose="020B0604030504040204" pitchFamily="50" charset="-128"/>
                        </a:rPr>
                        <a:t>杉本</a:t>
                      </a:r>
                      <a:endParaRPr lang="en-US" altLang="ja-JP" sz="1100" dirty="0">
                        <a:latin typeface="Meiryo UI" panose="020B0604030504040204" pitchFamily="50" charset="-128"/>
                        <a:ea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1" lang="en-US" altLang="ja-JP" sz="1100" dirty="0">
                          <a:latin typeface="Meiryo UI" panose="020B0604030504040204" pitchFamily="50" charset="-128"/>
                          <a:ea typeface="Meiryo UI" panose="020B0604030504040204" pitchFamily="50" charset="-128"/>
                        </a:rPr>
                        <a:t>2021/03/26</a:t>
                      </a:r>
                      <a:endParaRPr kumimoji="1" lang="ja-JP" altLang="en-US"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1" lang="en-US" altLang="ja-JP" sz="1100" dirty="0">
                          <a:latin typeface="Meiryo UI" panose="020B0604030504040204" pitchFamily="50" charset="-128"/>
                          <a:ea typeface="Meiryo UI" panose="020B0604030504040204" pitchFamily="50" charset="-128"/>
                        </a:rPr>
                        <a:t>3.29</a:t>
                      </a:r>
                      <a:r>
                        <a:rPr kumimoji="1" lang="ja-JP" altLang="en-US" sz="1100" dirty="0">
                          <a:latin typeface="Meiryo UI" panose="020B0604030504040204" pitchFamily="50" charset="-128"/>
                          <a:ea typeface="Meiryo UI" panose="020B0604030504040204" pitchFamily="50" charset="-128"/>
                        </a:rPr>
                        <a:t>の公開前に最新化</a:t>
                      </a:r>
                      <a:endParaRPr kumimoji="1" lang="en-US" altLang="ja-JP" sz="1100" dirty="0">
                        <a:latin typeface="Meiryo UI" panose="020B0604030504040204" pitchFamily="50" charset="-128"/>
                        <a:ea typeface="Meiryo UI" panose="020B0604030504040204" pitchFamily="50" charset="-128"/>
                      </a:endParaRPr>
                    </a:p>
                  </a:txBody>
                  <a:tcPr marL="91384" marR="91384" marT="45692" marB="456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杉本</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2021/03/26</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2480">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2.2-00</a:t>
                      </a: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ja-JP" altLang="en-US" sz="1100" dirty="0">
                          <a:latin typeface="Meiryo UI" panose="020B0604030504040204" pitchFamily="50" charset="-128"/>
                          <a:ea typeface="Meiryo UI" panose="020B0604030504040204" pitchFamily="50" charset="-128"/>
                        </a:rPr>
                        <a:t>森田</a:t>
                      </a:r>
                      <a:endParaRPr lang="en-US" altLang="ja-JP" sz="1100" dirty="0">
                        <a:latin typeface="Meiryo UI" panose="020B0604030504040204" pitchFamily="50" charset="-128"/>
                        <a:ea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1" lang="en-US" altLang="ja-JP" sz="1100" dirty="0">
                          <a:latin typeface="Meiryo UI" panose="020B0604030504040204" pitchFamily="50" charset="-128"/>
                          <a:ea typeface="Meiryo UI" panose="020B0604030504040204" pitchFamily="50" charset="-128"/>
                        </a:rPr>
                        <a:t>2021/09/21</a:t>
                      </a:r>
                      <a:endParaRPr kumimoji="1" lang="ja-JP" altLang="en-US"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1" lang="en-US" altLang="ja-JP" sz="1100" dirty="0">
                          <a:latin typeface="Meiryo UI" panose="020B0604030504040204" pitchFamily="50" charset="-128"/>
                          <a:ea typeface="Meiryo UI" panose="020B0604030504040204" pitchFamily="50" charset="-128"/>
                        </a:rPr>
                        <a:t>10_GDC</a:t>
                      </a:r>
                      <a:r>
                        <a:rPr kumimoji="1" lang="ja-JP" altLang="en-US" sz="1100" dirty="0">
                          <a:latin typeface="Meiryo UI" panose="020B0604030504040204" pitchFamily="50" charset="-128"/>
                          <a:ea typeface="Meiryo UI" panose="020B0604030504040204" pitchFamily="50" charset="-128"/>
                        </a:rPr>
                        <a:t>連携ツールの追加</a:t>
                      </a:r>
                      <a:endParaRPr kumimoji="1" lang="en-US" altLang="ja-JP" sz="1100" dirty="0">
                        <a:latin typeface="Meiryo UI" panose="020B0604030504040204" pitchFamily="50" charset="-128"/>
                        <a:ea typeface="Meiryo UI" panose="020B0604030504040204" pitchFamily="50" charset="-128"/>
                      </a:endParaRPr>
                    </a:p>
                  </a:txBody>
                  <a:tcPr marL="91384" marR="91384" marT="45692" marB="456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森田</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2021/09/21</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73820700"/>
                  </a:ext>
                </a:extLst>
              </a:tr>
              <a:tr h="266843">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3.0-00</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大久保・前川</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1" lang="en-US" altLang="ja-JP" sz="1100" dirty="0">
                          <a:latin typeface="Meiryo UI" panose="020B0604030504040204" pitchFamily="50" charset="-128"/>
                          <a:ea typeface="Meiryo UI" panose="020B0604030504040204" pitchFamily="50" charset="-128"/>
                        </a:rPr>
                        <a:t>2022/05/09</a:t>
                      </a:r>
                      <a:endParaRPr kumimoji="1" lang="ja-JP" altLang="en-US"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1" lang="en-US" altLang="ja-JP" sz="1100" dirty="0">
                          <a:latin typeface="Meiryo UI" panose="020B0604030504040204" pitchFamily="50" charset="-128"/>
                          <a:ea typeface="Meiryo UI" panose="020B0604030504040204" pitchFamily="50" charset="-128"/>
                        </a:rPr>
                        <a:t>11_PJ</a:t>
                      </a:r>
                      <a:r>
                        <a:rPr kumimoji="1" lang="ja-JP" altLang="en-US" sz="1100" dirty="0">
                          <a:latin typeface="Meiryo UI" panose="020B0604030504040204" pitchFamily="50" charset="-128"/>
                          <a:ea typeface="Meiryo UI" panose="020B0604030504040204" pitchFamily="50" charset="-128"/>
                        </a:rPr>
                        <a:t>推進ルールの追加</a:t>
                      </a:r>
                      <a:endParaRPr kumimoji="1" lang="en-US" altLang="ja-JP"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大久保</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defRPr/>
                      </a:pPr>
                      <a:r>
                        <a:rPr kumimoji="1" lang="en-US" altLang="ja-JP" sz="1100" dirty="0">
                          <a:latin typeface="Meiryo UI" panose="020B0604030504040204" pitchFamily="50" charset="-128"/>
                          <a:ea typeface="Meiryo UI" panose="020B0604030504040204" pitchFamily="50" charset="-128"/>
                        </a:rPr>
                        <a:t>2022/05/09</a:t>
                      </a:r>
                      <a:endParaRPr kumimoji="1" lang="ja-JP" altLang="en-US" sz="1100" dirty="0">
                        <a:latin typeface="Meiryo UI" panose="020B0604030504040204" pitchFamily="50" charset="-128"/>
                        <a:ea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843">
                <a:tc>
                  <a:txBody>
                    <a:body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defRPr/>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3.1-00</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大久保</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1" lang="en-US" altLang="ja-JP" sz="1100" dirty="0">
                          <a:latin typeface="Meiryo UI" panose="020B0604030504040204" pitchFamily="50" charset="-128"/>
                          <a:ea typeface="Meiryo UI" panose="020B0604030504040204" pitchFamily="50" charset="-128"/>
                        </a:rPr>
                        <a:t>2022/11/10</a:t>
                      </a:r>
                      <a:endParaRPr kumimoji="1" lang="ja-JP" altLang="en-US"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1" lang="ja-JP" altLang="en-US" sz="1100" kern="1200" dirty="0">
                          <a:solidFill>
                            <a:schemeClr val="tx1"/>
                          </a:solidFill>
                          <a:latin typeface="+mn-lt"/>
                          <a:ea typeface="+mn-ea"/>
                          <a:cs typeface="+mn-cs"/>
                        </a:rPr>
                        <a:t>シェアードモデル前提に関する見直し</a:t>
                      </a:r>
                      <a:endParaRPr kumimoji="1" lang="en-US" altLang="ja-JP" sz="1100" kern="1200" dirty="0">
                        <a:solidFill>
                          <a:schemeClr val="tx1"/>
                        </a:solidFill>
                        <a:latin typeface="+mn-lt"/>
                        <a:ea typeface="+mn-ea"/>
                        <a:cs typeface="+mn-cs"/>
                      </a:endParaRPr>
                    </a:p>
                    <a:p>
                      <a:r>
                        <a:rPr kumimoji="1" lang="ja-JP" altLang="en-US" sz="1100" kern="1200" dirty="0">
                          <a:solidFill>
                            <a:schemeClr val="tx1"/>
                          </a:solidFill>
                          <a:latin typeface="+mn-lt"/>
                          <a:ea typeface="+mn-ea"/>
                          <a:cs typeface="+mn-cs"/>
                        </a:rPr>
                        <a:t>（富士通版</a:t>
                      </a:r>
                      <a:r>
                        <a:rPr kumimoji="1" lang="en-US" altLang="ja-JP" sz="1100" kern="1200" dirty="0">
                          <a:solidFill>
                            <a:schemeClr val="tx1"/>
                          </a:solidFill>
                          <a:latin typeface="+mn-lt"/>
                          <a:ea typeface="+mn-ea"/>
                          <a:cs typeface="+mn-cs"/>
                        </a:rPr>
                        <a:t>Activate3.0</a:t>
                      </a:r>
                      <a:r>
                        <a:rPr kumimoji="1" lang="ja-JP" altLang="en-US" sz="1100" kern="1200" dirty="0">
                          <a:solidFill>
                            <a:schemeClr val="tx1"/>
                          </a:solidFill>
                          <a:latin typeface="+mn-lt"/>
                          <a:ea typeface="+mn-ea"/>
                          <a:cs typeface="+mn-cs"/>
                        </a:rPr>
                        <a:t>とは　の改訂等）</a:t>
                      </a:r>
                      <a:endParaRPr kumimoji="1" lang="en-US" altLang="ja-JP"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defRPr/>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大久保</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defRPr/>
                      </a:pPr>
                      <a:r>
                        <a:rPr kumimoji="1" lang="en-US" altLang="ja-JP" sz="1100" dirty="0">
                          <a:latin typeface="Meiryo UI" panose="020B0604030504040204" pitchFamily="50" charset="-128"/>
                          <a:ea typeface="Meiryo UI" panose="020B0604030504040204" pitchFamily="50" charset="-128"/>
                        </a:rPr>
                        <a:t>2022/11/10</a:t>
                      </a:r>
                      <a:endParaRPr kumimoji="1" lang="ja-JP" altLang="en-US" sz="1100" dirty="0">
                        <a:latin typeface="Meiryo UI" panose="020B0604030504040204" pitchFamily="50" charset="-128"/>
                        <a:ea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48029600"/>
                  </a:ext>
                </a:extLst>
              </a:tr>
            </a:tbl>
          </a:graphicData>
        </a:graphic>
      </p:graphicFrame>
      <p:sp>
        <p:nvSpPr>
          <p:cNvPr id="6" name="フッター プレースホルダー 3">
            <a:extLst>
              <a:ext uri="{FF2B5EF4-FFF2-40B4-BE49-F238E27FC236}">
                <a16:creationId xmlns:a16="http://schemas.microsoft.com/office/drawing/2014/main" id="{A56C1F47-DA92-40A0-953D-EA8AAF842F66}"/>
              </a:ext>
            </a:extLst>
          </p:cNvPr>
          <p:cNvSpPr txBox="1">
            <a:spLocks/>
          </p:cNvSpPr>
          <p:nvPr/>
        </p:nvSpPr>
        <p:spPr bwMode="gray">
          <a:xfrm>
            <a:off x="4932252" y="4935602"/>
            <a:ext cx="3959590" cy="201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700" kern="1200">
                <a:solidFill>
                  <a:schemeClr val="tx1"/>
                </a:solidFill>
                <a:latin typeface="+mj-lt"/>
                <a:ea typeface="Meiryo UI" panose="020B0604030504040204" pitchFamily="50" charset="-128"/>
                <a:cs typeface="+mn-cs"/>
              </a:defRPr>
            </a:lvl1pPr>
            <a:lvl2pPr marL="4572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2pPr>
            <a:lvl3pPr marL="9144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3pPr>
            <a:lvl4pPr marL="13716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4pPr>
            <a:lvl5pPr marL="18288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5pPr>
            <a:lvl6pPr marL="2286000" algn="l" defTabSz="914400" rtl="0" eaLnBrk="1" latinLnBrk="0" hangingPunct="1">
              <a:defRPr kumimoji="1" sz="1600" kern="1200">
                <a:solidFill>
                  <a:srgbClr val="000000"/>
                </a:solidFill>
                <a:latin typeface="Arial" charset="0"/>
                <a:ea typeface="ＭＳ Ｐゴシック" pitchFamily="50" charset="-128"/>
                <a:cs typeface="+mn-cs"/>
              </a:defRPr>
            </a:lvl6pPr>
            <a:lvl7pPr marL="2743200" algn="l" defTabSz="914400" rtl="0" eaLnBrk="1" latinLnBrk="0" hangingPunct="1">
              <a:defRPr kumimoji="1" sz="1600" kern="1200">
                <a:solidFill>
                  <a:srgbClr val="000000"/>
                </a:solidFill>
                <a:latin typeface="Arial" charset="0"/>
                <a:ea typeface="ＭＳ Ｐゴシック" pitchFamily="50" charset="-128"/>
                <a:cs typeface="+mn-cs"/>
              </a:defRPr>
            </a:lvl7pPr>
            <a:lvl8pPr marL="3200400" algn="l" defTabSz="914400" rtl="0" eaLnBrk="1" latinLnBrk="0" hangingPunct="1">
              <a:defRPr kumimoji="1" sz="1600" kern="1200">
                <a:solidFill>
                  <a:srgbClr val="000000"/>
                </a:solidFill>
                <a:latin typeface="Arial" charset="0"/>
                <a:ea typeface="ＭＳ Ｐゴシック" pitchFamily="50" charset="-128"/>
                <a:cs typeface="+mn-cs"/>
              </a:defRPr>
            </a:lvl8pPr>
            <a:lvl9pPr marL="3657600" algn="l" defTabSz="914400" rtl="0" eaLnBrk="1" latinLnBrk="0" hangingPunct="1">
              <a:defRPr kumimoji="1" sz="1600" kern="1200">
                <a:solidFill>
                  <a:srgbClr val="000000"/>
                </a:solidFill>
                <a:latin typeface="Arial" charset="0"/>
                <a:ea typeface="ＭＳ Ｐゴシック" pitchFamily="50" charset="-128"/>
                <a:cs typeface="+mn-cs"/>
              </a:defRPr>
            </a:lvl9pPr>
          </a:lstStyle>
          <a:p>
            <a:r>
              <a:rPr lang="de-DE" altLang="ja-JP" dirty="0">
                <a:solidFill>
                  <a:srgbClr val="000000"/>
                </a:solidFill>
              </a:rPr>
              <a:t>Copyright 2021 FUJITSU LIMITED</a:t>
            </a:r>
          </a:p>
        </p:txBody>
      </p:sp>
      <p:sp>
        <p:nvSpPr>
          <p:cNvPr id="3" name="タイトル 2">
            <a:extLst>
              <a:ext uri="{FF2B5EF4-FFF2-40B4-BE49-F238E27FC236}">
                <a16:creationId xmlns:a16="http://schemas.microsoft.com/office/drawing/2014/main" id="{21BBB437-6FCD-402A-AE50-C691DDFDC634}"/>
              </a:ext>
            </a:extLst>
          </p:cNvPr>
          <p:cNvSpPr>
            <a:spLocks noGrp="1"/>
          </p:cNvSpPr>
          <p:nvPr>
            <p:ph type="title"/>
          </p:nvPr>
        </p:nvSpPr>
        <p:spPr/>
        <p:txBody>
          <a:bodyPr/>
          <a:lstStyle/>
          <a:p>
            <a:r>
              <a:rPr lang="ja-JP" altLang="en-US" sz="2800" dirty="0"/>
              <a:t>更新履歴</a:t>
            </a:r>
            <a:endParaRPr lang="ja-JP" altLang="en-US" dirty="0"/>
          </a:p>
        </p:txBody>
      </p:sp>
      <p:sp>
        <p:nvSpPr>
          <p:cNvPr id="4" name="スライド番号プレースホルダー 3">
            <a:extLst>
              <a:ext uri="{FF2B5EF4-FFF2-40B4-BE49-F238E27FC236}">
                <a16:creationId xmlns:a16="http://schemas.microsoft.com/office/drawing/2014/main" id="{DF896A98-5864-43B4-AF8C-3ACADA4471AF}"/>
              </a:ext>
            </a:extLst>
          </p:cNvPr>
          <p:cNvSpPr>
            <a:spLocks noGrp="1"/>
          </p:cNvSpPr>
          <p:nvPr>
            <p:ph type="sldNum" sz="quarter" idx="12"/>
          </p:nvPr>
        </p:nvSpPr>
        <p:spPr/>
        <p:txBody>
          <a:bodyPr/>
          <a:lstStyle/>
          <a:p>
            <a:fld id="{4D029D89-7B63-4C94-AD4D-2E4D6BB83637}" type="slidenum">
              <a:rPr kumimoji="1" lang="ja-JP" altLang="en-US" smtClean="0"/>
              <a:t>2</a:t>
            </a:fld>
            <a:endParaRPr kumimoji="1"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目次</a:t>
            </a:r>
          </a:p>
        </p:txBody>
      </p:sp>
      <p:sp>
        <p:nvSpPr>
          <p:cNvPr id="5" name="フッター プレースホルダー 4"/>
          <p:cNvSpPr>
            <a:spLocks noGrp="1"/>
          </p:cNvSpPr>
          <p:nvPr>
            <p:ph type="ftr" sz="quarter" idx="10"/>
          </p:nvPr>
        </p:nvSpPr>
        <p:spPr/>
        <p:txBody>
          <a:bodyPr/>
          <a:lstStyle/>
          <a:p>
            <a:r>
              <a:rPr lang="de-DE" altLang="ja-JP" dirty="0"/>
              <a:t>Copyright 2020 FUJITSU LIMITED</a:t>
            </a:r>
          </a:p>
        </p:txBody>
      </p:sp>
      <p:sp>
        <p:nvSpPr>
          <p:cNvPr id="42" name="コンテンツ プレースホルダー 2">
            <a:extLst>
              <a:ext uri="{FF2B5EF4-FFF2-40B4-BE49-F238E27FC236}">
                <a16:creationId xmlns:a16="http://schemas.microsoft.com/office/drawing/2014/main" id="{D6C4CB49-B3E2-438E-BDB9-F18EE9C3DD1C}"/>
              </a:ext>
            </a:extLst>
          </p:cNvPr>
          <p:cNvSpPr txBox="1">
            <a:spLocks/>
          </p:cNvSpPr>
          <p:nvPr/>
        </p:nvSpPr>
        <p:spPr bwMode="gray">
          <a:xfrm>
            <a:off x="306688" y="916078"/>
            <a:ext cx="4265313" cy="3742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8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sz="2400">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20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8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1800">
                <a:solidFill>
                  <a:schemeClr val="tx1"/>
                </a:solidFill>
                <a:latin typeface="+mn-lt"/>
                <a:ea typeface="+mn-ea"/>
              </a:defRPr>
            </a:lvl5pPr>
            <a:lvl6pPr marL="2514600" indent="-228600" algn="l" defTabSz="809625" rtl="0" fontAlgn="base">
              <a:spcBef>
                <a:spcPct val="20000"/>
              </a:spcBef>
              <a:spcAft>
                <a:spcPct val="0"/>
              </a:spcAft>
              <a:buChar char="»"/>
              <a:defRPr kumimoji="1" sz="1800">
                <a:solidFill>
                  <a:schemeClr val="tx1"/>
                </a:solidFill>
                <a:latin typeface="+mn-lt"/>
                <a:ea typeface="+mn-ea"/>
              </a:defRPr>
            </a:lvl6pPr>
            <a:lvl7pPr marL="2971800" indent="-228600" algn="l" defTabSz="809625" rtl="0" fontAlgn="base">
              <a:spcBef>
                <a:spcPct val="20000"/>
              </a:spcBef>
              <a:spcAft>
                <a:spcPct val="0"/>
              </a:spcAft>
              <a:buChar char="»"/>
              <a:defRPr kumimoji="1" sz="1800">
                <a:solidFill>
                  <a:schemeClr val="tx1"/>
                </a:solidFill>
                <a:latin typeface="+mn-lt"/>
                <a:ea typeface="+mn-ea"/>
              </a:defRPr>
            </a:lvl7pPr>
            <a:lvl8pPr marL="3429000" indent="-228600" algn="l" defTabSz="809625" rtl="0" fontAlgn="base">
              <a:spcBef>
                <a:spcPct val="20000"/>
              </a:spcBef>
              <a:spcAft>
                <a:spcPct val="0"/>
              </a:spcAft>
              <a:buChar char="»"/>
              <a:defRPr kumimoji="1" sz="1800">
                <a:solidFill>
                  <a:schemeClr val="tx1"/>
                </a:solidFill>
                <a:latin typeface="+mn-lt"/>
                <a:ea typeface="+mn-ea"/>
              </a:defRPr>
            </a:lvl8pPr>
            <a:lvl9pPr marL="3886200" indent="-228600" algn="l" defTabSz="809625" rtl="0" fontAlgn="base">
              <a:spcBef>
                <a:spcPct val="20000"/>
              </a:spcBef>
              <a:spcAft>
                <a:spcPct val="0"/>
              </a:spcAft>
              <a:buChar char="»"/>
              <a:defRPr kumimoji="1" sz="1800">
                <a:solidFill>
                  <a:schemeClr val="tx1"/>
                </a:solidFill>
                <a:latin typeface="+mn-lt"/>
                <a:ea typeface="+mn-ea"/>
              </a:defRPr>
            </a:lvl9pPr>
          </a:lstStyle>
          <a:p>
            <a:pPr>
              <a:lnSpc>
                <a:spcPct val="100000"/>
              </a:lnSpc>
              <a:buClr>
                <a:schemeClr val="accent4"/>
              </a:buClr>
            </a:pPr>
            <a:r>
              <a:rPr lang="ja-JP" altLang="en-US" sz="1799" kern="0" dirty="0"/>
              <a:t>富士通版</a:t>
            </a:r>
            <a:r>
              <a:rPr lang="en-US" altLang="ja-JP" sz="1799" kern="0" dirty="0"/>
              <a:t>Activate3.0</a:t>
            </a:r>
            <a:r>
              <a:rPr lang="ja-JP" altLang="en-US" sz="1799" kern="0" dirty="0"/>
              <a:t>とは</a:t>
            </a:r>
            <a:endParaRPr lang="en-US" altLang="ja-JP" sz="1799" kern="0" dirty="0"/>
          </a:p>
          <a:p>
            <a:pPr lvl="1">
              <a:lnSpc>
                <a:spcPct val="100000"/>
              </a:lnSpc>
            </a:pPr>
            <a:r>
              <a:rPr lang="ja-JP" altLang="en-US" sz="1400" kern="0" dirty="0"/>
              <a:t>富士通版</a:t>
            </a:r>
            <a:r>
              <a:rPr lang="en-US" altLang="ja-JP" sz="1400" kern="0" dirty="0"/>
              <a:t>Activate3.0</a:t>
            </a:r>
            <a:r>
              <a:rPr lang="ja-JP" altLang="en-US" sz="1400" kern="0" dirty="0"/>
              <a:t>とは</a:t>
            </a:r>
            <a:endParaRPr lang="en-US" altLang="ja-JP" sz="1400" kern="0" dirty="0"/>
          </a:p>
          <a:p>
            <a:pPr lvl="1">
              <a:lnSpc>
                <a:spcPct val="100000"/>
              </a:lnSpc>
            </a:pPr>
            <a:r>
              <a:rPr lang="ja-JP" altLang="en-US" sz="1400" dirty="0"/>
              <a:t>富士通版</a:t>
            </a:r>
            <a:r>
              <a:rPr lang="en-US" altLang="ja-JP" sz="1400" dirty="0"/>
              <a:t>Activate3.0</a:t>
            </a:r>
            <a:r>
              <a:rPr lang="ja-JP" altLang="en-US" sz="1400" dirty="0"/>
              <a:t> スコープ範囲</a:t>
            </a:r>
            <a:endParaRPr lang="en-US" altLang="ja-JP" sz="1400" dirty="0"/>
          </a:p>
          <a:p>
            <a:pPr lvl="1">
              <a:lnSpc>
                <a:spcPct val="100000"/>
              </a:lnSpc>
            </a:pPr>
            <a:r>
              <a:rPr lang="ja-JP" altLang="en-US" sz="1400" dirty="0"/>
              <a:t>富士通版</a:t>
            </a:r>
            <a:r>
              <a:rPr lang="en-US" altLang="ja-JP" sz="1400" dirty="0"/>
              <a:t>Activate3.0</a:t>
            </a:r>
            <a:r>
              <a:rPr lang="ja-JP" altLang="en-US" sz="1400" dirty="0"/>
              <a:t> 特徴</a:t>
            </a:r>
            <a:endParaRPr lang="en-US" altLang="ja-JP" sz="1400" dirty="0"/>
          </a:p>
          <a:p>
            <a:pPr lvl="1">
              <a:lnSpc>
                <a:spcPct val="100000"/>
              </a:lnSpc>
            </a:pPr>
            <a:r>
              <a:rPr lang="ja-JP" altLang="en-US" sz="1400" dirty="0"/>
              <a:t>富士通版</a:t>
            </a:r>
            <a:r>
              <a:rPr lang="en-US" altLang="ja-JP" sz="1400" dirty="0"/>
              <a:t>Activate3.0</a:t>
            </a:r>
            <a:r>
              <a:rPr lang="ja-JP" altLang="en-US" sz="1400" dirty="0"/>
              <a:t> コンテンツマップ</a:t>
            </a:r>
            <a:endParaRPr lang="en-US" altLang="ja-JP" sz="1400" kern="0" dirty="0"/>
          </a:p>
          <a:p>
            <a:pPr marL="0" indent="0">
              <a:lnSpc>
                <a:spcPct val="100000"/>
              </a:lnSpc>
              <a:buNone/>
            </a:pPr>
            <a:endParaRPr lang="en-US" altLang="ja-JP" sz="1400" dirty="0"/>
          </a:p>
          <a:p>
            <a:pPr lvl="1">
              <a:lnSpc>
                <a:spcPct val="100000"/>
              </a:lnSpc>
            </a:pPr>
            <a:endParaRPr lang="en-US" altLang="ja-JP" sz="1400" dirty="0"/>
          </a:p>
          <a:p>
            <a:pPr lvl="1">
              <a:lnSpc>
                <a:spcPct val="100000"/>
              </a:lnSpc>
            </a:pPr>
            <a:endParaRPr lang="en-US" altLang="ja-JP" sz="1400" dirty="0"/>
          </a:p>
          <a:p>
            <a:pPr lvl="1">
              <a:lnSpc>
                <a:spcPct val="100000"/>
              </a:lnSpc>
            </a:pPr>
            <a:endParaRPr lang="en-US" altLang="ja-JP" sz="1400" dirty="0"/>
          </a:p>
          <a:p>
            <a:pPr lvl="1">
              <a:lnSpc>
                <a:spcPct val="100000"/>
              </a:lnSpc>
            </a:pPr>
            <a:endParaRPr lang="en-US" altLang="ja-JP" sz="1400" dirty="0"/>
          </a:p>
          <a:p>
            <a:pPr lvl="1">
              <a:lnSpc>
                <a:spcPct val="100000"/>
              </a:lnSpc>
            </a:pPr>
            <a:endParaRPr lang="en-US" altLang="ja-JP" sz="1400" dirty="0"/>
          </a:p>
          <a:p>
            <a:pPr lvl="1">
              <a:lnSpc>
                <a:spcPct val="100000"/>
              </a:lnSpc>
            </a:pPr>
            <a:endParaRPr lang="en-US" altLang="ja-JP" sz="1400" kern="0" dirty="0"/>
          </a:p>
          <a:p>
            <a:pPr lvl="1">
              <a:lnSpc>
                <a:spcPct val="100000"/>
              </a:lnSpc>
            </a:pPr>
            <a:endParaRPr lang="ja-JP" altLang="en-US" sz="1400" kern="0" dirty="0"/>
          </a:p>
        </p:txBody>
      </p:sp>
      <p:sp>
        <p:nvSpPr>
          <p:cNvPr id="44" name="コンテンツ プレースホルダー 2">
            <a:extLst>
              <a:ext uri="{FF2B5EF4-FFF2-40B4-BE49-F238E27FC236}">
                <a16:creationId xmlns:a16="http://schemas.microsoft.com/office/drawing/2014/main" id="{02C6502D-51EC-4B5A-8CF8-E9C366E96DAA}"/>
              </a:ext>
            </a:extLst>
          </p:cNvPr>
          <p:cNvSpPr txBox="1">
            <a:spLocks/>
          </p:cNvSpPr>
          <p:nvPr/>
        </p:nvSpPr>
        <p:spPr bwMode="gray">
          <a:xfrm>
            <a:off x="4572000" y="916078"/>
            <a:ext cx="4265313" cy="3742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8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sz="2400">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20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8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1800">
                <a:solidFill>
                  <a:schemeClr val="tx1"/>
                </a:solidFill>
                <a:latin typeface="+mn-lt"/>
                <a:ea typeface="+mn-ea"/>
              </a:defRPr>
            </a:lvl5pPr>
            <a:lvl6pPr marL="2514600" indent="-228600" algn="l" defTabSz="809625" rtl="0" fontAlgn="base">
              <a:spcBef>
                <a:spcPct val="20000"/>
              </a:spcBef>
              <a:spcAft>
                <a:spcPct val="0"/>
              </a:spcAft>
              <a:buChar char="»"/>
              <a:defRPr kumimoji="1" sz="1800">
                <a:solidFill>
                  <a:schemeClr val="tx1"/>
                </a:solidFill>
                <a:latin typeface="+mn-lt"/>
                <a:ea typeface="+mn-ea"/>
              </a:defRPr>
            </a:lvl6pPr>
            <a:lvl7pPr marL="2971800" indent="-228600" algn="l" defTabSz="809625" rtl="0" fontAlgn="base">
              <a:spcBef>
                <a:spcPct val="20000"/>
              </a:spcBef>
              <a:spcAft>
                <a:spcPct val="0"/>
              </a:spcAft>
              <a:buChar char="»"/>
              <a:defRPr kumimoji="1" sz="1800">
                <a:solidFill>
                  <a:schemeClr val="tx1"/>
                </a:solidFill>
                <a:latin typeface="+mn-lt"/>
                <a:ea typeface="+mn-ea"/>
              </a:defRPr>
            </a:lvl7pPr>
            <a:lvl8pPr marL="3429000" indent="-228600" algn="l" defTabSz="809625" rtl="0" fontAlgn="base">
              <a:spcBef>
                <a:spcPct val="20000"/>
              </a:spcBef>
              <a:spcAft>
                <a:spcPct val="0"/>
              </a:spcAft>
              <a:buChar char="»"/>
              <a:defRPr kumimoji="1" sz="1800">
                <a:solidFill>
                  <a:schemeClr val="tx1"/>
                </a:solidFill>
                <a:latin typeface="+mn-lt"/>
                <a:ea typeface="+mn-ea"/>
              </a:defRPr>
            </a:lvl8pPr>
            <a:lvl9pPr marL="3886200" indent="-228600" algn="l" defTabSz="809625" rtl="0" fontAlgn="base">
              <a:spcBef>
                <a:spcPct val="20000"/>
              </a:spcBef>
              <a:spcAft>
                <a:spcPct val="0"/>
              </a:spcAft>
              <a:buChar char="»"/>
              <a:defRPr kumimoji="1" sz="1800">
                <a:solidFill>
                  <a:schemeClr val="tx1"/>
                </a:solidFill>
                <a:latin typeface="+mn-lt"/>
                <a:ea typeface="+mn-ea"/>
              </a:defRPr>
            </a:lvl9pPr>
          </a:lstStyle>
          <a:p>
            <a:pPr>
              <a:lnSpc>
                <a:spcPct val="100000"/>
              </a:lnSpc>
              <a:buClr>
                <a:schemeClr val="accent4"/>
              </a:buClr>
            </a:pPr>
            <a:r>
              <a:rPr lang="ja-JP" altLang="en-US" sz="1799" dirty="0"/>
              <a:t>各コンテンツの利用手引き</a:t>
            </a:r>
            <a:endParaRPr lang="ja-JP" altLang="en-US" sz="1799" b="1" u="sng" kern="0" dirty="0"/>
          </a:p>
          <a:p>
            <a:pPr lvl="1">
              <a:lnSpc>
                <a:spcPct val="100000"/>
              </a:lnSpc>
            </a:pPr>
            <a:r>
              <a:rPr lang="en-US" altLang="ja-JP" sz="1400" dirty="0"/>
              <a:t>01_WBS</a:t>
            </a:r>
          </a:p>
          <a:p>
            <a:pPr lvl="1">
              <a:lnSpc>
                <a:spcPct val="100000"/>
              </a:lnSpc>
            </a:pPr>
            <a:r>
              <a:rPr lang="en-US" altLang="ja-JP" sz="1400" dirty="0"/>
              <a:t>02_</a:t>
            </a:r>
            <a:r>
              <a:rPr lang="ja-JP" altLang="en-US" sz="1400" dirty="0"/>
              <a:t>成果物</a:t>
            </a:r>
            <a:endParaRPr lang="en-US" altLang="ja-JP" sz="1400" dirty="0"/>
          </a:p>
          <a:p>
            <a:pPr lvl="1">
              <a:lnSpc>
                <a:spcPct val="100000"/>
              </a:lnSpc>
            </a:pPr>
            <a:r>
              <a:rPr lang="en-US" altLang="ja-JP" sz="1400" dirty="0"/>
              <a:t>03_</a:t>
            </a:r>
            <a:r>
              <a:rPr lang="ja-JP" altLang="en-US" sz="1400" dirty="0"/>
              <a:t>監査プロセス</a:t>
            </a:r>
            <a:endParaRPr lang="en-US" altLang="ja-JP" sz="1400" dirty="0"/>
          </a:p>
          <a:p>
            <a:pPr lvl="1">
              <a:lnSpc>
                <a:spcPct val="100000"/>
              </a:lnSpc>
            </a:pPr>
            <a:r>
              <a:rPr lang="en-US" altLang="ja-JP" sz="1400" dirty="0"/>
              <a:t>04_</a:t>
            </a:r>
            <a:r>
              <a:rPr lang="ja-JP" altLang="en-US" sz="1400" dirty="0"/>
              <a:t>監査ドキュメント</a:t>
            </a:r>
            <a:endParaRPr lang="en-US" altLang="ja-JP" sz="1400" dirty="0"/>
          </a:p>
          <a:p>
            <a:pPr lvl="1">
              <a:lnSpc>
                <a:spcPct val="100000"/>
              </a:lnSpc>
            </a:pPr>
            <a:r>
              <a:rPr lang="en-US" altLang="ja-JP" sz="1400" dirty="0"/>
              <a:t>05_</a:t>
            </a:r>
            <a:r>
              <a:rPr lang="ja-JP" altLang="en-US" sz="1400" dirty="0"/>
              <a:t>見積ツール</a:t>
            </a:r>
            <a:endParaRPr lang="en-US" altLang="ja-JP" sz="1400" dirty="0"/>
          </a:p>
          <a:p>
            <a:pPr lvl="1">
              <a:lnSpc>
                <a:spcPct val="100000"/>
              </a:lnSpc>
            </a:pPr>
            <a:r>
              <a:rPr lang="en-US" altLang="ja-JP" sz="1400" dirty="0"/>
              <a:t>06_</a:t>
            </a:r>
            <a:r>
              <a:rPr lang="ja-JP" altLang="en-US" sz="1400" dirty="0"/>
              <a:t>ドキュメント管理フォルダ構成</a:t>
            </a:r>
            <a:endParaRPr lang="en-US" altLang="ja-JP" sz="1400" dirty="0"/>
          </a:p>
          <a:p>
            <a:pPr lvl="1">
              <a:lnSpc>
                <a:spcPct val="100000"/>
              </a:lnSpc>
            </a:pPr>
            <a:r>
              <a:rPr lang="en-US" altLang="ja-JP" sz="1400" dirty="0"/>
              <a:t>07_PJ</a:t>
            </a:r>
            <a:r>
              <a:rPr lang="ja-JP" altLang="en-US" sz="1400" dirty="0"/>
              <a:t>推進ルール</a:t>
            </a:r>
            <a:endParaRPr lang="en-US" altLang="ja-JP" sz="1400" dirty="0"/>
          </a:p>
          <a:p>
            <a:pPr lvl="1">
              <a:lnSpc>
                <a:spcPct val="100000"/>
              </a:lnSpc>
            </a:pPr>
            <a:r>
              <a:rPr lang="en-US" altLang="ja-JP" sz="1400" dirty="0"/>
              <a:t>08_</a:t>
            </a:r>
            <a:r>
              <a:rPr lang="ja-JP" altLang="en-US" sz="1400" dirty="0"/>
              <a:t>品質管理</a:t>
            </a:r>
            <a:endParaRPr lang="en-US" altLang="ja-JP" sz="1400" dirty="0"/>
          </a:p>
          <a:p>
            <a:pPr lvl="1">
              <a:lnSpc>
                <a:spcPct val="100000"/>
              </a:lnSpc>
            </a:pPr>
            <a:r>
              <a:rPr lang="en-US" altLang="ja-JP" sz="1400" dirty="0"/>
              <a:t>09_SAP</a:t>
            </a:r>
            <a:r>
              <a:rPr lang="ja-JP" altLang="en-US" sz="1400" dirty="0"/>
              <a:t> </a:t>
            </a:r>
            <a:r>
              <a:rPr lang="en-US" altLang="ja-JP" sz="1400" dirty="0"/>
              <a:t>Leveling</a:t>
            </a:r>
          </a:p>
          <a:p>
            <a:pPr lvl="1">
              <a:lnSpc>
                <a:spcPct val="100000"/>
              </a:lnSpc>
            </a:pPr>
            <a:r>
              <a:rPr lang="en-US" altLang="ja-JP" sz="1400" dirty="0"/>
              <a:t>10_GDC</a:t>
            </a:r>
            <a:r>
              <a:rPr lang="ja-JP" altLang="en-US" sz="1400" dirty="0"/>
              <a:t>連携ツール</a:t>
            </a:r>
            <a:endParaRPr lang="en-US" altLang="ja-JP" sz="1400" dirty="0"/>
          </a:p>
          <a:p>
            <a:pPr lvl="1">
              <a:lnSpc>
                <a:spcPct val="100000"/>
              </a:lnSpc>
            </a:pPr>
            <a:r>
              <a:rPr lang="en-US" altLang="ja-JP" sz="1400" dirty="0"/>
              <a:t>90_</a:t>
            </a:r>
            <a:r>
              <a:rPr lang="ja-JP" altLang="en-US" sz="1400" dirty="0"/>
              <a:t>プロジェクトガイドライン</a:t>
            </a:r>
            <a:r>
              <a:rPr lang="en-US" altLang="ja-JP" sz="1400" dirty="0"/>
              <a:t>(</a:t>
            </a:r>
            <a:r>
              <a:rPr lang="ja-JP" altLang="en-US" sz="1400" dirty="0"/>
              <a:t>参考情報</a:t>
            </a:r>
            <a:r>
              <a:rPr lang="en-US" altLang="ja-JP" sz="1400" dirty="0"/>
              <a:t>)</a:t>
            </a:r>
          </a:p>
          <a:p>
            <a:pPr lvl="1">
              <a:lnSpc>
                <a:spcPct val="100000"/>
              </a:lnSpc>
            </a:pPr>
            <a:endParaRPr lang="en-US" altLang="ja-JP" sz="1400" dirty="0"/>
          </a:p>
          <a:p>
            <a:pPr lvl="1">
              <a:lnSpc>
                <a:spcPct val="100000"/>
              </a:lnSpc>
            </a:pPr>
            <a:endParaRPr lang="en-US" altLang="ja-JP" sz="1400" dirty="0"/>
          </a:p>
          <a:p>
            <a:pPr lvl="1">
              <a:lnSpc>
                <a:spcPct val="100000"/>
              </a:lnSpc>
            </a:pPr>
            <a:endParaRPr lang="en-US" altLang="ja-JP" sz="1400" dirty="0"/>
          </a:p>
          <a:p>
            <a:pPr lvl="1">
              <a:lnSpc>
                <a:spcPct val="100000"/>
              </a:lnSpc>
            </a:pPr>
            <a:endParaRPr lang="en-US" altLang="ja-JP" sz="1400" dirty="0"/>
          </a:p>
          <a:p>
            <a:pPr lvl="1">
              <a:lnSpc>
                <a:spcPct val="100000"/>
              </a:lnSpc>
            </a:pPr>
            <a:endParaRPr lang="en-US" altLang="ja-JP" sz="1400" dirty="0"/>
          </a:p>
          <a:p>
            <a:pPr lvl="1">
              <a:lnSpc>
                <a:spcPct val="100000"/>
              </a:lnSpc>
            </a:pPr>
            <a:endParaRPr lang="en-US" altLang="ja-JP" sz="1400" kern="0" dirty="0"/>
          </a:p>
          <a:p>
            <a:pPr lvl="1">
              <a:lnSpc>
                <a:spcPct val="100000"/>
              </a:lnSpc>
            </a:pPr>
            <a:endParaRPr lang="ja-JP" altLang="en-US" sz="1400" kern="0" dirty="0"/>
          </a:p>
        </p:txBody>
      </p:sp>
      <p:sp>
        <p:nvSpPr>
          <p:cNvPr id="4" name="スライド番号プレースホルダー 3">
            <a:extLst>
              <a:ext uri="{FF2B5EF4-FFF2-40B4-BE49-F238E27FC236}">
                <a16:creationId xmlns:a16="http://schemas.microsoft.com/office/drawing/2014/main" id="{BA44DF1E-E35D-46F5-BE4A-96C1A939227B}"/>
              </a:ext>
            </a:extLst>
          </p:cNvPr>
          <p:cNvSpPr>
            <a:spLocks noGrp="1"/>
          </p:cNvSpPr>
          <p:nvPr>
            <p:ph type="sldNum" sz="quarter" idx="11"/>
          </p:nvPr>
        </p:nvSpPr>
        <p:spPr/>
        <p:txBody>
          <a:bodyPr/>
          <a:lstStyle/>
          <a:p>
            <a:fld id="{2145D5DA-CF11-4C66-BB26-5DC06B07024B}" type="slidenum">
              <a:rPr lang="de-DE" altLang="ja-JP" smtClean="0"/>
              <a:pPr/>
              <a:t>3</a:t>
            </a:fld>
            <a:endParaRPr lang="de-DE" altLang="ja-JP"/>
          </a:p>
        </p:txBody>
      </p:sp>
    </p:spTree>
    <p:extLst>
      <p:ext uri="{BB962C8B-B14F-4D97-AF65-F5344CB8AC3E}">
        <p14:creationId xmlns:p14="http://schemas.microsoft.com/office/powerpoint/2010/main" val="3262660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3CB0243-1E04-4D82-939A-812692C7A901}"/>
              </a:ext>
            </a:extLst>
          </p:cNvPr>
          <p:cNvSpPr>
            <a:spLocks noGrp="1"/>
          </p:cNvSpPr>
          <p:nvPr>
            <p:ph type="ftr" sz="quarter" idx="10"/>
          </p:nvPr>
        </p:nvSpPr>
        <p:spPr bwMode="gray">
          <a:xfrm>
            <a:off x="4932363" y="4937125"/>
            <a:ext cx="3960812"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700" kern="1200">
                <a:solidFill>
                  <a:schemeClr val="tx1"/>
                </a:solidFill>
                <a:latin typeface="Meiryo UI" panose="020B0604030504040204" pitchFamily="50" charset="-128"/>
                <a:ea typeface="Meiryo UI" panose="020B0604030504040204" pitchFamily="50" charset="-128"/>
                <a:cs typeface="+mn-cs"/>
              </a:defRPr>
            </a:lvl1pPr>
            <a:lvl2pPr marL="4572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2pPr>
            <a:lvl3pPr marL="9144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3pPr>
            <a:lvl4pPr marL="13716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4pPr>
            <a:lvl5pPr marL="18288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5pPr>
            <a:lvl6pPr marL="2286000" algn="l" defTabSz="914400" rtl="0" eaLnBrk="1" latinLnBrk="0" hangingPunct="1">
              <a:defRPr kumimoji="1" sz="1600" kern="1200">
                <a:solidFill>
                  <a:srgbClr val="000000"/>
                </a:solidFill>
                <a:latin typeface="Arial" charset="0"/>
                <a:ea typeface="ＭＳ Ｐゴシック" pitchFamily="50" charset="-128"/>
                <a:cs typeface="+mn-cs"/>
              </a:defRPr>
            </a:lvl6pPr>
            <a:lvl7pPr marL="2743200" algn="l" defTabSz="914400" rtl="0" eaLnBrk="1" latinLnBrk="0" hangingPunct="1">
              <a:defRPr kumimoji="1" sz="1600" kern="1200">
                <a:solidFill>
                  <a:srgbClr val="000000"/>
                </a:solidFill>
                <a:latin typeface="Arial" charset="0"/>
                <a:ea typeface="ＭＳ Ｐゴシック" pitchFamily="50" charset="-128"/>
                <a:cs typeface="+mn-cs"/>
              </a:defRPr>
            </a:lvl7pPr>
            <a:lvl8pPr marL="3200400" algn="l" defTabSz="914400" rtl="0" eaLnBrk="1" latinLnBrk="0" hangingPunct="1">
              <a:defRPr kumimoji="1" sz="1600" kern="1200">
                <a:solidFill>
                  <a:srgbClr val="000000"/>
                </a:solidFill>
                <a:latin typeface="Arial" charset="0"/>
                <a:ea typeface="ＭＳ Ｐゴシック" pitchFamily="50" charset="-128"/>
                <a:cs typeface="+mn-cs"/>
              </a:defRPr>
            </a:lvl8pPr>
            <a:lvl9pPr marL="3657600" algn="l" defTabSz="914400" rtl="0" eaLnBrk="1" latinLnBrk="0" hangingPunct="1">
              <a:defRPr kumimoji="1" sz="1600" kern="1200">
                <a:solidFill>
                  <a:srgbClr val="000000"/>
                </a:solidFill>
                <a:latin typeface="Arial" charset="0"/>
                <a:ea typeface="ＭＳ Ｐゴシック" pitchFamily="50" charset="-128"/>
                <a:cs typeface="+mn-cs"/>
              </a:defRPr>
            </a:lvl9pPr>
          </a:lstStyle>
          <a:p>
            <a:r>
              <a:rPr lang="de-DE" altLang="ja-JP" dirty="0"/>
              <a:t>Copyright 2019 FUJITSU LIMITED</a:t>
            </a:r>
            <a:endParaRPr lang="de-DE" altLang="ja-JP" dirty="0">
              <a:solidFill>
                <a:srgbClr val="000000"/>
              </a:solidFill>
            </a:endParaRPr>
          </a:p>
        </p:txBody>
      </p:sp>
      <p:sp>
        <p:nvSpPr>
          <p:cNvPr id="5" name="正方形/長方形 4">
            <a:extLst>
              <a:ext uri="{FF2B5EF4-FFF2-40B4-BE49-F238E27FC236}">
                <a16:creationId xmlns:a16="http://schemas.microsoft.com/office/drawing/2014/main" id="{BEDD25FD-AC8D-4258-B3F6-16A36AB367EA}"/>
              </a:ext>
            </a:extLst>
          </p:cNvPr>
          <p:cNvSpPr/>
          <p:nvPr/>
        </p:nvSpPr>
        <p:spPr bwMode="auto">
          <a:xfrm>
            <a:off x="1411" y="2139835"/>
            <a:ext cx="9141179" cy="775535"/>
          </a:xfrm>
          <a:prstGeom prst="rect">
            <a:avLst/>
          </a:prstGeom>
          <a:gradFill>
            <a:gsLst>
              <a:gs pos="0">
                <a:sysClr val="window" lastClr="FFFFFF">
                  <a:lumMod val="50000"/>
                </a:sysClr>
              </a:gs>
              <a:gs pos="62000">
                <a:sysClr val="window" lastClr="FFFFFF">
                  <a:lumMod val="65000"/>
                </a:sysClr>
              </a:gs>
              <a:gs pos="88000">
                <a:sysClr val="window" lastClr="FFFFFF"/>
              </a:gs>
              <a:gs pos="100000">
                <a:sysClr val="window" lastClr="FFFFFF"/>
              </a:gs>
            </a:gsLst>
            <a:lin ang="0" scaled="0"/>
          </a:gradFill>
          <a:ln w="9525" cap="flat" cmpd="sng" algn="ctr">
            <a:noFill/>
            <a:prstDash val="solid"/>
            <a:round/>
            <a:headEnd type="none" w="med" len="med"/>
            <a:tailEnd type="none" w="med" len="med"/>
          </a:ln>
          <a:effectLst/>
        </p:spPr>
        <p:txBody>
          <a:bodyPr vert="horz" wrap="none" lIns="215933" tIns="45706" rIns="91412" bIns="45706" numCol="1" rtlCol="0" anchor="ctr" anchorCtr="0" compatLnSpc="1">
            <a:prstTxWarp prst="textNoShape">
              <a:avLst/>
            </a:prstTxWarp>
          </a:bodyPr>
          <a:lstStyle/>
          <a:p>
            <a:pPr marL="0" lvl="1" fontAlgn="base">
              <a:defRPr/>
            </a:pPr>
            <a:r>
              <a:rPr lang="ja-JP" altLang="en-US" sz="3199" b="1" kern="0" dirty="0">
                <a:solidFill>
                  <a:prstClr val="white"/>
                </a:solidFill>
                <a:effectLst>
                  <a:glow rad="101600">
                    <a:srgbClr val="8064A2">
                      <a:satMod val="175000"/>
                      <a:alpha val="40000"/>
                    </a:srgbClr>
                  </a:glow>
                  <a:outerShdw blurRad="50800" dist="38100" dir="2700000" sx="1000" sy="1000" algn="tl" rotWithShape="0">
                    <a:prstClr val="black"/>
                  </a:outerShdw>
                </a:effectLst>
                <a:latin typeface="Meiryo UI" panose="020B0604030504040204" pitchFamily="50" charset="-128"/>
                <a:ea typeface="Meiryo UI" panose="020B0604030504040204" pitchFamily="50" charset="-128"/>
                <a:cs typeface="Meiryo UI" panose="020B0604030504040204" pitchFamily="50" charset="-128"/>
              </a:rPr>
              <a:t>富士通版 </a:t>
            </a:r>
            <a:r>
              <a:rPr lang="en-US" altLang="ja-JP" sz="3199" b="1" kern="0" dirty="0">
                <a:solidFill>
                  <a:prstClr val="white"/>
                </a:solidFill>
                <a:effectLst>
                  <a:glow rad="101600">
                    <a:srgbClr val="8064A2">
                      <a:satMod val="175000"/>
                      <a:alpha val="40000"/>
                    </a:srgbClr>
                  </a:glow>
                  <a:outerShdw blurRad="50800" dist="38100" dir="2700000" sx="1000" sy="1000" algn="tl" rotWithShape="0">
                    <a:prstClr val="black"/>
                  </a:outerShdw>
                </a:effectLst>
                <a:latin typeface="Meiryo UI" panose="020B0604030504040204" pitchFamily="50" charset="-128"/>
                <a:ea typeface="Meiryo UI" panose="020B0604030504040204" pitchFamily="50" charset="-128"/>
                <a:cs typeface="Meiryo UI" panose="020B0604030504040204" pitchFamily="50" charset="-128"/>
              </a:rPr>
              <a:t>Activate3.0</a:t>
            </a:r>
            <a:r>
              <a:rPr lang="ja-JP" altLang="en-US" sz="3199" b="1" kern="0" dirty="0">
                <a:solidFill>
                  <a:prstClr val="white"/>
                </a:solidFill>
                <a:effectLst>
                  <a:glow rad="101600">
                    <a:srgbClr val="8064A2">
                      <a:satMod val="175000"/>
                      <a:alpha val="40000"/>
                    </a:srgbClr>
                  </a:glow>
                  <a:outerShdw blurRad="50800" dist="38100" dir="2700000" sx="1000" sy="1000" algn="tl" rotWithShape="0">
                    <a:prstClr val="black"/>
                  </a:outerShdw>
                </a:effectLst>
                <a:latin typeface="Meiryo UI" panose="020B0604030504040204" pitchFamily="50" charset="-128"/>
                <a:ea typeface="Meiryo UI" panose="020B0604030504040204" pitchFamily="50" charset="-128"/>
                <a:cs typeface="Meiryo UI" panose="020B0604030504040204" pitchFamily="50" charset="-128"/>
              </a:rPr>
              <a:t>とは</a:t>
            </a:r>
            <a:endParaRPr lang="en-US" altLang="ja-JP" sz="3199" b="1" kern="0" dirty="0">
              <a:solidFill>
                <a:prstClr val="white"/>
              </a:solidFill>
              <a:effectLst>
                <a:glow rad="101600">
                  <a:srgbClr val="8064A2">
                    <a:satMod val="175000"/>
                    <a:alpha val="40000"/>
                  </a:srgbClr>
                </a:glow>
                <a:outerShdw blurRad="50800" dist="38100" dir="2700000" sx="1000" sy="1000" algn="tl" rotWithShape="0">
                  <a:prstClr val="black"/>
                </a:outerShdw>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4DF15DB6-2407-4053-95E9-86E91F82039A}"/>
              </a:ext>
            </a:extLst>
          </p:cNvPr>
          <p:cNvSpPr>
            <a:spLocks noGrp="1"/>
          </p:cNvSpPr>
          <p:nvPr>
            <p:ph type="sldNum" sz="quarter" idx="12"/>
          </p:nvPr>
        </p:nvSpPr>
        <p:spPr/>
        <p:txBody>
          <a:bodyPr/>
          <a:lstStyle/>
          <a:p>
            <a:fld id="{4D029D89-7B63-4C94-AD4D-2E4D6BB83637}" type="slidenum">
              <a:rPr kumimoji="1" lang="ja-JP" altLang="en-US" smtClean="0"/>
              <a:t>4</a:t>
            </a:fld>
            <a:endParaRPr kumimoji="1" lang="ja-JP" altLang="en-US"/>
          </a:p>
        </p:txBody>
      </p:sp>
    </p:spTree>
    <p:extLst>
      <p:ext uri="{BB962C8B-B14F-4D97-AF65-F5344CB8AC3E}">
        <p14:creationId xmlns:p14="http://schemas.microsoft.com/office/powerpoint/2010/main" val="4172166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a:bodyPr>
          <a:lstStyle/>
          <a:p>
            <a:r>
              <a:rPr lang="ja-JP" altLang="en-US" sz="2800" dirty="0">
                <a:latin typeface="+mj-lt"/>
                <a:ea typeface="+mj-ea"/>
              </a:rPr>
              <a:t>富士通版</a:t>
            </a:r>
            <a:r>
              <a:rPr lang="en-US" altLang="ja-JP" sz="2800" dirty="0">
                <a:latin typeface="+mj-lt"/>
                <a:ea typeface="+mj-ea"/>
              </a:rPr>
              <a:t>Activate3.0</a:t>
            </a:r>
            <a:r>
              <a:rPr lang="ja-JP" altLang="en-US" sz="2800" dirty="0">
                <a:latin typeface="+mj-lt"/>
                <a:ea typeface="+mj-ea"/>
              </a:rPr>
              <a:t>とは</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dirty="0"/>
              <a:t>Copyright 2020 FUJITSU LIMITED</a:t>
            </a:r>
            <a:endParaRPr lang="de-DE" altLang="ja-JP" dirty="0"/>
          </a:p>
        </p:txBody>
      </p:sp>
      <p:sp>
        <p:nvSpPr>
          <p:cNvPr id="49" name="楕円 48">
            <a:extLst>
              <a:ext uri="{FF2B5EF4-FFF2-40B4-BE49-F238E27FC236}">
                <a16:creationId xmlns:a16="http://schemas.microsoft.com/office/drawing/2014/main" id="{071162F7-132D-4071-912E-0ED0A9C58D9A}"/>
              </a:ext>
            </a:extLst>
          </p:cNvPr>
          <p:cNvSpPr/>
          <p:nvPr/>
        </p:nvSpPr>
        <p:spPr bwMode="gray">
          <a:xfrm>
            <a:off x="8168207" y="613907"/>
            <a:ext cx="647872" cy="296944"/>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r>
              <a:rPr kumimoji="1" lang="ja-JP" altLang="en-US" sz="1000" dirty="0">
                <a:latin typeface="Meiryo UI" panose="020B0604030504040204" pitchFamily="50" charset="-128"/>
                <a:ea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rPr>
              <a:t>改訂</a:t>
            </a:r>
            <a:endParaRPr kumimoji="1" lang="ja-JP" altLang="en-US" sz="1000" dirty="0">
              <a:latin typeface="Meiryo UI" panose="020B0604030504040204" pitchFamily="50" charset="-128"/>
              <a:ea typeface="Meiryo UI" panose="020B0604030504040204" pitchFamily="50" charset="-128"/>
            </a:endParaRPr>
          </a:p>
        </p:txBody>
      </p:sp>
      <p:sp>
        <p:nvSpPr>
          <p:cNvPr id="91" name="コンテンツ プレースホルダー 7">
            <a:extLst>
              <a:ext uri="{FF2B5EF4-FFF2-40B4-BE49-F238E27FC236}">
                <a16:creationId xmlns:a16="http://schemas.microsoft.com/office/drawing/2014/main" id="{B232D413-24B5-47A6-9A50-BB1BD8B6D46F}"/>
              </a:ext>
            </a:extLst>
          </p:cNvPr>
          <p:cNvSpPr txBox="1">
            <a:spLocks/>
          </p:cNvSpPr>
          <p:nvPr/>
        </p:nvSpPr>
        <p:spPr bwMode="gray">
          <a:xfrm>
            <a:off x="233363" y="822396"/>
            <a:ext cx="8645525"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266700" marR="0" lvl="0" indent="-266700" algn="l" defTabSz="809625" rtl="0" eaLnBrk="1" fontAlgn="ctr" latinLnBrk="0" hangingPunct="1">
              <a:lnSpc>
                <a:spcPct val="110000"/>
              </a:lnSpc>
              <a:spcBef>
                <a:spcPct val="20000"/>
              </a:spcBef>
              <a:spcAft>
                <a:spcPct val="10000"/>
              </a:spcAft>
              <a:buClr>
                <a:srgbClr val="A30B1A"/>
              </a:buClr>
              <a:buSzTx/>
              <a:buFont typeface="Wingdings" pitchFamily="2" charset="2"/>
              <a:buChar char="n"/>
              <a:tabLst/>
              <a:defRPr/>
            </a:pP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富士通版</a:t>
            </a: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以下、</a:t>
            </a: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FJ</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版</a:t>
            </a: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とは、 </a:t>
            </a:r>
            <a:r>
              <a:rPr kumimoji="1" lang="ja-JP" altLang="en-US" sz="1200" b="1" i="0" u="sng" strike="noStrike" kern="0" cap="none" spc="0" normalizeH="0" baseline="0" noProof="0" dirty="0">
                <a:ln>
                  <a:noFill/>
                </a:ln>
                <a:solidFill>
                  <a:srgbClr val="A30B1A"/>
                </a:solidFill>
                <a:effectLst/>
                <a:uLnTx/>
                <a:uFillTx/>
                <a:latin typeface="Meiryo UI" panose="020B0604030504040204" pitchFamily="50" charset="-128"/>
                <a:ea typeface="Meiryo UI" panose="020B0604030504040204" pitchFamily="50" charset="-128"/>
                <a:cs typeface="+mn-cs"/>
              </a:rPr>
              <a:t>富士通</a:t>
            </a:r>
            <a:r>
              <a:rPr kumimoji="1" lang="en-US" altLang="ja-JP" sz="1200" b="1" i="0" u="sng" strike="noStrike" kern="0" cap="none" spc="0" normalizeH="0" baseline="0" noProof="0" dirty="0">
                <a:ln>
                  <a:noFill/>
                </a:ln>
                <a:solidFill>
                  <a:srgbClr val="A30B1A"/>
                </a:solidFill>
                <a:effectLst/>
                <a:uLnTx/>
                <a:uFillTx/>
                <a:latin typeface="Meiryo UI" panose="020B0604030504040204" pitchFamily="50" charset="-128"/>
                <a:ea typeface="Meiryo UI" panose="020B0604030504040204" pitchFamily="50" charset="-128"/>
                <a:cs typeface="+mn-cs"/>
              </a:rPr>
              <a:t>S/4HANA</a:t>
            </a:r>
            <a:r>
              <a:rPr kumimoji="1" lang="ja-JP" altLang="en-US" sz="1200" b="1" i="0" u="sng" strike="noStrike" kern="0" cap="none" spc="0" normalizeH="0" baseline="0" noProof="0" dirty="0">
                <a:ln>
                  <a:noFill/>
                </a:ln>
                <a:solidFill>
                  <a:srgbClr val="A30B1A"/>
                </a:solidFill>
                <a:effectLst/>
                <a:uLnTx/>
                <a:uFillTx/>
                <a:latin typeface="Meiryo UI" panose="020B0604030504040204" pitchFamily="50" charset="-128"/>
                <a:ea typeface="Meiryo UI" panose="020B0604030504040204" pitchFamily="50" charset="-128"/>
                <a:cs typeface="+mn-cs"/>
              </a:rPr>
              <a:t>標準導入方法論</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である。</a:t>
            </a:r>
            <a:endPar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266700" marR="0" lvl="0" indent="-266700" algn="l" defTabSz="809625" rtl="0" eaLnBrk="1" fontAlgn="ctr" latinLnBrk="0" hangingPunct="1">
              <a:lnSpc>
                <a:spcPct val="110000"/>
              </a:lnSpc>
              <a:spcBef>
                <a:spcPct val="20000"/>
              </a:spcBef>
              <a:spcAft>
                <a:spcPct val="10000"/>
              </a:spcAft>
              <a:buClr>
                <a:srgbClr val="A30B1A"/>
              </a:buClr>
              <a:buSzTx/>
              <a:buFont typeface="Wingdings" pitchFamily="2" charset="2"/>
              <a:buChar char="n"/>
              <a:tabLst/>
              <a:defRPr/>
            </a:pP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SAP</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社標準の</a:t>
            </a: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S/4HANA</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導入方法論「</a:t>
            </a:r>
            <a:r>
              <a:rPr kumimoji="1" lang="en-US" altLang="ja-JP" sz="12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SAP</a:t>
            </a:r>
            <a:r>
              <a:rPr kumimoji="1" lang="ja-JP" altLang="en-US" sz="12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2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」の要素に加え、システム導入における富士通標準プロセス体系「</a:t>
            </a:r>
            <a:r>
              <a:rPr kumimoji="1" lang="en-US" altLang="ja-JP" sz="12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SDEM</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」、および、「</a:t>
            </a:r>
            <a:r>
              <a:rPr kumimoji="1" lang="ja-JP" altLang="en-US" sz="12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多数の</a:t>
            </a:r>
            <a:r>
              <a:rPr kumimoji="1" lang="en-US" altLang="ja-JP" sz="12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SAP</a:t>
            </a:r>
            <a:r>
              <a:rPr kumimoji="1" lang="ja-JP" altLang="en-US" sz="12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導入プロジェクト実績」</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を元に</a:t>
            </a: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S/4HANA</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導入方法論一式（作業標準）として整備、活用している。</a:t>
            </a:r>
            <a:endPar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266700" marR="0" lvl="0" indent="-266700" algn="l" defTabSz="809625" rtl="0" eaLnBrk="1" fontAlgn="ctr" latinLnBrk="0" hangingPunct="1">
              <a:lnSpc>
                <a:spcPct val="110000"/>
              </a:lnSpc>
              <a:spcBef>
                <a:spcPct val="20000"/>
              </a:spcBef>
              <a:spcAft>
                <a:spcPct val="10000"/>
              </a:spcAft>
              <a:buClr>
                <a:srgbClr val="A30B1A"/>
              </a:buClr>
              <a:buSzTx/>
              <a:buFont typeface="Wingdings" pitchFamily="2" charset="2"/>
              <a:buChar char="n"/>
              <a:tabLst/>
              <a:defRPr/>
            </a:pP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FJ</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版</a:t>
            </a: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を</a:t>
            </a:r>
            <a:r>
              <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S/4HANA</a:t>
            </a:r>
            <a:r>
              <a:rPr kumimoji="1" lang="ja-JP" altLang="en-US"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導入プロジェクトへ展開を行い、プロジェクトの成功に向けて強力に品質／納期／コスト管理の徹底を支援する。</a:t>
            </a:r>
            <a:endParaRPr kumimoji="1" lang="en-US" altLang="ja-JP" sz="12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2" name="正方形/長方形 91">
            <a:extLst>
              <a:ext uri="{FF2B5EF4-FFF2-40B4-BE49-F238E27FC236}">
                <a16:creationId xmlns:a16="http://schemas.microsoft.com/office/drawing/2014/main" id="{44C78C6D-2DEE-4F7C-A56D-139F1E922238}"/>
              </a:ext>
            </a:extLst>
          </p:cNvPr>
          <p:cNvSpPr/>
          <p:nvPr/>
        </p:nvSpPr>
        <p:spPr bwMode="gray">
          <a:xfrm>
            <a:off x="169863" y="1862386"/>
            <a:ext cx="8866633" cy="2940645"/>
          </a:xfrm>
          <a:prstGeom prst="rect">
            <a:avLst/>
          </a:prstGeom>
          <a:solidFill>
            <a:srgbClr val="EBD9D9"/>
          </a:solidFill>
          <a:ln w="9525" cap="flat" cmpd="sng" algn="ctr">
            <a:solidFill>
              <a:srgbClr val="CEA2A2"/>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defTabSz="914400" fontAlgn="ctr">
              <a:spcBef>
                <a:spcPct val="0"/>
              </a:spcBef>
              <a:spcAft>
                <a:spcPct val="0"/>
              </a:spcAft>
            </a:pPr>
            <a:r>
              <a:rPr kumimoji="1" lang="ja-JP" altLang="en-US" sz="1600" b="1" dirty="0">
                <a:solidFill>
                  <a:srgbClr val="000000"/>
                </a:solidFill>
                <a:effectLst>
                  <a:glow rad="127000">
                    <a:srgbClr val="FFFFFF"/>
                  </a:glow>
                </a:effectLst>
                <a:latin typeface="Meiryo UI" panose="020B0604030504040204" pitchFamily="50" charset="-128"/>
                <a:ea typeface="Meiryo UI" panose="020B0604030504040204" pitchFamily="50" charset="-128"/>
              </a:rPr>
              <a:t>富士通</a:t>
            </a:r>
            <a:r>
              <a:rPr kumimoji="1" lang="en-US" altLang="ja-JP" sz="1600" b="1" dirty="0">
                <a:solidFill>
                  <a:srgbClr val="000000"/>
                </a:solidFill>
                <a:effectLst>
                  <a:glow rad="127000">
                    <a:srgbClr val="FFFFFF"/>
                  </a:glow>
                </a:effectLst>
                <a:latin typeface="Meiryo UI" panose="020B0604030504040204" pitchFamily="50" charset="-128"/>
                <a:ea typeface="Meiryo UI" panose="020B0604030504040204" pitchFamily="50" charset="-128"/>
              </a:rPr>
              <a:t>S/4HANA</a:t>
            </a:r>
            <a:r>
              <a:rPr kumimoji="1" lang="ja-JP" altLang="en-US" sz="1600" b="1" dirty="0">
                <a:solidFill>
                  <a:srgbClr val="000000"/>
                </a:solidFill>
                <a:effectLst>
                  <a:glow rad="127000">
                    <a:srgbClr val="FFFFFF"/>
                  </a:glow>
                </a:effectLst>
                <a:latin typeface="Meiryo UI" panose="020B0604030504040204" pitchFamily="50" charset="-128"/>
                <a:ea typeface="Meiryo UI" panose="020B0604030504040204" pitchFamily="50" charset="-128"/>
              </a:rPr>
              <a:t>標準導入方法論「富士通版</a:t>
            </a:r>
            <a:r>
              <a:rPr kumimoji="1" lang="en-US" altLang="ja-JP" sz="1600" b="1" dirty="0">
                <a:solidFill>
                  <a:srgbClr val="000000"/>
                </a:solidFill>
                <a:effectLst>
                  <a:glow rad="127000">
                    <a:srgbClr val="FFFFFF"/>
                  </a:glow>
                </a:effectLst>
                <a:latin typeface="Meiryo UI" panose="020B0604030504040204" pitchFamily="50" charset="-128"/>
                <a:ea typeface="Meiryo UI" panose="020B0604030504040204" pitchFamily="50" charset="-128"/>
              </a:rPr>
              <a:t>Activate</a:t>
            </a:r>
            <a:r>
              <a:rPr kumimoji="1" lang="ja-JP" altLang="en-US" sz="1600" b="1" dirty="0">
                <a:solidFill>
                  <a:srgbClr val="000000"/>
                </a:solidFill>
                <a:effectLst>
                  <a:glow rad="127000">
                    <a:srgbClr val="FFFFFF"/>
                  </a:glow>
                </a:effectLst>
                <a:latin typeface="Meiryo UI" panose="020B0604030504040204" pitchFamily="50" charset="-128"/>
                <a:ea typeface="Meiryo UI" panose="020B0604030504040204" pitchFamily="50" charset="-128"/>
              </a:rPr>
              <a:t>」</a:t>
            </a:r>
            <a:endParaRPr kumimoji="1"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3" name="Rectangle 5">
            <a:extLst>
              <a:ext uri="{FF2B5EF4-FFF2-40B4-BE49-F238E27FC236}">
                <a16:creationId xmlns:a16="http://schemas.microsoft.com/office/drawing/2014/main" id="{87F8C2B6-DF8A-4BE5-A676-456E6AEC211B}"/>
              </a:ext>
            </a:extLst>
          </p:cNvPr>
          <p:cNvSpPr>
            <a:spLocks noChangeArrowheads="1"/>
          </p:cNvSpPr>
          <p:nvPr/>
        </p:nvSpPr>
        <p:spPr bwMode="gray">
          <a:xfrm>
            <a:off x="323528" y="3624365"/>
            <a:ext cx="8102854" cy="338400"/>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defTabSz="914400" fontAlgn="ctr">
              <a:spcBef>
                <a:spcPct val="0"/>
              </a:spcBef>
              <a:spcAft>
                <a:spcPct val="0"/>
              </a:spcAft>
            </a:pPr>
            <a:r>
              <a:rPr lang="ja-JP" altLang="en-US" sz="900" dirty="0">
                <a:solidFill>
                  <a:srgbClr val="000000"/>
                </a:solidFill>
                <a:latin typeface="Meiryo UI" panose="020B0604030504040204" pitchFamily="50" charset="-128"/>
                <a:ea typeface="Meiryo UI" panose="020B0604030504040204" pitchFamily="50" charset="-128"/>
              </a:rPr>
              <a:t>システム</a:t>
            </a:r>
            <a:endParaRPr lang="en-US" altLang="ja-JP" sz="900" dirty="0">
              <a:solidFill>
                <a:srgbClr val="000000"/>
              </a:solidFill>
              <a:latin typeface="Meiryo UI" panose="020B0604030504040204" pitchFamily="50" charset="-128"/>
              <a:ea typeface="Meiryo UI" panose="020B0604030504040204" pitchFamily="50" charset="-128"/>
            </a:endParaRPr>
          </a:p>
          <a:p>
            <a:pPr defTabSz="914400" fontAlgn="ctr">
              <a:spcBef>
                <a:spcPct val="0"/>
              </a:spcBef>
              <a:spcAft>
                <a:spcPct val="0"/>
              </a:spcAft>
            </a:pPr>
            <a:r>
              <a:rPr lang="ja-JP" altLang="en-US" sz="900" dirty="0">
                <a:solidFill>
                  <a:srgbClr val="000000"/>
                </a:solidFill>
                <a:latin typeface="Meiryo UI" panose="020B0604030504040204" pitchFamily="50" charset="-128"/>
                <a:ea typeface="Meiryo UI" panose="020B0604030504040204" pitchFamily="50" charset="-128"/>
              </a:rPr>
              <a:t>基盤</a:t>
            </a:r>
          </a:p>
        </p:txBody>
      </p:sp>
      <p:sp>
        <p:nvSpPr>
          <p:cNvPr id="94" name="Rectangle 5">
            <a:extLst>
              <a:ext uri="{FF2B5EF4-FFF2-40B4-BE49-F238E27FC236}">
                <a16:creationId xmlns:a16="http://schemas.microsoft.com/office/drawing/2014/main" id="{E059FF5B-9294-4953-81FC-61F79132C699}"/>
              </a:ext>
            </a:extLst>
          </p:cNvPr>
          <p:cNvSpPr>
            <a:spLocks noChangeArrowheads="1"/>
          </p:cNvSpPr>
          <p:nvPr/>
        </p:nvSpPr>
        <p:spPr bwMode="gray">
          <a:xfrm>
            <a:off x="323528" y="3285533"/>
            <a:ext cx="8102854" cy="338400"/>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defTabSz="914400" fontAlgn="ctr">
              <a:spcBef>
                <a:spcPct val="0"/>
              </a:spcBef>
              <a:spcAft>
                <a:spcPct val="0"/>
              </a:spcAft>
            </a:pPr>
            <a:r>
              <a:rPr lang="ja-JP" altLang="en-US" sz="900" dirty="0">
                <a:solidFill>
                  <a:srgbClr val="000000"/>
                </a:solidFill>
                <a:latin typeface="Meiryo UI" panose="020B0604030504040204" pitchFamily="50" charset="-128"/>
                <a:ea typeface="Meiryo UI" panose="020B0604030504040204" pitchFamily="50" charset="-128"/>
              </a:rPr>
              <a:t>移行・展開</a:t>
            </a:r>
          </a:p>
        </p:txBody>
      </p:sp>
      <p:sp>
        <p:nvSpPr>
          <p:cNvPr id="95" name="Rectangle 6">
            <a:extLst>
              <a:ext uri="{FF2B5EF4-FFF2-40B4-BE49-F238E27FC236}">
                <a16:creationId xmlns:a16="http://schemas.microsoft.com/office/drawing/2014/main" id="{192ADBD2-0D16-447E-A4B7-93C30C603EA6}"/>
              </a:ext>
            </a:extLst>
          </p:cNvPr>
          <p:cNvSpPr>
            <a:spLocks noChangeArrowheads="1"/>
          </p:cNvSpPr>
          <p:nvPr/>
        </p:nvSpPr>
        <p:spPr bwMode="gray">
          <a:xfrm>
            <a:off x="323528" y="3967845"/>
            <a:ext cx="8102854" cy="338400"/>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defTabSz="914400" fontAlgn="ctr">
              <a:spcBef>
                <a:spcPct val="0"/>
              </a:spcBef>
              <a:spcAft>
                <a:spcPct val="0"/>
              </a:spcAft>
            </a:pPr>
            <a:r>
              <a:rPr lang="ja-JP" altLang="en-US" sz="900" dirty="0">
                <a:solidFill>
                  <a:srgbClr val="000000"/>
                </a:solidFill>
                <a:latin typeface="Meiryo UI" panose="020B0604030504040204" pitchFamily="50" charset="-128"/>
                <a:ea typeface="Meiryo UI" panose="020B0604030504040204" pitchFamily="50" charset="-128"/>
              </a:rPr>
              <a:t>トレーニング</a:t>
            </a:r>
            <a:endParaRPr lang="en-US" altLang="ja-JP" sz="900" dirty="0">
              <a:solidFill>
                <a:srgbClr val="000000"/>
              </a:solidFill>
              <a:latin typeface="Meiryo UI" panose="020B0604030504040204" pitchFamily="50" charset="-128"/>
              <a:ea typeface="Meiryo UI" panose="020B0604030504040204" pitchFamily="50" charset="-128"/>
            </a:endParaRPr>
          </a:p>
        </p:txBody>
      </p:sp>
      <p:sp>
        <p:nvSpPr>
          <p:cNvPr id="96" name="Rectangle 7">
            <a:extLst>
              <a:ext uri="{FF2B5EF4-FFF2-40B4-BE49-F238E27FC236}">
                <a16:creationId xmlns:a16="http://schemas.microsoft.com/office/drawing/2014/main" id="{D0A63722-506B-45F3-9B65-20245BFC2396}"/>
              </a:ext>
            </a:extLst>
          </p:cNvPr>
          <p:cNvSpPr>
            <a:spLocks noChangeArrowheads="1"/>
          </p:cNvSpPr>
          <p:nvPr/>
        </p:nvSpPr>
        <p:spPr bwMode="gray">
          <a:xfrm>
            <a:off x="323528" y="2341540"/>
            <a:ext cx="8105327" cy="604810"/>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defTabSz="914400" fontAlgn="ctr">
              <a:spcBef>
                <a:spcPct val="0"/>
              </a:spcBef>
              <a:spcAft>
                <a:spcPct val="0"/>
              </a:spcAft>
            </a:pPr>
            <a:r>
              <a:rPr lang="ja-JP" altLang="en-US" sz="900" dirty="0">
                <a:solidFill>
                  <a:srgbClr val="000000"/>
                </a:solidFill>
                <a:latin typeface="Meiryo UI" panose="020B0604030504040204" pitchFamily="50" charset="-128"/>
                <a:ea typeface="Meiryo UI" panose="020B0604030504040204" pitchFamily="50" charset="-128"/>
              </a:rPr>
              <a:t>ビジネス</a:t>
            </a:r>
            <a:endParaRPr lang="en-US" altLang="ja-JP" sz="900" dirty="0">
              <a:solidFill>
                <a:srgbClr val="000000"/>
              </a:solidFill>
              <a:latin typeface="Meiryo UI" panose="020B0604030504040204" pitchFamily="50" charset="-128"/>
              <a:ea typeface="Meiryo UI" panose="020B0604030504040204" pitchFamily="50" charset="-128"/>
            </a:endParaRPr>
          </a:p>
          <a:p>
            <a:pPr defTabSz="914400" fontAlgn="ctr">
              <a:spcBef>
                <a:spcPct val="0"/>
              </a:spcBef>
              <a:spcAft>
                <a:spcPct val="0"/>
              </a:spcAft>
            </a:pPr>
            <a:r>
              <a:rPr lang="ja-JP" altLang="en-US" sz="900" dirty="0">
                <a:solidFill>
                  <a:srgbClr val="000000"/>
                </a:solidFill>
                <a:latin typeface="Meiryo UI" panose="020B0604030504040204" pitchFamily="50" charset="-128"/>
                <a:ea typeface="Meiryo UI" panose="020B0604030504040204" pitchFamily="50" charset="-128"/>
              </a:rPr>
              <a:t>プロセス</a:t>
            </a:r>
          </a:p>
        </p:txBody>
      </p:sp>
      <p:sp>
        <p:nvSpPr>
          <p:cNvPr id="97" name="Rectangle 8">
            <a:extLst>
              <a:ext uri="{FF2B5EF4-FFF2-40B4-BE49-F238E27FC236}">
                <a16:creationId xmlns:a16="http://schemas.microsoft.com/office/drawing/2014/main" id="{625E4477-D176-44C1-B797-D5F9314D022F}"/>
              </a:ext>
            </a:extLst>
          </p:cNvPr>
          <p:cNvSpPr>
            <a:spLocks noChangeArrowheads="1"/>
          </p:cNvSpPr>
          <p:nvPr/>
        </p:nvSpPr>
        <p:spPr bwMode="gray">
          <a:xfrm>
            <a:off x="323528" y="2948903"/>
            <a:ext cx="8102854" cy="338409"/>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defTabSz="914400" fontAlgn="ctr">
              <a:spcBef>
                <a:spcPct val="0"/>
              </a:spcBef>
              <a:spcAft>
                <a:spcPct val="0"/>
              </a:spcAft>
            </a:pPr>
            <a:r>
              <a:rPr lang="ja-JP" altLang="en-US" sz="900" dirty="0">
                <a:solidFill>
                  <a:srgbClr val="000000"/>
                </a:solidFill>
                <a:latin typeface="Meiryo UI" panose="020B0604030504040204" pitchFamily="50" charset="-128"/>
                <a:ea typeface="Meiryo UI" panose="020B0604030504040204" pitchFamily="50" charset="-128"/>
              </a:rPr>
              <a:t>アドオン</a:t>
            </a:r>
          </a:p>
          <a:p>
            <a:pPr defTabSz="914400" fontAlgn="ctr">
              <a:spcBef>
                <a:spcPct val="0"/>
              </a:spcBef>
              <a:spcAft>
                <a:spcPct val="0"/>
              </a:spcAft>
            </a:pPr>
            <a:r>
              <a:rPr lang="ja-JP" altLang="en-US" sz="900" dirty="0">
                <a:solidFill>
                  <a:srgbClr val="000000"/>
                </a:solidFill>
                <a:latin typeface="Meiryo UI" panose="020B0604030504040204" pitchFamily="50" charset="-128"/>
                <a:ea typeface="Meiryo UI" panose="020B0604030504040204" pitchFamily="50" charset="-128"/>
              </a:rPr>
              <a:t>開発</a:t>
            </a:r>
          </a:p>
        </p:txBody>
      </p:sp>
      <p:sp>
        <p:nvSpPr>
          <p:cNvPr id="98" name="Rectangle 6">
            <a:extLst>
              <a:ext uri="{FF2B5EF4-FFF2-40B4-BE49-F238E27FC236}">
                <a16:creationId xmlns:a16="http://schemas.microsoft.com/office/drawing/2014/main" id="{0FEB1CBC-BA96-456C-BCC4-F597C65FB247}"/>
              </a:ext>
            </a:extLst>
          </p:cNvPr>
          <p:cNvSpPr>
            <a:spLocks noChangeArrowheads="1"/>
          </p:cNvSpPr>
          <p:nvPr/>
        </p:nvSpPr>
        <p:spPr bwMode="gray">
          <a:xfrm>
            <a:off x="323528" y="4317725"/>
            <a:ext cx="8102854" cy="383204"/>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defTabSz="914400" fontAlgn="ctr">
              <a:spcBef>
                <a:spcPct val="0"/>
              </a:spcBef>
              <a:spcAft>
                <a:spcPct val="0"/>
              </a:spcAft>
            </a:pPr>
            <a:r>
              <a:rPr lang="en-US" altLang="ja-JP" sz="900" dirty="0">
                <a:solidFill>
                  <a:srgbClr val="000000"/>
                </a:solidFill>
                <a:latin typeface="Meiryo UI" panose="020B0604030504040204" pitchFamily="50" charset="-128"/>
                <a:ea typeface="Meiryo UI" panose="020B0604030504040204" pitchFamily="50" charset="-128"/>
              </a:rPr>
              <a:t>PM</a:t>
            </a:r>
          </a:p>
        </p:txBody>
      </p:sp>
      <p:sp>
        <p:nvSpPr>
          <p:cNvPr id="99" name="AutoShape 38">
            <a:extLst>
              <a:ext uri="{FF2B5EF4-FFF2-40B4-BE49-F238E27FC236}">
                <a16:creationId xmlns:a16="http://schemas.microsoft.com/office/drawing/2014/main" id="{F50ED9F0-AC98-4729-9C39-D36DFD55DB53}"/>
              </a:ext>
            </a:extLst>
          </p:cNvPr>
          <p:cNvSpPr>
            <a:spLocks noChangeArrowheads="1"/>
          </p:cNvSpPr>
          <p:nvPr/>
        </p:nvSpPr>
        <p:spPr bwMode="gray">
          <a:xfrm>
            <a:off x="1247921" y="2154882"/>
            <a:ext cx="1545158" cy="2589292"/>
          </a:xfrm>
          <a:prstGeom prst="homePlate">
            <a:avLst>
              <a:gd name="adj" fmla="val 7273"/>
            </a:avLst>
          </a:prstGeom>
          <a:solidFill>
            <a:srgbClr val="FFFFFF"/>
          </a:solidFill>
          <a:ln w="25400" cap="flat" cmpd="sng" algn="ctr">
            <a:solidFill>
              <a:srgbClr val="B1B1AC"/>
            </a:solidFill>
            <a:prstDash val="solid"/>
            <a:headEnd/>
            <a:tailEnd/>
          </a:ln>
          <a:effectLst/>
        </p:spPr>
        <p:txBody>
          <a:bodyPr wrap="none"/>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marL="0" marR="0" lvl="0" indent="0" algn="ctr" defTabSz="914400" eaLnBrk="1" fontAlgn="ctr" latinLnBrk="0" hangingPunct="1">
              <a:lnSpc>
                <a:spcPct val="100000"/>
              </a:lnSpc>
              <a:spcBef>
                <a:spcPct val="0"/>
              </a:spcBef>
              <a:spcAft>
                <a:spcPct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RD(</a:t>
            </a:r>
            <a:r>
              <a:rPr kumimoji="1"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要件定義</a:t>
            </a:r>
            <a:r>
              <a:rPr kumimoji="1"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p>
          <a:p>
            <a:pPr marL="0" marR="0" lvl="0" indent="0" algn="ctr" defTabSz="914400" eaLnBrk="1" fontAlgn="ctr" latinLnBrk="0" hangingPunct="1">
              <a:lnSpc>
                <a:spcPct val="100000"/>
              </a:lnSpc>
              <a:spcBef>
                <a:spcPct val="0"/>
              </a:spcBef>
              <a:spcAft>
                <a:spcPct val="0"/>
              </a:spcAft>
              <a:buClrTx/>
              <a:buSzTx/>
              <a:buFontTx/>
              <a:buNone/>
              <a:tabLst/>
              <a:defRPr/>
            </a:pPr>
            <a:endParaRPr kumimoji="1"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00" name="AutoShape 38">
            <a:extLst>
              <a:ext uri="{FF2B5EF4-FFF2-40B4-BE49-F238E27FC236}">
                <a16:creationId xmlns:a16="http://schemas.microsoft.com/office/drawing/2014/main" id="{34B9B224-8EA1-4AA0-831E-4B0DBF28DBD0}"/>
              </a:ext>
            </a:extLst>
          </p:cNvPr>
          <p:cNvSpPr>
            <a:spLocks noChangeArrowheads="1"/>
          </p:cNvSpPr>
          <p:nvPr/>
        </p:nvSpPr>
        <p:spPr bwMode="gray">
          <a:xfrm>
            <a:off x="2775144" y="2163477"/>
            <a:ext cx="1452790" cy="2589292"/>
          </a:xfrm>
          <a:prstGeom prst="homePlate">
            <a:avLst>
              <a:gd name="adj" fmla="val 12130"/>
            </a:avLst>
          </a:prstGeom>
          <a:solidFill>
            <a:srgbClr val="FFFFFF"/>
          </a:solidFill>
          <a:ln w="25400" cap="flat" cmpd="sng" algn="ctr">
            <a:solidFill>
              <a:srgbClr val="B1B1AC"/>
            </a:solidFill>
            <a:prstDash val="solid"/>
            <a:headEnd/>
            <a:tailEnd/>
          </a:ln>
          <a:effectLst/>
        </p:spPr>
        <p:txBody>
          <a:bodyPr wrap="none"/>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marL="0" marR="0" lvl="0" indent="0" algn="ctr" defTabSz="914400" eaLnBrk="1" fontAlgn="ctr" latinLnBrk="0" hangingPunct="1">
              <a:lnSpc>
                <a:spcPct val="100000"/>
              </a:lnSpc>
              <a:spcBef>
                <a:spcPct val="0"/>
              </a:spcBef>
              <a:spcAft>
                <a:spcPct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Explore</a:t>
            </a:r>
            <a:r>
              <a:rPr kumimoji="1"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（ビジネス設計）</a:t>
            </a:r>
          </a:p>
        </p:txBody>
      </p:sp>
      <p:sp>
        <p:nvSpPr>
          <p:cNvPr id="101" name="AutoShape 38">
            <a:extLst>
              <a:ext uri="{FF2B5EF4-FFF2-40B4-BE49-F238E27FC236}">
                <a16:creationId xmlns:a16="http://schemas.microsoft.com/office/drawing/2014/main" id="{00CF3883-9EEF-45C5-BE02-785842EAD0EC}"/>
              </a:ext>
            </a:extLst>
          </p:cNvPr>
          <p:cNvSpPr>
            <a:spLocks noChangeArrowheads="1"/>
          </p:cNvSpPr>
          <p:nvPr/>
        </p:nvSpPr>
        <p:spPr bwMode="gray">
          <a:xfrm>
            <a:off x="4207199" y="2157562"/>
            <a:ext cx="1452790" cy="2589292"/>
          </a:xfrm>
          <a:prstGeom prst="homePlate">
            <a:avLst>
              <a:gd name="adj" fmla="val 12130"/>
            </a:avLst>
          </a:prstGeom>
          <a:solidFill>
            <a:srgbClr val="FFFFFF"/>
          </a:solidFill>
          <a:ln w="25400" cap="flat" cmpd="sng" algn="ctr">
            <a:solidFill>
              <a:srgbClr val="B1B1AC"/>
            </a:solidFill>
            <a:prstDash val="solid"/>
            <a:headEnd/>
            <a:tailEnd/>
          </a:ln>
          <a:effectLst/>
        </p:spPr>
        <p:txBody>
          <a:bodyPr wrap="none"/>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marL="0" marR="0" lvl="0" indent="0" algn="ctr" defTabSz="914400" eaLnBrk="1" fontAlgn="ctr" latinLnBrk="0" hangingPunct="1">
              <a:lnSpc>
                <a:spcPct val="100000"/>
              </a:lnSpc>
              <a:spcBef>
                <a:spcPct val="0"/>
              </a:spcBef>
              <a:spcAft>
                <a:spcPct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Realize</a:t>
            </a:r>
            <a:r>
              <a:rPr kumimoji="1"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（実現化）</a:t>
            </a:r>
          </a:p>
        </p:txBody>
      </p:sp>
      <p:sp>
        <p:nvSpPr>
          <p:cNvPr id="102" name="AutoShape 38">
            <a:extLst>
              <a:ext uri="{FF2B5EF4-FFF2-40B4-BE49-F238E27FC236}">
                <a16:creationId xmlns:a16="http://schemas.microsoft.com/office/drawing/2014/main" id="{473D21B4-3569-4716-97BC-7978A7438F20}"/>
              </a:ext>
            </a:extLst>
          </p:cNvPr>
          <p:cNvSpPr>
            <a:spLocks noChangeArrowheads="1"/>
          </p:cNvSpPr>
          <p:nvPr/>
        </p:nvSpPr>
        <p:spPr bwMode="gray">
          <a:xfrm>
            <a:off x="5659180" y="2160481"/>
            <a:ext cx="1298729" cy="2589292"/>
          </a:xfrm>
          <a:prstGeom prst="homePlate">
            <a:avLst>
              <a:gd name="adj" fmla="val 8969"/>
            </a:avLst>
          </a:prstGeom>
          <a:solidFill>
            <a:srgbClr val="FFFFFF"/>
          </a:solidFill>
          <a:ln w="25400" cap="flat" cmpd="sng" algn="ctr">
            <a:solidFill>
              <a:srgbClr val="B1B1AC"/>
            </a:solidFill>
            <a:prstDash val="solid"/>
            <a:headEnd/>
            <a:tailEnd/>
          </a:ln>
          <a:effectLst/>
        </p:spPr>
        <p:txBody>
          <a:bodyPr wrap="none"/>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marL="0" marR="0" lvl="0" indent="0" algn="ctr" defTabSz="914400" eaLnBrk="1" fontAlgn="ctr" latinLnBrk="0" hangingPunct="1">
              <a:lnSpc>
                <a:spcPct val="100000"/>
              </a:lnSpc>
              <a:spcBef>
                <a:spcPct val="0"/>
              </a:spcBef>
              <a:spcAft>
                <a:spcPct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Test</a:t>
            </a:r>
            <a:r>
              <a:rPr kumimoji="1"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（テスト）</a:t>
            </a:r>
          </a:p>
        </p:txBody>
      </p:sp>
      <p:sp>
        <p:nvSpPr>
          <p:cNvPr id="103" name="AutoShape 38">
            <a:extLst>
              <a:ext uri="{FF2B5EF4-FFF2-40B4-BE49-F238E27FC236}">
                <a16:creationId xmlns:a16="http://schemas.microsoft.com/office/drawing/2014/main" id="{4556AC22-F346-4BA1-9D1A-DED30890CEEE}"/>
              </a:ext>
            </a:extLst>
          </p:cNvPr>
          <p:cNvSpPr>
            <a:spLocks noChangeArrowheads="1"/>
          </p:cNvSpPr>
          <p:nvPr/>
        </p:nvSpPr>
        <p:spPr bwMode="gray">
          <a:xfrm>
            <a:off x="6948264" y="2160481"/>
            <a:ext cx="1361245" cy="2589292"/>
          </a:xfrm>
          <a:prstGeom prst="homePlate">
            <a:avLst>
              <a:gd name="adj" fmla="val 12130"/>
            </a:avLst>
          </a:prstGeom>
          <a:solidFill>
            <a:srgbClr val="FFFFFF"/>
          </a:solidFill>
          <a:ln w="25400" cap="flat" cmpd="sng" algn="ctr">
            <a:solidFill>
              <a:srgbClr val="B1B1AC"/>
            </a:solidFill>
            <a:prstDash val="solid"/>
            <a:headEnd/>
            <a:tailEnd/>
          </a:ln>
          <a:effectLst/>
        </p:spPr>
        <p:txBody>
          <a:bodyPr wrap="none"/>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marL="0" marR="0" lvl="0" indent="0" algn="ctr" defTabSz="914400" eaLnBrk="1" fontAlgn="ctr" latinLnBrk="0" hangingPunct="1">
              <a:lnSpc>
                <a:spcPct val="100000"/>
              </a:lnSpc>
              <a:spcBef>
                <a:spcPct val="0"/>
              </a:spcBef>
              <a:spcAft>
                <a:spcPct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Deploy</a:t>
            </a:r>
            <a:r>
              <a:rPr kumimoji="1"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（展開）</a:t>
            </a:r>
          </a:p>
        </p:txBody>
      </p:sp>
      <p:sp>
        <p:nvSpPr>
          <p:cNvPr id="104" name="AutoShape 69">
            <a:extLst>
              <a:ext uri="{FF2B5EF4-FFF2-40B4-BE49-F238E27FC236}">
                <a16:creationId xmlns:a16="http://schemas.microsoft.com/office/drawing/2014/main" id="{64DD0CA5-D3C7-4922-B73A-9064D45B3AA4}"/>
              </a:ext>
            </a:extLst>
          </p:cNvPr>
          <p:cNvSpPr>
            <a:spLocks noChangeArrowheads="1"/>
          </p:cNvSpPr>
          <p:nvPr/>
        </p:nvSpPr>
        <p:spPr bwMode="gray">
          <a:xfrm>
            <a:off x="1290476" y="4364082"/>
            <a:ext cx="512762" cy="313684"/>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en-US" altLang="ja-JP" sz="600" dirty="0">
                <a:solidFill>
                  <a:srgbClr val="000000"/>
                </a:solidFill>
                <a:latin typeface="Meiryo UI" panose="020B0604030504040204" pitchFamily="50" charset="-128"/>
                <a:ea typeface="Meiryo UI" panose="020B0604030504040204" pitchFamily="50" charset="-128"/>
              </a:rPr>
              <a:t>PJ</a:t>
            </a:r>
            <a:r>
              <a:rPr lang="ja-JP" altLang="en-US" sz="600" dirty="0">
                <a:solidFill>
                  <a:srgbClr val="000000"/>
                </a:solidFill>
                <a:latin typeface="Meiryo UI" panose="020B0604030504040204" pitchFamily="50" charset="-128"/>
                <a:ea typeface="Meiryo UI" panose="020B0604030504040204" pitchFamily="50" charset="-128"/>
              </a:rPr>
              <a:t>計画</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策定・準備</a:t>
            </a:r>
          </a:p>
        </p:txBody>
      </p:sp>
      <p:sp>
        <p:nvSpPr>
          <p:cNvPr id="105" name="AutoShape 67">
            <a:extLst>
              <a:ext uri="{FF2B5EF4-FFF2-40B4-BE49-F238E27FC236}">
                <a16:creationId xmlns:a16="http://schemas.microsoft.com/office/drawing/2014/main" id="{24252D2B-412A-41FD-AB2A-56093F1974F7}"/>
              </a:ext>
            </a:extLst>
          </p:cNvPr>
          <p:cNvSpPr>
            <a:spLocks noChangeArrowheads="1"/>
          </p:cNvSpPr>
          <p:nvPr/>
        </p:nvSpPr>
        <p:spPr bwMode="gray">
          <a:xfrm>
            <a:off x="1281827" y="2397544"/>
            <a:ext cx="508612" cy="237600"/>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プロジェクト</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チーム立上げ</a:t>
            </a:r>
          </a:p>
        </p:txBody>
      </p:sp>
      <p:sp>
        <p:nvSpPr>
          <p:cNvPr id="106" name="AutoShape 54">
            <a:extLst>
              <a:ext uri="{FF2B5EF4-FFF2-40B4-BE49-F238E27FC236}">
                <a16:creationId xmlns:a16="http://schemas.microsoft.com/office/drawing/2014/main" id="{3CFC66E0-D310-4325-8ABA-89B4AFB29CF0}"/>
              </a:ext>
            </a:extLst>
          </p:cNvPr>
          <p:cNvSpPr>
            <a:spLocks noChangeArrowheads="1"/>
          </p:cNvSpPr>
          <p:nvPr/>
        </p:nvSpPr>
        <p:spPr bwMode="gray">
          <a:xfrm>
            <a:off x="1873819" y="3633406"/>
            <a:ext cx="853193" cy="144000"/>
          </a:xfrm>
          <a:prstGeom prst="homePlate">
            <a:avLst>
              <a:gd name="adj" fmla="val 12471"/>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テクニカル要件定義</a:t>
            </a:r>
          </a:p>
        </p:txBody>
      </p:sp>
      <p:sp>
        <p:nvSpPr>
          <p:cNvPr id="107" name="AutoShape 26">
            <a:extLst>
              <a:ext uri="{FF2B5EF4-FFF2-40B4-BE49-F238E27FC236}">
                <a16:creationId xmlns:a16="http://schemas.microsoft.com/office/drawing/2014/main" id="{0DF4DB80-5C11-40C5-BAF3-2524BE4FD461}"/>
              </a:ext>
            </a:extLst>
          </p:cNvPr>
          <p:cNvSpPr>
            <a:spLocks noChangeArrowheads="1"/>
          </p:cNvSpPr>
          <p:nvPr/>
        </p:nvSpPr>
        <p:spPr bwMode="gray">
          <a:xfrm>
            <a:off x="1822926" y="2398727"/>
            <a:ext cx="848090" cy="252000"/>
          </a:xfrm>
          <a:prstGeom prst="homePlate">
            <a:avLst>
              <a:gd name="adj" fmla="val 28156"/>
            </a:avLst>
          </a:prstGeom>
          <a:solidFill>
            <a:srgbClr val="EBEBEB"/>
          </a:solidFill>
          <a:ln w="9525" algn="ctr">
            <a:solidFill>
              <a:srgbClr val="505050"/>
            </a:solidFill>
            <a:miter lim="800000"/>
            <a:headEnd/>
            <a:tailEnd/>
          </a:ln>
        </p:spPr>
        <p:txBody>
          <a:bodyPr wrap="none" tIns="10800" anchor="t"/>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プロト</a:t>
            </a:r>
            <a:r>
              <a:rPr lang="en-US" altLang="ja-JP" sz="600" dirty="0">
                <a:solidFill>
                  <a:srgbClr val="000000"/>
                </a:solidFill>
                <a:latin typeface="Meiryo UI" panose="020B0604030504040204" pitchFamily="50" charset="-128"/>
                <a:ea typeface="Meiryo UI" panose="020B0604030504040204" pitchFamily="50" charset="-128"/>
              </a:rPr>
              <a:t>0&amp;1</a:t>
            </a:r>
            <a:endParaRPr lang="ja-JP" altLang="en-US" sz="600" dirty="0">
              <a:solidFill>
                <a:srgbClr val="000000"/>
              </a:solidFill>
              <a:latin typeface="Meiryo UI" panose="020B0604030504040204" pitchFamily="50" charset="-128"/>
              <a:ea typeface="Meiryo UI" panose="020B0604030504040204" pitchFamily="50" charset="-128"/>
            </a:endParaRPr>
          </a:p>
        </p:txBody>
      </p:sp>
      <p:sp>
        <p:nvSpPr>
          <p:cNvPr id="108" name="AutoShape 27">
            <a:extLst>
              <a:ext uri="{FF2B5EF4-FFF2-40B4-BE49-F238E27FC236}">
                <a16:creationId xmlns:a16="http://schemas.microsoft.com/office/drawing/2014/main" id="{C4F88697-CB24-4759-B5F8-840D6AE4D673}"/>
              </a:ext>
            </a:extLst>
          </p:cNvPr>
          <p:cNvSpPr>
            <a:spLocks noChangeArrowheads="1"/>
          </p:cNvSpPr>
          <p:nvPr/>
        </p:nvSpPr>
        <p:spPr bwMode="gray">
          <a:xfrm>
            <a:off x="2813750" y="2396610"/>
            <a:ext cx="1254101" cy="252000"/>
          </a:xfrm>
          <a:prstGeom prst="homePlate">
            <a:avLst>
              <a:gd name="adj" fmla="val 42944"/>
            </a:avLst>
          </a:prstGeom>
          <a:solidFill>
            <a:srgbClr val="EBEBEB"/>
          </a:solidFill>
          <a:ln w="9525" algn="ctr">
            <a:solidFill>
              <a:srgbClr val="505050"/>
            </a:solidFill>
            <a:miter lim="800000"/>
            <a:headEnd/>
            <a:tailEnd/>
          </a:ln>
        </p:spPr>
        <p:txBody>
          <a:bodyPr wrap="none" tIns="10800" anchor="t"/>
          <a:lstStyle/>
          <a:p>
            <a:pPr algn="ctr" defTabSz="914400" fontAlgn="base">
              <a:spcBef>
                <a:spcPct val="0"/>
              </a:spcBef>
              <a:spcAft>
                <a:spcPct val="0"/>
              </a:spcAft>
            </a:pPr>
            <a:r>
              <a:rPr kumimoji="1" lang="ja-JP" altLang="en-US" sz="600" dirty="0">
                <a:solidFill>
                  <a:srgbClr val="000000"/>
                </a:solidFill>
                <a:latin typeface="Meiryo UI" panose="020B0604030504040204" pitchFamily="50" charset="-128"/>
                <a:ea typeface="Meiryo UI" panose="020B0604030504040204" pitchFamily="50" charset="-128"/>
              </a:rPr>
              <a:t>プロト</a:t>
            </a:r>
            <a:r>
              <a:rPr kumimoji="1" lang="en-US" altLang="ja-JP" sz="600" dirty="0">
                <a:solidFill>
                  <a:srgbClr val="000000"/>
                </a:solidFill>
                <a:latin typeface="Meiryo UI" panose="020B0604030504040204" pitchFamily="50" charset="-128"/>
                <a:ea typeface="Meiryo UI" panose="020B0604030504040204" pitchFamily="50" charset="-128"/>
              </a:rPr>
              <a:t>2</a:t>
            </a:r>
            <a:endParaRPr kumimoji="1" lang="ja-JP" altLang="en-US" sz="600" dirty="0">
              <a:solidFill>
                <a:srgbClr val="000000"/>
              </a:solidFill>
              <a:latin typeface="Meiryo UI" panose="020B0604030504040204" pitchFamily="50" charset="-128"/>
              <a:ea typeface="Meiryo UI" panose="020B0604030504040204" pitchFamily="50" charset="-128"/>
            </a:endParaRPr>
          </a:p>
        </p:txBody>
      </p:sp>
      <p:sp>
        <p:nvSpPr>
          <p:cNvPr id="109" name="AutoShape 16">
            <a:extLst>
              <a:ext uri="{FF2B5EF4-FFF2-40B4-BE49-F238E27FC236}">
                <a16:creationId xmlns:a16="http://schemas.microsoft.com/office/drawing/2014/main" id="{A87F3A9C-ADA9-4FD0-B911-9E9AA742D8DB}"/>
              </a:ext>
            </a:extLst>
          </p:cNvPr>
          <p:cNvSpPr>
            <a:spLocks noChangeArrowheads="1"/>
          </p:cNvSpPr>
          <p:nvPr/>
        </p:nvSpPr>
        <p:spPr bwMode="gray">
          <a:xfrm>
            <a:off x="5250957" y="2387192"/>
            <a:ext cx="281837" cy="854537"/>
          </a:xfrm>
          <a:prstGeom prst="homePlate">
            <a:avLst>
              <a:gd name="adj" fmla="val 9875"/>
            </a:avLst>
          </a:prstGeom>
          <a:solidFill>
            <a:srgbClr val="EBEBEB"/>
          </a:solidFill>
          <a:ln w="9525" algn="ctr">
            <a:solidFill>
              <a:srgbClr val="505050"/>
            </a:solidFill>
            <a:miter lim="800000"/>
            <a:headEnd/>
            <a:tailEnd/>
          </a:ln>
        </p:spPr>
        <p:txBody>
          <a:bodyPr wrap="none"/>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結合</a:t>
            </a: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テスト</a:t>
            </a:r>
          </a:p>
        </p:txBody>
      </p:sp>
      <p:sp>
        <p:nvSpPr>
          <p:cNvPr id="110" name="AutoShape 20">
            <a:extLst>
              <a:ext uri="{FF2B5EF4-FFF2-40B4-BE49-F238E27FC236}">
                <a16:creationId xmlns:a16="http://schemas.microsoft.com/office/drawing/2014/main" id="{5401046B-0BC5-4FDF-9D85-2180FE06D1AC}"/>
              </a:ext>
            </a:extLst>
          </p:cNvPr>
          <p:cNvSpPr>
            <a:spLocks noChangeArrowheads="1"/>
          </p:cNvSpPr>
          <p:nvPr/>
        </p:nvSpPr>
        <p:spPr bwMode="gray">
          <a:xfrm>
            <a:off x="2821825" y="2898280"/>
            <a:ext cx="1264639" cy="355732"/>
          </a:xfrm>
          <a:prstGeom prst="homePlate">
            <a:avLst>
              <a:gd name="adj" fmla="val 16965"/>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アドオン概要設計</a:t>
            </a:r>
            <a:endParaRPr lang="en-US" altLang="ja-JP" sz="600" dirty="0">
              <a:solidFill>
                <a:srgbClr val="000000"/>
              </a:solidFill>
              <a:latin typeface="Meiryo UI" panose="020B0604030504040204" pitchFamily="50" charset="-128"/>
              <a:ea typeface="Meiryo UI" panose="020B0604030504040204" pitchFamily="50" charset="-128"/>
            </a:endParaRPr>
          </a:p>
        </p:txBody>
      </p:sp>
      <p:sp>
        <p:nvSpPr>
          <p:cNvPr id="111" name="AutoShape 32">
            <a:extLst>
              <a:ext uri="{FF2B5EF4-FFF2-40B4-BE49-F238E27FC236}">
                <a16:creationId xmlns:a16="http://schemas.microsoft.com/office/drawing/2014/main" id="{783CBDA7-723A-4ECA-9A89-B418C12A8055}"/>
              </a:ext>
            </a:extLst>
          </p:cNvPr>
          <p:cNvSpPr>
            <a:spLocks noChangeArrowheads="1"/>
          </p:cNvSpPr>
          <p:nvPr/>
        </p:nvSpPr>
        <p:spPr bwMode="gray">
          <a:xfrm>
            <a:off x="6388440" y="2373955"/>
            <a:ext cx="454858" cy="867773"/>
          </a:xfrm>
          <a:prstGeom prst="homePlate">
            <a:avLst>
              <a:gd name="adj" fmla="val 9875"/>
            </a:avLst>
          </a:prstGeom>
          <a:solidFill>
            <a:srgbClr val="EBEBEB"/>
          </a:solidFill>
          <a:ln w="9525" algn="ctr">
            <a:solidFill>
              <a:srgbClr val="505050"/>
            </a:solidFill>
            <a:miter lim="800000"/>
            <a:headEnd/>
            <a:tailEnd/>
          </a:ln>
        </p:spPr>
        <p:txBody>
          <a:bodyPr wrap="none"/>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運用</a:t>
            </a: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テスト</a:t>
            </a: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a:t>
            </a:r>
            <a:r>
              <a:rPr lang="en-US" altLang="ja-JP" sz="600" dirty="0">
                <a:solidFill>
                  <a:srgbClr val="000000"/>
                </a:solidFill>
                <a:latin typeface="Meiryo UI" panose="020B0604030504040204" pitchFamily="50" charset="-128"/>
                <a:ea typeface="Meiryo UI" panose="020B0604030504040204" pitchFamily="50" charset="-128"/>
              </a:rPr>
              <a:t>OT</a:t>
            </a:r>
            <a:r>
              <a:rPr lang="ja-JP" altLang="en-US" sz="600" dirty="0">
                <a:solidFill>
                  <a:srgbClr val="000000"/>
                </a:solidFill>
                <a:latin typeface="Meiryo UI" panose="020B0604030504040204" pitchFamily="50" charset="-128"/>
                <a:ea typeface="Meiryo UI" panose="020B0604030504040204" pitchFamily="50" charset="-128"/>
              </a:rPr>
              <a:t>）</a:t>
            </a:r>
          </a:p>
        </p:txBody>
      </p:sp>
      <p:sp>
        <p:nvSpPr>
          <p:cNvPr id="112" name="AutoShape 58">
            <a:extLst>
              <a:ext uri="{FF2B5EF4-FFF2-40B4-BE49-F238E27FC236}">
                <a16:creationId xmlns:a16="http://schemas.microsoft.com/office/drawing/2014/main" id="{6B5D6C91-61A5-4F68-9927-EAC164FA872F}"/>
              </a:ext>
            </a:extLst>
          </p:cNvPr>
          <p:cNvSpPr>
            <a:spLocks noChangeArrowheads="1"/>
          </p:cNvSpPr>
          <p:nvPr/>
        </p:nvSpPr>
        <p:spPr bwMode="gray">
          <a:xfrm>
            <a:off x="5959636" y="2373509"/>
            <a:ext cx="414307" cy="868220"/>
          </a:xfrm>
          <a:prstGeom prst="homePlate">
            <a:avLst>
              <a:gd name="adj" fmla="val 9875"/>
            </a:avLst>
          </a:prstGeom>
          <a:solidFill>
            <a:srgbClr val="EBEBEB"/>
          </a:solidFill>
          <a:ln w="9525" algn="ctr">
            <a:solidFill>
              <a:srgbClr val="505050"/>
            </a:solidFill>
            <a:miter lim="800000"/>
            <a:headEnd/>
            <a:tailEnd/>
          </a:ln>
        </p:spPr>
        <p:txBody>
          <a:bodyPr wrap="none"/>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統合</a:t>
            </a: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テスト</a:t>
            </a: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a:t>
            </a:r>
            <a:r>
              <a:rPr lang="en-US" altLang="ja-JP" sz="600" dirty="0">
                <a:solidFill>
                  <a:srgbClr val="000000"/>
                </a:solidFill>
                <a:latin typeface="Meiryo UI" panose="020B0604030504040204" pitchFamily="50" charset="-128"/>
                <a:ea typeface="Meiryo UI" panose="020B0604030504040204" pitchFamily="50" charset="-128"/>
              </a:rPr>
              <a:t>ST</a:t>
            </a:r>
            <a:r>
              <a:rPr lang="ja-JP" altLang="en-US" sz="600" dirty="0">
                <a:solidFill>
                  <a:srgbClr val="000000"/>
                </a:solidFill>
                <a:latin typeface="Meiryo UI" panose="020B0604030504040204" pitchFamily="50" charset="-128"/>
                <a:ea typeface="Meiryo UI" panose="020B0604030504040204" pitchFamily="50" charset="-128"/>
              </a:rPr>
              <a:t>）</a:t>
            </a:r>
          </a:p>
          <a:p>
            <a:pPr algn="ctr" defTabSz="914400" fontAlgn="ctr">
              <a:spcBef>
                <a:spcPct val="0"/>
              </a:spcBef>
              <a:spcAft>
                <a:spcPct val="0"/>
              </a:spcAft>
            </a:pPr>
            <a:endParaRPr lang="en-US" altLang="ja-JP" sz="600" dirty="0">
              <a:solidFill>
                <a:srgbClr val="000000"/>
              </a:solidFill>
              <a:latin typeface="Meiryo UI" panose="020B0604030504040204" pitchFamily="50" charset="-128"/>
              <a:ea typeface="Meiryo UI" panose="020B0604030504040204" pitchFamily="50" charset="-128"/>
            </a:endParaRPr>
          </a:p>
        </p:txBody>
      </p:sp>
      <p:sp>
        <p:nvSpPr>
          <p:cNvPr id="113" name="AutoShape 60">
            <a:extLst>
              <a:ext uri="{FF2B5EF4-FFF2-40B4-BE49-F238E27FC236}">
                <a16:creationId xmlns:a16="http://schemas.microsoft.com/office/drawing/2014/main" id="{2292E6A6-C7FB-4FE5-B72D-545E0D460B9D}"/>
              </a:ext>
            </a:extLst>
          </p:cNvPr>
          <p:cNvSpPr>
            <a:spLocks noChangeArrowheads="1"/>
          </p:cNvSpPr>
          <p:nvPr/>
        </p:nvSpPr>
        <p:spPr bwMode="gray">
          <a:xfrm>
            <a:off x="6003129" y="2990268"/>
            <a:ext cx="320155" cy="224355"/>
          </a:xfrm>
          <a:prstGeom prst="homePlate">
            <a:avLst>
              <a:gd name="adj" fmla="val 14359"/>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非機能</a:t>
            </a:r>
          </a:p>
        </p:txBody>
      </p:sp>
      <p:sp>
        <p:nvSpPr>
          <p:cNvPr id="114" name="AutoShape 45">
            <a:extLst>
              <a:ext uri="{FF2B5EF4-FFF2-40B4-BE49-F238E27FC236}">
                <a16:creationId xmlns:a16="http://schemas.microsoft.com/office/drawing/2014/main" id="{E1BB6D54-C2A7-4CB8-809D-FCF41D1B7FD0}"/>
              </a:ext>
            </a:extLst>
          </p:cNvPr>
          <p:cNvSpPr>
            <a:spLocks noChangeArrowheads="1"/>
          </p:cNvSpPr>
          <p:nvPr/>
        </p:nvSpPr>
        <p:spPr bwMode="gray">
          <a:xfrm>
            <a:off x="2809482" y="3802510"/>
            <a:ext cx="1258370" cy="136563"/>
          </a:xfrm>
          <a:prstGeom prst="homePlate">
            <a:avLst>
              <a:gd name="adj" fmla="val 16648"/>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開発機構築</a:t>
            </a:r>
          </a:p>
        </p:txBody>
      </p:sp>
      <p:sp>
        <p:nvSpPr>
          <p:cNvPr id="115" name="AutoShape 32">
            <a:extLst>
              <a:ext uri="{FF2B5EF4-FFF2-40B4-BE49-F238E27FC236}">
                <a16:creationId xmlns:a16="http://schemas.microsoft.com/office/drawing/2014/main" id="{64CA75E2-BD70-4A66-9B1B-AB456735406B}"/>
              </a:ext>
            </a:extLst>
          </p:cNvPr>
          <p:cNvSpPr>
            <a:spLocks noChangeArrowheads="1"/>
          </p:cNvSpPr>
          <p:nvPr/>
        </p:nvSpPr>
        <p:spPr bwMode="gray">
          <a:xfrm>
            <a:off x="7415872" y="2370971"/>
            <a:ext cx="405526" cy="1585843"/>
          </a:xfrm>
          <a:prstGeom prst="homePlate">
            <a:avLst>
              <a:gd name="adj" fmla="val 9875"/>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本番</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切替</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　</a:t>
            </a:r>
          </a:p>
        </p:txBody>
      </p:sp>
      <p:sp>
        <p:nvSpPr>
          <p:cNvPr id="116" name="AutoShape 23">
            <a:extLst>
              <a:ext uri="{FF2B5EF4-FFF2-40B4-BE49-F238E27FC236}">
                <a16:creationId xmlns:a16="http://schemas.microsoft.com/office/drawing/2014/main" id="{EB48AD40-B7DE-46C5-9E70-000EEF3AB5A0}"/>
              </a:ext>
            </a:extLst>
          </p:cNvPr>
          <p:cNvSpPr>
            <a:spLocks noChangeArrowheads="1"/>
          </p:cNvSpPr>
          <p:nvPr/>
        </p:nvSpPr>
        <p:spPr bwMode="gray">
          <a:xfrm>
            <a:off x="4243895" y="4207840"/>
            <a:ext cx="2618061" cy="144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サポートセンター計画・準備</a:t>
            </a:r>
          </a:p>
        </p:txBody>
      </p:sp>
      <p:sp>
        <p:nvSpPr>
          <p:cNvPr id="117" name="AutoShape 23">
            <a:extLst>
              <a:ext uri="{FF2B5EF4-FFF2-40B4-BE49-F238E27FC236}">
                <a16:creationId xmlns:a16="http://schemas.microsoft.com/office/drawing/2014/main" id="{6F6086A3-6D0C-4C69-93D1-4DB4B8AF0D5D}"/>
              </a:ext>
            </a:extLst>
          </p:cNvPr>
          <p:cNvSpPr>
            <a:spLocks noChangeArrowheads="1"/>
          </p:cNvSpPr>
          <p:nvPr/>
        </p:nvSpPr>
        <p:spPr bwMode="gray">
          <a:xfrm>
            <a:off x="6975537" y="4021408"/>
            <a:ext cx="645734" cy="144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トレーニング実施</a:t>
            </a:r>
            <a:endParaRPr lang="en-US" altLang="ja-JP" sz="600" dirty="0">
              <a:solidFill>
                <a:srgbClr val="000000"/>
              </a:solidFill>
              <a:latin typeface="Meiryo UI" panose="020B0604030504040204" pitchFamily="50" charset="-128"/>
              <a:ea typeface="Meiryo UI" panose="020B0604030504040204" pitchFamily="50" charset="-128"/>
            </a:endParaRPr>
          </a:p>
        </p:txBody>
      </p:sp>
      <p:sp>
        <p:nvSpPr>
          <p:cNvPr id="118" name="AutoShape 32">
            <a:extLst>
              <a:ext uri="{FF2B5EF4-FFF2-40B4-BE49-F238E27FC236}">
                <a16:creationId xmlns:a16="http://schemas.microsoft.com/office/drawing/2014/main" id="{6FEBF0C5-B7C4-4075-8BC5-386F2FFB9247}"/>
              </a:ext>
            </a:extLst>
          </p:cNvPr>
          <p:cNvSpPr>
            <a:spLocks noChangeArrowheads="1"/>
          </p:cNvSpPr>
          <p:nvPr/>
        </p:nvSpPr>
        <p:spPr bwMode="gray">
          <a:xfrm>
            <a:off x="7825263" y="2368430"/>
            <a:ext cx="381168" cy="1590924"/>
          </a:xfrm>
          <a:prstGeom prst="homePlate">
            <a:avLst>
              <a:gd name="adj" fmla="val 9875"/>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本稼働後</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サポート</a:t>
            </a:r>
          </a:p>
        </p:txBody>
      </p:sp>
      <p:sp>
        <p:nvSpPr>
          <p:cNvPr id="119" name="AutoShape 69">
            <a:extLst>
              <a:ext uri="{FF2B5EF4-FFF2-40B4-BE49-F238E27FC236}">
                <a16:creationId xmlns:a16="http://schemas.microsoft.com/office/drawing/2014/main" id="{3E0CDAE9-A695-4DAE-870D-5FFC61B19FE8}"/>
              </a:ext>
            </a:extLst>
          </p:cNvPr>
          <p:cNvSpPr>
            <a:spLocks noChangeArrowheads="1"/>
          </p:cNvSpPr>
          <p:nvPr/>
        </p:nvSpPr>
        <p:spPr bwMode="gray">
          <a:xfrm>
            <a:off x="1822926" y="4523402"/>
            <a:ext cx="6345281" cy="154363"/>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プロジェクトの実施、監視、コントロール</a:t>
            </a:r>
          </a:p>
        </p:txBody>
      </p:sp>
      <p:sp>
        <p:nvSpPr>
          <p:cNvPr id="120" name="テキスト ボックス 119">
            <a:extLst>
              <a:ext uri="{FF2B5EF4-FFF2-40B4-BE49-F238E27FC236}">
                <a16:creationId xmlns:a16="http://schemas.microsoft.com/office/drawing/2014/main" id="{D9AB004B-8DFF-4521-A36F-7CC303330939}"/>
              </a:ext>
            </a:extLst>
          </p:cNvPr>
          <p:cNvSpPr txBox="1"/>
          <p:nvPr/>
        </p:nvSpPr>
        <p:spPr>
          <a:xfrm>
            <a:off x="1541259" y="4173442"/>
            <a:ext cx="545341" cy="338554"/>
          </a:xfrm>
          <a:prstGeom prst="rect">
            <a:avLst/>
          </a:prstGeom>
          <a:noFill/>
        </p:spPr>
        <p:txBody>
          <a:bodyPr wrap="none" rtlCol="0">
            <a:spAutoFit/>
          </a:bodyPr>
          <a:lstStyle/>
          <a:p>
            <a:pPr algn="ctr" defTabSz="914400" fontAlgn="ctr">
              <a:spcBef>
                <a:spcPct val="0"/>
              </a:spcBef>
              <a:spcAft>
                <a:spcPct val="0"/>
              </a:spcAft>
            </a:pPr>
            <a:r>
              <a:rPr kumimoji="1" lang="ja-JP" altLang="en-US" sz="800" dirty="0">
                <a:solidFill>
                  <a:srgbClr val="000000"/>
                </a:solidFill>
                <a:latin typeface="Meiryo UI" panose="020B0604030504040204" pitchFamily="50" charset="-128"/>
                <a:ea typeface="Meiryo UI" panose="020B0604030504040204" pitchFamily="50" charset="-128"/>
              </a:rPr>
              <a:t>キックオフ</a:t>
            </a:r>
            <a:endParaRPr kumimoji="1" lang="en-US" altLang="ja-JP" sz="800" dirty="0">
              <a:solidFill>
                <a:srgbClr val="000000"/>
              </a:solidFill>
              <a:latin typeface="Meiryo UI" panose="020B0604030504040204" pitchFamily="50" charset="-128"/>
              <a:ea typeface="Meiryo UI" panose="020B0604030504040204" pitchFamily="50" charset="-128"/>
            </a:endParaRPr>
          </a:p>
          <a:p>
            <a:pPr algn="ctr" defTabSz="914400" fontAlgn="ctr">
              <a:spcBef>
                <a:spcPct val="0"/>
              </a:spcBef>
              <a:spcAft>
                <a:spcPct val="0"/>
              </a:spcAft>
            </a:pPr>
            <a:r>
              <a:rPr kumimoji="1" lang="ja-JP" altLang="en-US" sz="800" dirty="0">
                <a:solidFill>
                  <a:srgbClr val="000000"/>
                </a:solidFill>
                <a:latin typeface="Meiryo UI" panose="020B0604030504040204" pitchFamily="50" charset="-128"/>
                <a:ea typeface="Meiryo UI" panose="020B0604030504040204" pitchFamily="50" charset="-128"/>
              </a:rPr>
              <a:t>▼</a:t>
            </a:r>
          </a:p>
        </p:txBody>
      </p:sp>
      <p:sp>
        <p:nvSpPr>
          <p:cNvPr id="121" name="テキスト ボックス 120">
            <a:extLst>
              <a:ext uri="{FF2B5EF4-FFF2-40B4-BE49-F238E27FC236}">
                <a16:creationId xmlns:a16="http://schemas.microsoft.com/office/drawing/2014/main" id="{38E89ADA-5DC4-4D63-AFA9-79F09AD28230}"/>
              </a:ext>
            </a:extLst>
          </p:cNvPr>
          <p:cNvSpPr txBox="1"/>
          <p:nvPr/>
        </p:nvSpPr>
        <p:spPr>
          <a:xfrm>
            <a:off x="4889573" y="4312842"/>
            <a:ext cx="697627" cy="215444"/>
          </a:xfrm>
          <a:prstGeom prst="rect">
            <a:avLst/>
          </a:prstGeom>
          <a:noFill/>
        </p:spPr>
        <p:txBody>
          <a:bodyPr wrap="none" rtlCol="0">
            <a:spAutoFit/>
          </a:bodyPr>
          <a:lstStyle/>
          <a:p>
            <a:pPr algn="ctr" defTabSz="914400" fontAlgn="ctr">
              <a:spcBef>
                <a:spcPct val="0"/>
              </a:spcBef>
              <a:spcAft>
                <a:spcPct val="0"/>
              </a:spcAft>
            </a:pPr>
            <a:r>
              <a:rPr kumimoji="1" lang="ja-JP" altLang="en-US" sz="800" dirty="0">
                <a:solidFill>
                  <a:srgbClr val="000000"/>
                </a:solidFill>
                <a:latin typeface="Meiryo UI" panose="020B0604030504040204" pitchFamily="50" charset="-128"/>
                <a:ea typeface="Meiryo UI" panose="020B0604030504040204" pitchFamily="50" charset="-128"/>
              </a:rPr>
              <a:t>工程判定▼</a:t>
            </a:r>
          </a:p>
        </p:txBody>
      </p:sp>
      <p:sp>
        <p:nvSpPr>
          <p:cNvPr id="122" name="AutoShape 69">
            <a:extLst>
              <a:ext uri="{FF2B5EF4-FFF2-40B4-BE49-F238E27FC236}">
                <a16:creationId xmlns:a16="http://schemas.microsoft.com/office/drawing/2014/main" id="{8A4809A2-9210-4223-B461-2613F006C040}"/>
              </a:ext>
            </a:extLst>
          </p:cNvPr>
          <p:cNvSpPr>
            <a:spLocks noChangeArrowheads="1"/>
          </p:cNvSpPr>
          <p:nvPr/>
        </p:nvSpPr>
        <p:spPr bwMode="gray">
          <a:xfrm>
            <a:off x="4243102" y="4370678"/>
            <a:ext cx="446667" cy="144000"/>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開始準備</a:t>
            </a:r>
          </a:p>
        </p:txBody>
      </p:sp>
      <p:sp>
        <p:nvSpPr>
          <p:cNvPr id="123" name="AutoShape 67">
            <a:extLst>
              <a:ext uri="{FF2B5EF4-FFF2-40B4-BE49-F238E27FC236}">
                <a16:creationId xmlns:a16="http://schemas.microsoft.com/office/drawing/2014/main" id="{D2A59359-C123-4F00-B0BF-4E634F78DE74}"/>
              </a:ext>
            </a:extLst>
          </p:cNvPr>
          <p:cNvSpPr>
            <a:spLocks noChangeArrowheads="1"/>
          </p:cNvSpPr>
          <p:nvPr/>
        </p:nvSpPr>
        <p:spPr bwMode="gray">
          <a:xfrm>
            <a:off x="2812756" y="2671528"/>
            <a:ext cx="1255095" cy="180839"/>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ビジネス設計</a:t>
            </a:r>
          </a:p>
        </p:txBody>
      </p:sp>
      <p:sp>
        <p:nvSpPr>
          <p:cNvPr id="124" name="AutoShape 67">
            <a:extLst>
              <a:ext uri="{FF2B5EF4-FFF2-40B4-BE49-F238E27FC236}">
                <a16:creationId xmlns:a16="http://schemas.microsoft.com/office/drawing/2014/main" id="{E0300D7B-1C79-4355-85D8-3003FBD4923B}"/>
              </a:ext>
            </a:extLst>
          </p:cNvPr>
          <p:cNvSpPr>
            <a:spLocks noChangeArrowheads="1"/>
          </p:cNvSpPr>
          <p:nvPr/>
        </p:nvSpPr>
        <p:spPr bwMode="gray">
          <a:xfrm>
            <a:off x="4243895" y="2675605"/>
            <a:ext cx="968744" cy="176762"/>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ビジネス設計書完成</a:t>
            </a:r>
          </a:p>
        </p:txBody>
      </p:sp>
      <p:sp>
        <p:nvSpPr>
          <p:cNvPr id="125" name="AutoShape 27">
            <a:extLst>
              <a:ext uri="{FF2B5EF4-FFF2-40B4-BE49-F238E27FC236}">
                <a16:creationId xmlns:a16="http://schemas.microsoft.com/office/drawing/2014/main" id="{16B32799-69F2-4188-9FFD-2806F5A34097}"/>
              </a:ext>
            </a:extLst>
          </p:cNvPr>
          <p:cNvSpPr>
            <a:spLocks noChangeArrowheads="1"/>
          </p:cNvSpPr>
          <p:nvPr/>
        </p:nvSpPr>
        <p:spPr bwMode="gray">
          <a:xfrm>
            <a:off x="4244685" y="2397543"/>
            <a:ext cx="967954" cy="252000"/>
          </a:xfrm>
          <a:prstGeom prst="homePlate">
            <a:avLst>
              <a:gd name="adj" fmla="val 42944"/>
            </a:avLst>
          </a:prstGeom>
          <a:solidFill>
            <a:srgbClr val="EBEBEB"/>
          </a:solidFill>
          <a:ln w="9525" algn="ctr">
            <a:solidFill>
              <a:srgbClr val="505050"/>
            </a:solidFill>
            <a:miter lim="800000"/>
            <a:headEnd/>
            <a:tailEnd/>
          </a:ln>
        </p:spPr>
        <p:txBody>
          <a:bodyPr wrap="none" tIns="10800" anchor="ctr"/>
          <a:lstStyle/>
          <a:p>
            <a:pPr algn="ctr" defTabSz="914400" fontAlgn="base">
              <a:spcBef>
                <a:spcPct val="0"/>
              </a:spcBef>
              <a:spcAft>
                <a:spcPct val="0"/>
              </a:spcAft>
            </a:pPr>
            <a:r>
              <a:rPr kumimoji="1" lang="ja-JP" altLang="en-US" sz="600" dirty="0">
                <a:solidFill>
                  <a:srgbClr val="000000"/>
                </a:solidFill>
                <a:latin typeface="Meiryo UI" panose="020B0604030504040204" pitchFamily="50" charset="-128"/>
                <a:ea typeface="Meiryo UI" panose="020B0604030504040204" pitchFamily="50" charset="-128"/>
              </a:rPr>
              <a:t>カスタマイズ最終確認</a:t>
            </a:r>
            <a:endParaRPr kumimoji="1" lang="en-US" altLang="ja-JP" sz="600" dirty="0">
              <a:solidFill>
                <a:srgbClr val="000000"/>
              </a:solidFill>
              <a:latin typeface="Meiryo UI" panose="020B0604030504040204" pitchFamily="50" charset="-128"/>
              <a:ea typeface="Meiryo UI" panose="020B0604030504040204" pitchFamily="50" charset="-128"/>
            </a:endParaRPr>
          </a:p>
        </p:txBody>
      </p:sp>
      <p:sp>
        <p:nvSpPr>
          <p:cNvPr id="126" name="AutoShape 23">
            <a:extLst>
              <a:ext uri="{FF2B5EF4-FFF2-40B4-BE49-F238E27FC236}">
                <a16:creationId xmlns:a16="http://schemas.microsoft.com/office/drawing/2014/main" id="{4A7E83C4-1377-4C93-A6CB-6D52747FAC1F}"/>
              </a:ext>
            </a:extLst>
          </p:cNvPr>
          <p:cNvSpPr>
            <a:spLocks noChangeArrowheads="1"/>
          </p:cNvSpPr>
          <p:nvPr/>
        </p:nvSpPr>
        <p:spPr bwMode="gray">
          <a:xfrm>
            <a:off x="1873820" y="3304552"/>
            <a:ext cx="852575" cy="144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データ移行方針定義</a:t>
            </a:r>
          </a:p>
        </p:txBody>
      </p:sp>
      <p:sp>
        <p:nvSpPr>
          <p:cNvPr id="127" name="AutoShape 23">
            <a:extLst>
              <a:ext uri="{FF2B5EF4-FFF2-40B4-BE49-F238E27FC236}">
                <a16:creationId xmlns:a16="http://schemas.microsoft.com/office/drawing/2014/main" id="{AACB0179-A722-48F3-BF76-204C7A941E53}"/>
              </a:ext>
            </a:extLst>
          </p:cNvPr>
          <p:cNvSpPr>
            <a:spLocks noChangeArrowheads="1"/>
          </p:cNvSpPr>
          <p:nvPr/>
        </p:nvSpPr>
        <p:spPr bwMode="gray">
          <a:xfrm>
            <a:off x="2830523" y="3309613"/>
            <a:ext cx="4030999" cy="138939"/>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マスタメンテ＆レガシーデータ移行</a:t>
            </a:r>
          </a:p>
        </p:txBody>
      </p:sp>
      <p:sp>
        <p:nvSpPr>
          <p:cNvPr id="128" name="AutoShape 23">
            <a:extLst>
              <a:ext uri="{FF2B5EF4-FFF2-40B4-BE49-F238E27FC236}">
                <a16:creationId xmlns:a16="http://schemas.microsoft.com/office/drawing/2014/main" id="{85F8E2A5-272B-44FD-9D50-A29FA2106E68}"/>
              </a:ext>
            </a:extLst>
          </p:cNvPr>
          <p:cNvSpPr>
            <a:spLocks noChangeArrowheads="1"/>
          </p:cNvSpPr>
          <p:nvPr/>
        </p:nvSpPr>
        <p:spPr bwMode="gray">
          <a:xfrm>
            <a:off x="4229527" y="3473949"/>
            <a:ext cx="2631995" cy="144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カットオーバー計画</a:t>
            </a:r>
          </a:p>
        </p:txBody>
      </p:sp>
      <p:sp>
        <p:nvSpPr>
          <p:cNvPr id="129" name="AutoShape 54">
            <a:extLst>
              <a:ext uri="{FF2B5EF4-FFF2-40B4-BE49-F238E27FC236}">
                <a16:creationId xmlns:a16="http://schemas.microsoft.com/office/drawing/2014/main" id="{A4B56BA0-1DA2-45E6-8EF7-47D9C0F8BE6C}"/>
              </a:ext>
            </a:extLst>
          </p:cNvPr>
          <p:cNvSpPr>
            <a:spLocks noChangeArrowheads="1"/>
          </p:cNvSpPr>
          <p:nvPr/>
        </p:nvSpPr>
        <p:spPr bwMode="gray">
          <a:xfrm>
            <a:off x="1281827" y="3802510"/>
            <a:ext cx="654411" cy="144000"/>
          </a:xfrm>
          <a:prstGeom prst="homePlate">
            <a:avLst>
              <a:gd name="adj" fmla="val 12471"/>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プロト機セットアップ</a:t>
            </a:r>
            <a:endParaRPr lang="en-US" altLang="ja-JP" sz="600" dirty="0">
              <a:solidFill>
                <a:srgbClr val="000000"/>
              </a:solidFill>
              <a:latin typeface="Meiryo UI" panose="020B0604030504040204" pitchFamily="50" charset="-128"/>
              <a:ea typeface="Meiryo UI" panose="020B0604030504040204" pitchFamily="50" charset="-128"/>
            </a:endParaRPr>
          </a:p>
        </p:txBody>
      </p:sp>
      <p:sp>
        <p:nvSpPr>
          <p:cNvPr id="130" name="AutoShape 54">
            <a:extLst>
              <a:ext uri="{FF2B5EF4-FFF2-40B4-BE49-F238E27FC236}">
                <a16:creationId xmlns:a16="http://schemas.microsoft.com/office/drawing/2014/main" id="{C3D4EB0B-7D8D-4EAF-9C47-81EADDB7287D}"/>
              </a:ext>
            </a:extLst>
          </p:cNvPr>
          <p:cNvSpPr>
            <a:spLocks noChangeArrowheads="1"/>
          </p:cNvSpPr>
          <p:nvPr/>
        </p:nvSpPr>
        <p:spPr bwMode="gray">
          <a:xfrm>
            <a:off x="2809620" y="3638469"/>
            <a:ext cx="1258231" cy="138937"/>
          </a:xfrm>
          <a:prstGeom prst="homePlate">
            <a:avLst>
              <a:gd name="adj" fmla="val 12471"/>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テクニカルソリューション設計</a:t>
            </a:r>
          </a:p>
        </p:txBody>
      </p:sp>
      <p:sp>
        <p:nvSpPr>
          <p:cNvPr id="131" name="AutoShape 45">
            <a:extLst>
              <a:ext uri="{FF2B5EF4-FFF2-40B4-BE49-F238E27FC236}">
                <a16:creationId xmlns:a16="http://schemas.microsoft.com/office/drawing/2014/main" id="{21A5509F-2936-409C-87DD-578021CF2113}"/>
              </a:ext>
            </a:extLst>
          </p:cNvPr>
          <p:cNvSpPr>
            <a:spLocks noChangeArrowheads="1"/>
          </p:cNvSpPr>
          <p:nvPr/>
        </p:nvSpPr>
        <p:spPr bwMode="gray">
          <a:xfrm>
            <a:off x="4248712" y="3802510"/>
            <a:ext cx="1347275" cy="144000"/>
          </a:xfrm>
          <a:prstGeom prst="homePlate">
            <a:avLst>
              <a:gd name="adj" fmla="val 16648"/>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検証機構築</a:t>
            </a:r>
          </a:p>
        </p:txBody>
      </p:sp>
      <p:sp>
        <p:nvSpPr>
          <p:cNvPr id="132" name="AutoShape 45">
            <a:extLst>
              <a:ext uri="{FF2B5EF4-FFF2-40B4-BE49-F238E27FC236}">
                <a16:creationId xmlns:a16="http://schemas.microsoft.com/office/drawing/2014/main" id="{63EBCB3B-4CAC-4064-B19F-A6E9464F957D}"/>
              </a:ext>
            </a:extLst>
          </p:cNvPr>
          <p:cNvSpPr>
            <a:spLocks noChangeArrowheads="1"/>
          </p:cNvSpPr>
          <p:nvPr/>
        </p:nvSpPr>
        <p:spPr bwMode="gray">
          <a:xfrm>
            <a:off x="5699929" y="3802510"/>
            <a:ext cx="1176327" cy="150154"/>
          </a:xfrm>
          <a:prstGeom prst="homePlate">
            <a:avLst>
              <a:gd name="adj" fmla="val 16648"/>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本番機構築</a:t>
            </a:r>
          </a:p>
        </p:txBody>
      </p:sp>
      <p:sp>
        <p:nvSpPr>
          <p:cNvPr id="133" name="AutoShape 45">
            <a:extLst>
              <a:ext uri="{FF2B5EF4-FFF2-40B4-BE49-F238E27FC236}">
                <a16:creationId xmlns:a16="http://schemas.microsoft.com/office/drawing/2014/main" id="{480B7C24-0D19-474F-ACAE-2F6E7366D853}"/>
              </a:ext>
            </a:extLst>
          </p:cNvPr>
          <p:cNvSpPr>
            <a:spLocks noChangeArrowheads="1"/>
          </p:cNvSpPr>
          <p:nvPr/>
        </p:nvSpPr>
        <p:spPr bwMode="gray">
          <a:xfrm>
            <a:off x="5705158" y="3624440"/>
            <a:ext cx="1176327" cy="149726"/>
          </a:xfrm>
          <a:prstGeom prst="homePlate">
            <a:avLst>
              <a:gd name="adj" fmla="val 16648"/>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本稼働チェック</a:t>
            </a:r>
          </a:p>
        </p:txBody>
      </p:sp>
      <p:sp>
        <p:nvSpPr>
          <p:cNvPr id="134" name="AutoShape 45">
            <a:extLst>
              <a:ext uri="{FF2B5EF4-FFF2-40B4-BE49-F238E27FC236}">
                <a16:creationId xmlns:a16="http://schemas.microsoft.com/office/drawing/2014/main" id="{8A2773CA-953B-4B6C-BAB8-FB5FB75956F8}"/>
              </a:ext>
            </a:extLst>
          </p:cNvPr>
          <p:cNvSpPr>
            <a:spLocks noChangeArrowheads="1"/>
          </p:cNvSpPr>
          <p:nvPr/>
        </p:nvSpPr>
        <p:spPr bwMode="gray">
          <a:xfrm>
            <a:off x="6964600" y="2373509"/>
            <a:ext cx="442407" cy="1581576"/>
          </a:xfrm>
          <a:prstGeom prst="homePlate">
            <a:avLst>
              <a:gd name="adj" fmla="val 16648"/>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本稼働</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チェック</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セッション</a:t>
            </a:r>
          </a:p>
        </p:txBody>
      </p:sp>
      <p:sp>
        <p:nvSpPr>
          <p:cNvPr id="135" name="AutoShape 45">
            <a:extLst>
              <a:ext uri="{FF2B5EF4-FFF2-40B4-BE49-F238E27FC236}">
                <a16:creationId xmlns:a16="http://schemas.microsoft.com/office/drawing/2014/main" id="{EB8EE654-3518-4496-9231-958D7A7314E7}"/>
              </a:ext>
            </a:extLst>
          </p:cNvPr>
          <p:cNvSpPr>
            <a:spLocks noChangeArrowheads="1"/>
          </p:cNvSpPr>
          <p:nvPr/>
        </p:nvSpPr>
        <p:spPr bwMode="gray">
          <a:xfrm>
            <a:off x="2809049" y="4022746"/>
            <a:ext cx="1254190" cy="144000"/>
          </a:xfrm>
          <a:prstGeom prst="homePlate">
            <a:avLst>
              <a:gd name="adj" fmla="val 16648"/>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エンドユーザートレーニング計画</a:t>
            </a:r>
          </a:p>
        </p:txBody>
      </p:sp>
      <p:sp>
        <p:nvSpPr>
          <p:cNvPr id="136" name="AutoShape 45">
            <a:extLst>
              <a:ext uri="{FF2B5EF4-FFF2-40B4-BE49-F238E27FC236}">
                <a16:creationId xmlns:a16="http://schemas.microsoft.com/office/drawing/2014/main" id="{A0C295BC-433C-4014-A8C5-EB1047FE24B7}"/>
              </a:ext>
            </a:extLst>
          </p:cNvPr>
          <p:cNvSpPr>
            <a:spLocks noChangeArrowheads="1"/>
          </p:cNvSpPr>
          <p:nvPr/>
        </p:nvSpPr>
        <p:spPr bwMode="gray">
          <a:xfrm>
            <a:off x="4251357" y="4028999"/>
            <a:ext cx="2634770" cy="144000"/>
          </a:xfrm>
          <a:prstGeom prst="homePlate">
            <a:avLst>
              <a:gd name="adj" fmla="val 16648"/>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エンドユーザートレーニング準備</a:t>
            </a:r>
          </a:p>
        </p:txBody>
      </p:sp>
      <p:sp>
        <p:nvSpPr>
          <p:cNvPr id="137" name="AutoShape 23">
            <a:extLst>
              <a:ext uri="{FF2B5EF4-FFF2-40B4-BE49-F238E27FC236}">
                <a16:creationId xmlns:a16="http://schemas.microsoft.com/office/drawing/2014/main" id="{60C554E1-E92C-4A1E-9B63-2546CE105DB8}"/>
              </a:ext>
            </a:extLst>
          </p:cNvPr>
          <p:cNvSpPr>
            <a:spLocks noChangeArrowheads="1"/>
          </p:cNvSpPr>
          <p:nvPr/>
        </p:nvSpPr>
        <p:spPr bwMode="gray">
          <a:xfrm>
            <a:off x="7415872" y="4197477"/>
            <a:ext cx="752335" cy="144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サポートセンター運用</a:t>
            </a:r>
          </a:p>
        </p:txBody>
      </p:sp>
      <p:sp>
        <p:nvSpPr>
          <p:cNvPr id="138" name="AutoShape 23">
            <a:extLst>
              <a:ext uri="{FF2B5EF4-FFF2-40B4-BE49-F238E27FC236}">
                <a16:creationId xmlns:a16="http://schemas.microsoft.com/office/drawing/2014/main" id="{DA11C7B0-23AC-4A70-A7E0-1EF3F3EC268D}"/>
              </a:ext>
            </a:extLst>
          </p:cNvPr>
          <p:cNvSpPr>
            <a:spLocks noChangeArrowheads="1"/>
          </p:cNvSpPr>
          <p:nvPr/>
        </p:nvSpPr>
        <p:spPr bwMode="gray">
          <a:xfrm>
            <a:off x="1873820" y="2516003"/>
            <a:ext cx="232149" cy="108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準備</a:t>
            </a:r>
          </a:p>
        </p:txBody>
      </p:sp>
      <p:sp>
        <p:nvSpPr>
          <p:cNvPr id="139" name="AutoShape 23">
            <a:extLst>
              <a:ext uri="{FF2B5EF4-FFF2-40B4-BE49-F238E27FC236}">
                <a16:creationId xmlns:a16="http://schemas.microsoft.com/office/drawing/2014/main" id="{E2E54A1B-5FDF-4729-9F36-CB396EBB3B72}"/>
              </a:ext>
            </a:extLst>
          </p:cNvPr>
          <p:cNvSpPr>
            <a:spLocks noChangeArrowheads="1"/>
          </p:cNvSpPr>
          <p:nvPr/>
        </p:nvSpPr>
        <p:spPr bwMode="gray">
          <a:xfrm>
            <a:off x="2115694" y="2516003"/>
            <a:ext cx="232149" cy="108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実施</a:t>
            </a:r>
          </a:p>
        </p:txBody>
      </p:sp>
      <p:sp>
        <p:nvSpPr>
          <p:cNvPr id="140" name="AutoShape 23">
            <a:extLst>
              <a:ext uri="{FF2B5EF4-FFF2-40B4-BE49-F238E27FC236}">
                <a16:creationId xmlns:a16="http://schemas.microsoft.com/office/drawing/2014/main" id="{A38E3F25-403A-4E07-BCA8-F60F21C42F94}"/>
              </a:ext>
            </a:extLst>
          </p:cNvPr>
          <p:cNvSpPr>
            <a:spLocks noChangeArrowheads="1"/>
          </p:cNvSpPr>
          <p:nvPr/>
        </p:nvSpPr>
        <p:spPr bwMode="gray">
          <a:xfrm>
            <a:off x="2354360" y="2516003"/>
            <a:ext cx="232149" cy="108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評価</a:t>
            </a:r>
          </a:p>
        </p:txBody>
      </p:sp>
      <p:sp>
        <p:nvSpPr>
          <p:cNvPr id="141" name="AutoShape 23">
            <a:extLst>
              <a:ext uri="{FF2B5EF4-FFF2-40B4-BE49-F238E27FC236}">
                <a16:creationId xmlns:a16="http://schemas.microsoft.com/office/drawing/2014/main" id="{D4C87D11-8BB4-4034-BC40-0A70080CCB7F}"/>
              </a:ext>
            </a:extLst>
          </p:cNvPr>
          <p:cNvSpPr>
            <a:spLocks noChangeArrowheads="1"/>
          </p:cNvSpPr>
          <p:nvPr/>
        </p:nvSpPr>
        <p:spPr bwMode="gray">
          <a:xfrm>
            <a:off x="2843808" y="2514916"/>
            <a:ext cx="360000" cy="108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準備</a:t>
            </a:r>
          </a:p>
        </p:txBody>
      </p:sp>
      <p:sp>
        <p:nvSpPr>
          <p:cNvPr id="142" name="AutoShape 23">
            <a:extLst>
              <a:ext uri="{FF2B5EF4-FFF2-40B4-BE49-F238E27FC236}">
                <a16:creationId xmlns:a16="http://schemas.microsoft.com/office/drawing/2014/main" id="{47F2B8E7-D08C-4C39-834B-8B7FE80FE887}"/>
              </a:ext>
            </a:extLst>
          </p:cNvPr>
          <p:cNvSpPr>
            <a:spLocks noChangeArrowheads="1"/>
          </p:cNvSpPr>
          <p:nvPr/>
        </p:nvSpPr>
        <p:spPr bwMode="gray">
          <a:xfrm>
            <a:off x="3221921" y="2514916"/>
            <a:ext cx="360000" cy="108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実施</a:t>
            </a:r>
          </a:p>
        </p:txBody>
      </p:sp>
      <p:sp>
        <p:nvSpPr>
          <p:cNvPr id="143" name="AutoShape 23">
            <a:extLst>
              <a:ext uri="{FF2B5EF4-FFF2-40B4-BE49-F238E27FC236}">
                <a16:creationId xmlns:a16="http://schemas.microsoft.com/office/drawing/2014/main" id="{3AF4D539-2D2E-413F-9C62-5009C35004B2}"/>
              </a:ext>
            </a:extLst>
          </p:cNvPr>
          <p:cNvSpPr>
            <a:spLocks noChangeArrowheads="1"/>
          </p:cNvSpPr>
          <p:nvPr/>
        </p:nvSpPr>
        <p:spPr bwMode="gray">
          <a:xfrm>
            <a:off x="3594661" y="2514916"/>
            <a:ext cx="360000" cy="108000"/>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評価</a:t>
            </a:r>
          </a:p>
        </p:txBody>
      </p:sp>
      <p:sp>
        <p:nvSpPr>
          <p:cNvPr id="144" name="AutoShape 27">
            <a:extLst>
              <a:ext uri="{FF2B5EF4-FFF2-40B4-BE49-F238E27FC236}">
                <a16:creationId xmlns:a16="http://schemas.microsoft.com/office/drawing/2014/main" id="{74E6A60C-3D79-4B65-A454-B5A8D1525F77}"/>
              </a:ext>
            </a:extLst>
          </p:cNvPr>
          <p:cNvSpPr>
            <a:spLocks noChangeArrowheads="1"/>
          </p:cNvSpPr>
          <p:nvPr/>
        </p:nvSpPr>
        <p:spPr bwMode="gray">
          <a:xfrm>
            <a:off x="4251357" y="2894987"/>
            <a:ext cx="967954" cy="347301"/>
          </a:xfrm>
          <a:prstGeom prst="homePlate">
            <a:avLst>
              <a:gd name="adj" fmla="val 42944"/>
            </a:avLst>
          </a:prstGeom>
          <a:solidFill>
            <a:srgbClr val="EBEBEB"/>
          </a:solidFill>
          <a:ln w="9525" algn="ctr">
            <a:solidFill>
              <a:srgbClr val="505050"/>
            </a:solidFill>
            <a:miter lim="800000"/>
            <a:headEnd/>
            <a:tailEnd/>
          </a:ln>
        </p:spPr>
        <p:txBody>
          <a:bodyPr wrap="none" tIns="10800" anchor="t"/>
          <a:lstStyle/>
          <a:p>
            <a:pPr algn="ctr" defTabSz="914400" fontAlgn="base">
              <a:spcBef>
                <a:spcPct val="0"/>
              </a:spcBef>
              <a:spcAft>
                <a:spcPct val="0"/>
              </a:spcAft>
            </a:pPr>
            <a:r>
              <a:rPr kumimoji="1" lang="ja-JP" altLang="en-US" sz="600" dirty="0">
                <a:solidFill>
                  <a:srgbClr val="000000"/>
                </a:solidFill>
                <a:latin typeface="Meiryo UI" panose="020B0604030504040204" pitchFamily="50" charset="-128"/>
                <a:ea typeface="Meiryo UI" panose="020B0604030504040204" pitchFamily="50" charset="-128"/>
              </a:rPr>
              <a:t>アドオン開発</a:t>
            </a:r>
            <a:endParaRPr kumimoji="1" lang="en-US" altLang="ja-JP" sz="600" dirty="0">
              <a:solidFill>
                <a:srgbClr val="000000"/>
              </a:solidFill>
              <a:latin typeface="Meiryo UI" panose="020B0604030504040204" pitchFamily="50" charset="-128"/>
              <a:ea typeface="Meiryo UI" panose="020B0604030504040204" pitchFamily="50" charset="-128"/>
            </a:endParaRPr>
          </a:p>
        </p:txBody>
      </p:sp>
      <p:sp>
        <p:nvSpPr>
          <p:cNvPr id="145" name="AutoShape 23">
            <a:extLst>
              <a:ext uri="{FF2B5EF4-FFF2-40B4-BE49-F238E27FC236}">
                <a16:creationId xmlns:a16="http://schemas.microsoft.com/office/drawing/2014/main" id="{EF2F373B-10AE-4137-8A28-68C2807C0C0A}"/>
              </a:ext>
            </a:extLst>
          </p:cNvPr>
          <p:cNvSpPr>
            <a:spLocks noChangeArrowheads="1"/>
          </p:cNvSpPr>
          <p:nvPr/>
        </p:nvSpPr>
        <p:spPr bwMode="gray">
          <a:xfrm>
            <a:off x="4266889" y="3034292"/>
            <a:ext cx="266250" cy="178466"/>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開発</a:t>
            </a:r>
          </a:p>
        </p:txBody>
      </p:sp>
      <p:sp>
        <p:nvSpPr>
          <p:cNvPr id="146" name="AutoShape 23">
            <a:extLst>
              <a:ext uri="{FF2B5EF4-FFF2-40B4-BE49-F238E27FC236}">
                <a16:creationId xmlns:a16="http://schemas.microsoft.com/office/drawing/2014/main" id="{D074E6BB-D1D3-4107-B4BB-E8D7B2AA44D1}"/>
              </a:ext>
            </a:extLst>
          </p:cNvPr>
          <p:cNvSpPr>
            <a:spLocks noChangeArrowheads="1"/>
          </p:cNvSpPr>
          <p:nvPr/>
        </p:nvSpPr>
        <p:spPr bwMode="gray">
          <a:xfrm>
            <a:off x="4546026" y="3034292"/>
            <a:ext cx="322776" cy="178466"/>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単体</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テスト</a:t>
            </a:r>
          </a:p>
        </p:txBody>
      </p:sp>
      <p:sp>
        <p:nvSpPr>
          <p:cNvPr id="147" name="AutoShape 60">
            <a:extLst>
              <a:ext uri="{FF2B5EF4-FFF2-40B4-BE49-F238E27FC236}">
                <a16:creationId xmlns:a16="http://schemas.microsoft.com/office/drawing/2014/main" id="{BE572172-D88C-4D98-92B1-FECA85C4C2D5}"/>
              </a:ext>
            </a:extLst>
          </p:cNvPr>
          <p:cNvSpPr>
            <a:spLocks noChangeArrowheads="1"/>
          </p:cNvSpPr>
          <p:nvPr/>
        </p:nvSpPr>
        <p:spPr bwMode="gray">
          <a:xfrm>
            <a:off x="6003129" y="2723732"/>
            <a:ext cx="320155" cy="224355"/>
          </a:xfrm>
          <a:prstGeom prst="homePlate">
            <a:avLst>
              <a:gd name="adj" fmla="val 14359"/>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業務</a:t>
            </a:r>
            <a:endParaRPr lang="en-US" altLang="ja-JP" sz="600" dirty="0">
              <a:solidFill>
                <a:srgbClr val="000000"/>
              </a:solidFill>
              <a:latin typeface="Meiryo UI" panose="020B0604030504040204" pitchFamily="50" charset="-128"/>
              <a:ea typeface="Meiryo UI" panose="020B0604030504040204" pitchFamily="50" charset="-128"/>
            </a:endParaRPr>
          </a:p>
        </p:txBody>
      </p:sp>
      <p:sp>
        <p:nvSpPr>
          <p:cNvPr id="148" name="テキスト ボックス 147">
            <a:extLst>
              <a:ext uri="{FF2B5EF4-FFF2-40B4-BE49-F238E27FC236}">
                <a16:creationId xmlns:a16="http://schemas.microsoft.com/office/drawing/2014/main" id="{C3067AFF-8F3C-4521-8725-3A5B9A2CCAC1}"/>
              </a:ext>
            </a:extLst>
          </p:cNvPr>
          <p:cNvSpPr txBox="1"/>
          <p:nvPr/>
        </p:nvSpPr>
        <p:spPr>
          <a:xfrm>
            <a:off x="6242003" y="4328359"/>
            <a:ext cx="697627" cy="215444"/>
          </a:xfrm>
          <a:prstGeom prst="rect">
            <a:avLst/>
          </a:prstGeom>
          <a:noFill/>
        </p:spPr>
        <p:txBody>
          <a:bodyPr wrap="none" rtlCol="0">
            <a:spAutoFit/>
          </a:bodyPr>
          <a:lstStyle/>
          <a:p>
            <a:pPr algn="ctr" defTabSz="914400" fontAlgn="ctr">
              <a:spcBef>
                <a:spcPct val="0"/>
              </a:spcBef>
              <a:spcAft>
                <a:spcPct val="0"/>
              </a:spcAft>
            </a:pPr>
            <a:r>
              <a:rPr kumimoji="1" lang="ja-JP" altLang="en-US" sz="800" dirty="0">
                <a:solidFill>
                  <a:srgbClr val="000000"/>
                </a:solidFill>
                <a:latin typeface="Meiryo UI" panose="020B0604030504040204" pitchFamily="50" charset="-128"/>
                <a:ea typeface="Meiryo UI" panose="020B0604030504040204" pitchFamily="50" charset="-128"/>
              </a:rPr>
              <a:t>工程判定▼</a:t>
            </a:r>
          </a:p>
        </p:txBody>
      </p:sp>
      <p:sp>
        <p:nvSpPr>
          <p:cNvPr id="149" name="AutoShape 69">
            <a:extLst>
              <a:ext uri="{FF2B5EF4-FFF2-40B4-BE49-F238E27FC236}">
                <a16:creationId xmlns:a16="http://schemas.microsoft.com/office/drawing/2014/main" id="{CAE99E5A-19E4-4081-AB73-8647039CA58B}"/>
              </a:ext>
            </a:extLst>
          </p:cNvPr>
          <p:cNvSpPr>
            <a:spLocks noChangeArrowheads="1"/>
          </p:cNvSpPr>
          <p:nvPr/>
        </p:nvSpPr>
        <p:spPr bwMode="gray">
          <a:xfrm>
            <a:off x="5690370" y="4364081"/>
            <a:ext cx="446667" cy="144000"/>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開始準備</a:t>
            </a:r>
          </a:p>
        </p:txBody>
      </p:sp>
      <p:sp>
        <p:nvSpPr>
          <p:cNvPr id="150" name="テキスト ボックス 149">
            <a:extLst>
              <a:ext uri="{FF2B5EF4-FFF2-40B4-BE49-F238E27FC236}">
                <a16:creationId xmlns:a16="http://schemas.microsoft.com/office/drawing/2014/main" id="{05679899-C25B-4794-9F05-0A8BEDA49726}"/>
              </a:ext>
            </a:extLst>
          </p:cNvPr>
          <p:cNvSpPr txBox="1"/>
          <p:nvPr/>
        </p:nvSpPr>
        <p:spPr>
          <a:xfrm>
            <a:off x="3467801" y="4328359"/>
            <a:ext cx="697627" cy="215444"/>
          </a:xfrm>
          <a:prstGeom prst="rect">
            <a:avLst/>
          </a:prstGeom>
          <a:noFill/>
        </p:spPr>
        <p:txBody>
          <a:bodyPr wrap="none" rtlCol="0">
            <a:spAutoFit/>
          </a:bodyPr>
          <a:lstStyle/>
          <a:p>
            <a:pPr algn="ctr" defTabSz="914400" fontAlgn="ctr">
              <a:spcBef>
                <a:spcPct val="0"/>
              </a:spcBef>
              <a:spcAft>
                <a:spcPct val="0"/>
              </a:spcAft>
            </a:pPr>
            <a:r>
              <a:rPr kumimoji="1" lang="ja-JP" altLang="en-US" sz="800" dirty="0">
                <a:solidFill>
                  <a:srgbClr val="000000"/>
                </a:solidFill>
                <a:latin typeface="Meiryo UI" panose="020B0604030504040204" pitchFamily="50" charset="-128"/>
                <a:ea typeface="Meiryo UI" panose="020B0604030504040204" pitchFamily="50" charset="-128"/>
              </a:rPr>
              <a:t>工程判定▼</a:t>
            </a:r>
          </a:p>
        </p:txBody>
      </p:sp>
      <p:sp>
        <p:nvSpPr>
          <p:cNvPr id="151" name="AutoShape 69">
            <a:extLst>
              <a:ext uri="{FF2B5EF4-FFF2-40B4-BE49-F238E27FC236}">
                <a16:creationId xmlns:a16="http://schemas.microsoft.com/office/drawing/2014/main" id="{361632CA-FE42-45B5-A7EB-255BC3796569}"/>
              </a:ext>
            </a:extLst>
          </p:cNvPr>
          <p:cNvSpPr>
            <a:spLocks noChangeArrowheads="1"/>
          </p:cNvSpPr>
          <p:nvPr/>
        </p:nvSpPr>
        <p:spPr bwMode="gray">
          <a:xfrm>
            <a:off x="2776957" y="4364081"/>
            <a:ext cx="446667" cy="144000"/>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開始準備</a:t>
            </a:r>
          </a:p>
        </p:txBody>
      </p:sp>
      <p:sp>
        <p:nvSpPr>
          <p:cNvPr id="152" name="テキスト ボックス 151">
            <a:extLst>
              <a:ext uri="{FF2B5EF4-FFF2-40B4-BE49-F238E27FC236}">
                <a16:creationId xmlns:a16="http://schemas.microsoft.com/office/drawing/2014/main" id="{C32ACB8C-DCFE-41C2-B96B-BF803FE560BD}"/>
              </a:ext>
            </a:extLst>
          </p:cNvPr>
          <p:cNvSpPr txBox="1"/>
          <p:nvPr/>
        </p:nvSpPr>
        <p:spPr>
          <a:xfrm>
            <a:off x="2066317" y="4334956"/>
            <a:ext cx="697627" cy="215444"/>
          </a:xfrm>
          <a:prstGeom prst="rect">
            <a:avLst/>
          </a:prstGeom>
          <a:noFill/>
        </p:spPr>
        <p:txBody>
          <a:bodyPr wrap="none" rtlCol="0">
            <a:spAutoFit/>
          </a:bodyPr>
          <a:lstStyle/>
          <a:p>
            <a:pPr algn="ctr" defTabSz="914400" fontAlgn="ctr">
              <a:spcBef>
                <a:spcPct val="0"/>
              </a:spcBef>
              <a:spcAft>
                <a:spcPct val="0"/>
              </a:spcAft>
            </a:pPr>
            <a:r>
              <a:rPr kumimoji="1" lang="ja-JP" altLang="en-US" sz="800" dirty="0">
                <a:solidFill>
                  <a:srgbClr val="000000"/>
                </a:solidFill>
                <a:latin typeface="Meiryo UI" panose="020B0604030504040204" pitchFamily="50" charset="-128"/>
                <a:ea typeface="Meiryo UI" panose="020B0604030504040204" pitchFamily="50" charset="-128"/>
              </a:rPr>
              <a:t>工程判定▼</a:t>
            </a:r>
          </a:p>
        </p:txBody>
      </p:sp>
      <p:sp>
        <p:nvSpPr>
          <p:cNvPr id="153" name="テキスト ボックス 152">
            <a:extLst>
              <a:ext uri="{FF2B5EF4-FFF2-40B4-BE49-F238E27FC236}">
                <a16:creationId xmlns:a16="http://schemas.microsoft.com/office/drawing/2014/main" id="{A84B7C3B-BAD8-48C7-B27E-498D46F22F93}"/>
              </a:ext>
            </a:extLst>
          </p:cNvPr>
          <p:cNvSpPr txBox="1"/>
          <p:nvPr/>
        </p:nvSpPr>
        <p:spPr>
          <a:xfrm>
            <a:off x="6235109" y="1861989"/>
            <a:ext cx="2864887" cy="246221"/>
          </a:xfrm>
          <a:prstGeom prst="rect">
            <a:avLst/>
          </a:prstGeom>
          <a:noFill/>
        </p:spPr>
        <p:txBody>
          <a:bodyPr wrap="none" rtlCol="0">
            <a:spAutoFit/>
          </a:bodyPr>
          <a:lstStyle/>
          <a:p>
            <a:pPr algn="ctr" defTabSz="914400" fontAlgn="ctr">
              <a:spcBef>
                <a:spcPct val="0"/>
              </a:spcBef>
              <a:spcAft>
                <a:spcPct val="0"/>
              </a:spcAft>
            </a:pPr>
            <a:r>
              <a:rPr kumimoji="1" lang="en-US" altLang="ja-JP" sz="1000" dirty="0">
                <a:solidFill>
                  <a:srgbClr val="000000"/>
                </a:solidFill>
                <a:latin typeface="Meiryo UI" panose="020B0604030504040204" pitchFamily="50" charset="-128"/>
                <a:ea typeface="Meiryo UI" panose="020B0604030504040204" pitchFamily="50" charset="-128"/>
              </a:rPr>
              <a:t>(*)RD: Requirement Definition</a:t>
            </a:r>
            <a:r>
              <a:rPr kumimoji="1" lang="ja-JP" altLang="en-US" sz="1000" dirty="0">
                <a:solidFill>
                  <a:srgbClr val="000000"/>
                </a:solidFill>
                <a:latin typeface="Meiryo UI" panose="020B0604030504040204" pitchFamily="50" charset="-128"/>
                <a:ea typeface="Meiryo UI" panose="020B0604030504040204" pitchFamily="50" charset="-128"/>
              </a:rPr>
              <a:t>（要件定義）</a:t>
            </a:r>
          </a:p>
        </p:txBody>
      </p:sp>
      <p:sp>
        <p:nvSpPr>
          <p:cNvPr id="154" name="AutoShape 67">
            <a:extLst>
              <a:ext uri="{FF2B5EF4-FFF2-40B4-BE49-F238E27FC236}">
                <a16:creationId xmlns:a16="http://schemas.microsoft.com/office/drawing/2014/main" id="{D7419EF4-E27E-470E-85F3-BE7F75E7B1B4}"/>
              </a:ext>
            </a:extLst>
          </p:cNvPr>
          <p:cNvSpPr>
            <a:spLocks noChangeArrowheads="1"/>
          </p:cNvSpPr>
          <p:nvPr/>
        </p:nvSpPr>
        <p:spPr bwMode="gray">
          <a:xfrm>
            <a:off x="1822926" y="2671528"/>
            <a:ext cx="863444" cy="555148"/>
          </a:xfrm>
          <a:prstGeom prst="homePlate">
            <a:avLst>
              <a:gd name="adj" fmla="val 16357"/>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ソリューションインデックス</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完成</a:t>
            </a:r>
          </a:p>
        </p:txBody>
      </p:sp>
      <p:sp>
        <p:nvSpPr>
          <p:cNvPr id="155" name="AutoShape 23">
            <a:extLst>
              <a:ext uri="{FF2B5EF4-FFF2-40B4-BE49-F238E27FC236}">
                <a16:creationId xmlns:a16="http://schemas.microsoft.com/office/drawing/2014/main" id="{32B4D72C-0613-4531-835A-F2AC7DFEA9FA}"/>
              </a:ext>
            </a:extLst>
          </p:cNvPr>
          <p:cNvSpPr>
            <a:spLocks noChangeArrowheads="1"/>
          </p:cNvSpPr>
          <p:nvPr/>
        </p:nvSpPr>
        <p:spPr bwMode="gray">
          <a:xfrm>
            <a:off x="4667804" y="3330635"/>
            <a:ext cx="489123" cy="98182"/>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500" dirty="0">
                <a:solidFill>
                  <a:srgbClr val="000000"/>
                </a:solidFill>
                <a:latin typeface="Meiryo UI" panose="020B0604030504040204" pitchFamily="50" charset="-128"/>
                <a:ea typeface="Meiryo UI" panose="020B0604030504040204" pitchFamily="50" charset="-128"/>
              </a:rPr>
              <a:t>マスタ・トラン移行</a:t>
            </a:r>
          </a:p>
        </p:txBody>
      </p:sp>
      <p:cxnSp>
        <p:nvCxnSpPr>
          <p:cNvPr id="156" name="コネクタ: カギ線 155">
            <a:extLst>
              <a:ext uri="{FF2B5EF4-FFF2-40B4-BE49-F238E27FC236}">
                <a16:creationId xmlns:a16="http://schemas.microsoft.com/office/drawing/2014/main" id="{A63CE017-7C5C-4127-804D-9C7E1437A004}"/>
              </a:ext>
            </a:extLst>
          </p:cNvPr>
          <p:cNvCxnSpPr>
            <a:cxnSpLocks/>
            <a:stCxn id="155" idx="0"/>
            <a:endCxn id="109" idx="2"/>
          </p:cNvCxnSpPr>
          <p:nvPr/>
        </p:nvCxnSpPr>
        <p:spPr bwMode="auto">
          <a:xfrm rot="5400000" flipH="1" flipV="1">
            <a:off x="5098265" y="3050940"/>
            <a:ext cx="88906" cy="470484"/>
          </a:xfrm>
          <a:prstGeom prst="bentConnector3">
            <a:avLst>
              <a:gd name="adj1" fmla="val 38572"/>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w="sm" len="sm"/>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57" name="AutoShape 23">
            <a:extLst>
              <a:ext uri="{FF2B5EF4-FFF2-40B4-BE49-F238E27FC236}">
                <a16:creationId xmlns:a16="http://schemas.microsoft.com/office/drawing/2014/main" id="{C80F6A0E-EB49-4655-B38C-4DE33AF12297}"/>
              </a:ext>
            </a:extLst>
          </p:cNvPr>
          <p:cNvSpPr>
            <a:spLocks noChangeArrowheads="1"/>
          </p:cNvSpPr>
          <p:nvPr/>
        </p:nvSpPr>
        <p:spPr bwMode="gray">
          <a:xfrm>
            <a:off x="5657587" y="3330635"/>
            <a:ext cx="469791" cy="98182"/>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500" dirty="0">
                <a:solidFill>
                  <a:srgbClr val="000000"/>
                </a:solidFill>
                <a:latin typeface="Meiryo UI" panose="020B0604030504040204" pitchFamily="50" charset="-128"/>
                <a:ea typeface="Meiryo UI" panose="020B0604030504040204" pitchFamily="50" charset="-128"/>
              </a:rPr>
              <a:t>マスタ・トラン移行</a:t>
            </a:r>
          </a:p>
        </p:txBody>
      </p:sp>
      <p:cxnSp>
        <p:nvCxnSpPr>
          <p:cNvPr id="158" name="コネクタ: カギ線 157">
            <a:extLst>
              <a:ext uri="{FF2B5EF4-FFF2-40B4-BE49-F238E27FC236}">
                <a16:creationId xmlns:a16="http://schemas.microsoft.com/office/drawing/2014/main" id="{55203DF3-3155-422D-93F8-4F610BE5F9E4}"/>
              </a:ext>
            </a:extLst>
          </p:cNvPr>
          <p:cNvCxnSpPr>
            <a:cxnSpLocks/>
            <a:stCxn id="157" idx="3"/>
            <a:endCxn id="112" idx="2"/>
          </p:cNvCxnSpPr>
          <p:nvPr/>
        </p:nvCxnSpPr>
        <p:spPr bwMode="auto">
          <a:xfrm flipV="1">
            <a:off x="6127378" y="3241729"/>
            <a:ext cx="18955" cy="137997"/>
          </a:xfrm>
          <a:prstGeom prst="bentConnector2">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w="sm" len="sm"/>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59" name="AutoShape 23">
            <a:extLst>
              <a:ext uri="{FF2B5EF4-FFF2-40B4-BE49-F238E27FC236}">
                <a16:creationId xmlns:a16="http://schemas.microsoft.com/office/drawing/2014/main" id="{EB885217-A623-460A-A745-087974557ECB}"/>
              </a:ext>
            </a:extLst>
          </p:cNvPr>
          <p:cNvSpPr>
            <a:spLocks noChangeArrowheads="1"/>
          </p:cNvSpPr>
          <p:nvPr/>
        </p:nvSpPr>
        <p:spPr bwMode="gray">
          <a:xfrm>
            <a:off x="6198947" y="3330635"/>
            <a:ext cx="369613" cy="98182"/>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移行リハ</a:t>
            </a:r>
          </a:p>
        </p:txBody>
      </p:sp>
      <p:cxnSp>
        <p:nvCxnSpPr>
          <p:cNvPr id="160" name="コネクタ: カギ線 159">
            <a:extLst>
              <a:ext uri="{FF2B5EF4-FFF2-40B4-BE49-F238E27FC236}">
                <a16:creationId xmlns:a16="http://schemas.microsoft.com/office/drawing/2014/main" id="{7A3EA1A9-4E1C-4EB6-A234-3C379DAB140D}"/>
              </a:ext>
            </a:extLst>
          </p:cNvPr>
          <p:cNvCxnSpPr>
            <a:cxnSpLocks/>
            <a:stCxn id="159" idx="3"/>
            <a:endCxn id="111" idx="2"/>
          </p:cNvCxnSpPr>
          <p:nvPr/>
        </p:nvCxnSpPr>
        <p:spPr bwMode="auto">
          <a:xfrm flipV="1">
            <a:off x="6568560" y="3241728"/>
            <a:ext cx="24850" cy="137998"/>
          </a:xfrm>
          <a:prstGeom prst="bentConnector2">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w="sm" len="sm"/>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61" name="AutoShape 23">
            <a:extLst>
              <a:ext uri="{FF2B5EF4-FFF2-40B4-BE49-F238E27FC236}">
                <a16:creationId xmlns:a16="http://schemas.microsoft.com/office/drawing/2014/main" id="{54214169-44B7-46C7-BD64-22B26DE0661C}"/>
              </a:ext>
            </a:extLst>
          </p:cNvPr>
          <p:cNvSpPr>
            <a:spLocks noChangeArrowheads="1"/>
          </p:cNvSpPr>
          <p:nvPr/>
        </p:nvSpPr>
        <p:spPr bwMode="gray">
          <a:xfrm>
            <a:off x="4881689" y="3034292"/>
            <a:ext cx="312099" cy="178466"/>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コンサル</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受入</a:t>
            </a:r>
          </a:p>
        </p:txBody>
      </p:sp>
      <p:sp>
        <p:nvSpPr>
          <p:cNvPr id="162" name="AutoShape 23">
            <a:extLst>
              <a:ext uri="{FF2B5EF4-FFF2-40B4-BE49-F238E27FC236}">
                <a16:creationId xmlns:a16="http://schemas.microsoft.com/office/drawing/2014/main" id="{F8939D0B-F8A5-4372-993C-0874E4999104}"/>
              </a:ext>
            </a:extLst>
          </p:cNvPr>
          <p:cNvSpPr>
            <a:spLocks noChangeArrowheads="1"/>
          </p:cNvSpPr>
          <p:nvPr/>
        </p:nvSpPr>
        <p:spPr bwMode="gray">
          <a:xfrm>
            <a:off x="6623625" y="3335558"/>
            <a:ext cx="368682" cy="98182"/>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最終リハ</a:t>
            </a:r>
          </a:p>
        </p:txBody>
      </p:sp>
      <p:sp>
        <p:nvSpPr>
          <p:cNvPr id="163" name="AutoShape 60">
            <a:extLst>
              <a:ext uri="{FF2B5EF4-FFF2-40B4-BE49-F238E27FC236}">
                <a16:creationId xmlns:a16="http://schemas.microsoft.com/office/drawing/2014/main" id="{0E4C836C-DCC6-4AD3-981F-EE210E2708B8}"/>
              </a:ext>
            </a:extLst>
          </p:cNvPr>
          <p:cNvSpPr>
            <a:spLocks noChangeArrowheads="1"/>
          </p:cNvSpPr>
          <p:nvPr/>
        </p:nvSpPr>
        <p:spPr bwMode="gray">
          <a:xfrm>
            <a:off x="5272726" y="2698074"/>
            <a:ext cx="243391" cy="133469"/>
          </a:xfrm>
          <a:prstGeom prst="homePlate">
            <a:avLst>
              <a:gd name="adj" fmla="val 14359"/>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業務</a:t>
            </a:r>
            <a:endParaRPr lang="en-US" altLang="ja-JP" sz="600" dirty="0">
              <a:solidFill>
                <a:srgbClr val="000000"/>
              </a:solidFill>
              <a:latin typeface="Meiryo UI" panose="020B0604030504040204" pitchFamily="50" charset="-128"/>
              <a:ea typeface="Meiryo UI" panose="020B0604030504040204" pitchFamily="50" charset="-128"/>
            </a:endParaRPr>
          </a:p>
        </p:txBody>
      </p:sp>
      <p:sp>
        <p:nvSpPr>
          <p:cNvPr id="164" name="AutoShape 60">
            <a:extLst>
              <a:ext uri="{FF2B5EF4-FFF2-40B4-BE49-F238E27FC236}">
                <a16:creationId xmlns:a16="http://schemas.microsoft.com/office/drawing/2014/main" id="{892C535A-A62C-498B-AF3E-0120BBC50FE9}"/>
              </a:ext>
            </a:extLst>
          </p:cNvPr>
          <p:cNvSpPr>
            <a:spLocks noChangeArrowheads="1"/>
          </p:cNvSpPr>
          <p:nvPr/>
        </p:nvSpPr>
        <p:spPr bwMode="gray">
          <a:xfrm>
            <a:off x="5272726" y="3084214"/>
            <a:ext cx="243391" cy="133469"/>
          </a:xfrm>
          <a:prstGeom prst="homePlate">
            <a:avLst>
              <a:gd name="adj" fmla="val 14359"/>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en-US" altLang="ja-JP" sz="500" dirty="0">
                <a:solidFill>
                  <a:srgbClr val="000000"/>
                </a:solidFill>
                <a:latin typeface="Meiryo UI" panose="020B0604030504040204" pitchFamily="50" charset="-128"/>
                <a:ea typeface="Meiryo UI" panose="020B0604030504040204" pitchFamily="50" charset="-128"/>
              </a:rPr>
              <a:t>IF</a:t>
            </a:r>
            <a:r>
              <a:rPr lang="ja-JP" altLang="en-US" sz="500" dirty="0">
                <a:solidFill>
                  <a:srgbClr val="000000"/>
                </a:solidFill>
                <a:latin typeface="Meiryo UI" panose="020B0604030504040204" pitchFamily="50" charset="-128"/>
                <a:ea typeface="Meiryo UI" panose="020B0604030504040204" pitchFamily="50" charset="-128"/>
              </a:rPr>
              <a:t>テスト</a:t>
            </a:r>
            <a:endParaRPr lang="en-US" altLang="ja-JP" sz="500" dirty="0">
              <a:solidFill>
                <a:srgbClr val="000000"/>
              </a:solidFill>
              <a:latin typeface="Meiryo UI" panose="020B0604030504040204" pitchFamily="50" charset="-128"/>
              <a:ea typeface="Meiryo UI" panose="020B0604030504040204" pitchFamily="50" charset="-128"/>
            </a:endParaRPr>
          </a:p>
        </p:txBody>
      </p:sp>
      <p:sp>
        <p:nvSpPr>
          <p:cNvPr id="165" name="AutoShape 60">
            <a:extLst>
              <a:ext uri="{FF2B5EF4-FFF2-40B4-BE49-F238E27FC236}">
                <a16:creationId xmlns:a16="http://schemas.microsoft.com/office/drawing/2014/main" id="{D3EF78EB-1AC1-434A-B8EA-C0D82A1F9C06}"/>
              </a:ext>
            </a:extLst>
          </p:cNvPr>
          <p:cNvSpPr>
            <a:spLocks noChangeArrowheads="1"/>
          </p:cNvSpPr>
          <p:nvPr/>
        </p:nvSpPr>
        <p:spPr bwMode="gray">
          <a:xfrm>
            <a:off x="5272726" y="2897514"/>
            <a:ext cx="243391" cy="133469"/>
          </a:xfrm>
          <a:prstGeom prst="homePlate">
            <a:avLst>
              <a:gd name="adj" fmla="val 14359"/>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非機能</a:t>
            </a:r>
            <a:endParaRPr lang="en-US" altLang="ja-JP" sz="600" dirty="0">
              <a:solidFill>
                <a:srgbClr val="000000"/>
              </a:solidFill>
              <a:latin typeface="Meiryo UI" panose="020B0604030504040204" pitchFamily="50" charset="-128"/>
              <a:ea typeface="Meiryo UI" panose="020B0604030504040204" pitchFamily="50" charset="-128"/>
            </a:endParaRPr>
          </a:p>
        </p:txBody>
      </p:sp>
      <p:sp>
        <p:nvSpPr>
          <p:cNvPr id="166" name="AutoShape 16">
            <a:extLst>
              <a:ext uri="{FF2B5EF4-FFF2-40B4-BE49-F238E27FC236}">
                <a16:creationId xmlns:a16="http://schemas.microsoft.com/office/drawing/2014/main" id="{34261952-E9FB-456E-88F9-952AC3AD8D56}"/>
              </a:ext>
            </a:extLst>
          </p:cNvPr>
          <p:cNvSpPr>
            <a:spLocks noChangeArrowheads="1"/>
          </p:cNvSpPr>
          <p:nvPr/>
        </p:nvSpPr>
        <p:spPr bwMode="gray">
          <a:xfrm>
            <a:off x="5677274" y="2368430"/>
            <a:ext cx="278497" cy="873299"/>
          </a:xfrm>
          <a:prstGeom prst="homePlate">
            <a:avLst>
              <a:gd name="adj" fmla="val 9875"/>
            </a:avLst>
          </a:prstGeom>
          <a:solidFill>
            <a:srgbClr val="EBEBEB"/>
          </a:solidFill>
          <a:ln w="9525" algn="ctr">
            <a:solidFill>
              <a:srgbClr val="505050"/>
            </a:solidFill>
            <a:miter lim="800000"/>
            <a:headEnd/>
            <a:tailEnd/>
          </a:ln>
        </p:spPr>
        <p:txBody>
          <a:bodyPr vert="horz"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ユーザー</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受入</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fontAlgn="ctr">
              <a:spcBef>
                <a:spcPct val="0"/>
              </a:spcBef>
              <a:spcAft>
                <a:spcPct val="0"/>
              </a:spcAft>
            </a:pPr>
            <a:r>
              <a:rPr lang="ja-JP" altLang="en-US" sz="600" dirty="0">
                <a:solidFill>
                  <a:srgbClr val="000000"/>
                </a:solidFill>
                <a:latin typeface="Meiryo UI" panose="020B0604030504040204" pitchFamily="50" charset="-128"/>
                <a:ea typeface="Meiryo UI" panose="020B0604030504040204" pitchFamily="50" charset="-128"/>
              </a:rPr>
              <a:t>テスト</a:t>
            </a:r>
            <a:endParaRPr lang="en-US" altLang="ja-JP" sz="600" dirty="0">
              <a:solidFill>
                <a:srgbClr val="000000"/>
              </a:solidFill>
              <a:latin typeface="Meiryo UI" panose="020B0604030504040204" pitchFamily="50" charset="-128"/>
              <a:ea typeface="Meiryo UI" panose="020B0604030504040204" pitchFamily="50" charset="-128"/>
            </a:endParaRPr>
          </a:p>
          <a:p>
            <a:pPr algn="ctr" defTabSz="914400" fontAlgn="ctr">
              <a:spcBef>
                <a:spcPct val="0"/>
              </a:spcBef>
              <a:spcAft>
                <a:spcPct val="0"/>
              </a:spcAft>
            </a:pPr>
            <a:r>
              <a:rPr lang="en-US" altLang="ja-JP" sz="600" dirty="0">
                <a:solidFill>
                  <a:srgbClr val="000000"/>
                </a:solidFill>
                <a:latin typeface="Meiryo UI" panose="020B0604030504040204" pitchFamily="50" charset="-128"/>
                <a:ea typeface="Meiryo UI" panose="020B0604030504040204" pitchFamily="50" charset="-128"/>
              </a:rPr>
              <a:t>(UAT)</a:t>
            </a:r>
            <a:endParaRPr lang="ja-JP" altLang="en-US" sz="600" dirty="0">
              <a:solidFill>
                <a:srgbClr val="000000"/>
              </a:solidFill>
              <a:latin typeface="Meiryo UI" panose="020B0604030504040204" pitchFamily="50" charset="-128"/>
              <a:ea typeface="Meiryo UI" panose="020B0604030504040204" pitchFamily="50" charset="-128"/>
            </a:endParaRPr>
          </a:p>
        </p:txBody>
      </p:sp>
      <p:cxnSp>
        <p:nvCxnSpPr>
          <p:cNvPr id="167" name="コネクタ: カギ線 166">
            <a:extLst>
              <a:ext uri="{FF2B5EF4-FFF2-40B4-BE49-F238E27FC236}">
                <a16:creationId xmlns:a16="http://schemas.microsoft.com/office/drawing/2014/main" id="{B938BAF7-5E8B-4D30-AB0E-B6125D090F6E}"/>
              </a:ext>
            </a:extLst>
          </p:cNvPr>
          <p:cNvCxnSpPr>
            <a:cxnSpLocks/>
            <a:stCxn id="168" idx="0"/>
            <a:endCxn id="166" idx="2"/>
          </p:cNvCxnSpPr>
          <p:nvPr/>
        </p:nvCxnSpPr>
        <p:spPr bwMode="auto">
          <a:xfrm rot="5400000" flipH="1" flipV="1">
            <a:off x="5555938" y="3083801"/>
            <a:ext cx="88906" cy="404762"/>
          </a:xfrm>
          <a:prstGeom prst="bentConnector3">
            <a:avLst>
              <a:gd name="adj1" fmla="val 38572"/>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w="sm" len="sm"/>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68" name="AutoShape 23">
            <a:extLst>
              <a:ext uri="{FF2B5EF4-FFF2-40B4-BE49-F238E27FC236}">
                <a16:creationId xmlns:a16="http://schemas.microsoft.com/office/drawing/2014/main" id="{D9E8CCC2-CCD6-45AD-BA6E-765E38FD95CE}"/>
              </a:ext>
            </a:extLst>
          </p:cNvPr>
          <p:cNvSpPr>
            <a:spLocks noChangeArrowheads="1"/>
          </p:cNvSpPr>
          <p:nvPr/>
        </p:nvSpPr>
        <p:spPr bwMode="gray">
          <a:xfrm>
            <a:off x="5168004" y="3330635"/>
            <a:ext cx="469791" cy="98182"/>
          </a:xfrm>
          <a:prstGeom prst="homePlate">
            <a:avLst>
              <a:gd name="adj" fmla="val 9960"/>
            </a:avLst>
          </a:prstGeom>
          <a:solidFill>
            <a:srgbClr val="EBEBEB"/>
          </a:solidFill>
          <a:ln w="9525" algn="ctr">
            <a:solidFill>
              <a:srgbClr val="505050"/>
            </a:solidFill>
            <a:miter lim="800000"/>
            <a:headEnd/>
            <a:tailEnd/>
          </a:ln>
        </p:spPr>
        <p:txBody>
          <a:bodyPr wrap="none" anchor="ctr"/>
          <a:lstStyle>
            <a:lvl1pPr algn="l" fontAlgn="base">
              <a:defRPr kumimoji="1" sz="2400">
                <a:solidFill>
                  <a:schemeClr val="tx1"/>
                </a:solidFill>
                <a:latin typeface="Arial" charset="0"/>
                <a:ea typeface="ＭＳ Ｐゴシック" pitchFamily="50" charset="-128"/>
              </a:defRPr>
            </a:lvl1pPr>
            <a:lvl2pPr marL="742950" indent="-285750" algn="l" fontAlgn="base">
              <a:defRPr kumimoji="1" sz="2400">
                <a:solidFill>
                  <a:schemeClr val="tx1"/>
                </a:solidFill>
                <a:latin typeface="Arial" charset="0"/>
                <a:ea typeface="ＭＳ Ｐゴシック" pitchFamily="50" charset="-128"/>
              </a:defRPr>
            </a:lvl2pPr>
            <a:lvl3pPr marL="1143000" indent="-228600" algn="l" fontAlgn="base">
              <a:defRPr kumimoji="1" sz="2400">
                <a:solidFill>
                  <a:schemeClr val="tx1"/>
                </a:solidFill>
                <a:latin typeface="Arial" charset="0"/>
                <a:ea typeface="ＭＳ Ｐゴシック" pitchFamily="50" charset="-128"/>
              </a:defRPr>
            </a:lvl3pPr>
            <a:lvl4pPr marL="1600200" indent="-228600" algn="l" fontAlgn="base">
              <a:defRPr kumimoji="1" sz="2400">
                <a:solidFill>
                  <a:schemeClr val="tx1"/>
                </a:solidFill>
                <a:latin typeface="Arial" charset="0"/>
                <a:ea typeface="ＭＳ Ｐゴシック" pitchFamily="50" charset="-128"/>
              </a:defRPr>
            </a:lvl4pPr>
            <a:lvl5pPr marL="2057400" indent="-228600" algn="l" fontAlgn="base">
              <a:defRPr kumimoji="1" sz="2400">
                <a:solidFill>
                  <a:schemeClr val="tx1"/>
                </a:solidFill>
                <a:latin typeface="Arial" charset="0"/>
                <a:ea typeface="ＭＳ Ｐゴシック" pitchFamily="50" charset="-128"/>
              </a:defRPr>
            </a:lvl5pPr>
            <a:lvl6pPr marL="2514600" indent="-228600" fontAlgn="base">
              <a:spcBef>
                <a:spcPct val="0"/>
              </a:spcBef>
              <a:spcAft>
                <a:spcPct val="0"/>
              </a:spcAft>
              <a:defRPr kumimoji="1" sz="2400">
                <a:solidFill>
                  <a:schemeClr val="tx1"/>
                </a:solidFill>
                <a:latin typeface="Arial" charset="0"/>
                <a:ea typeface="ＭＳ Ｐゴシック" pitchFamily="50" charset="-128"/>
              </a:defRPr>
            </a:lvl6pPr>
            <a:lvl7pPr marL="2971800" indent="-228600" fontAlgn="base">
              <a:spcBef>
                <a:spcPct val="0"/>
              </a:spcBef>
              <a:spcAft>
                <a:spcPct val="0"/>
              </a:spcAft>
              <a:defRPr kumimoji="1" sz="2400">
                <a:solidFill>
                  <a:schemeClr val="tx1"/>
                </a:solidFill>
                <a:latin typeface="Arial" charset="0"/>
                <a:ea typeface="ＭＳ Ｐゴシック" pitchFamily="50" charset="-128"/>
              </a:defRPr>
            </a:lvl7pPr>
            <a:lvl8pPr marL="3429000" indent="-228600" fontAlgn="base">
              <a:spcBef>
                <a:spcPct val="0"/>
              </a:spcBef>
              <a:spcAft>
                <a:spcPct val="0"/>
              </a:spcAft>
              <a:defRPr kumimoji="1" sz="2400">
                <a:solidFill>
                  <a:schemeClr val="tx1"/>
                </a:solidFill>
                <a:latin typeface="Arial" charset="0"/>
                <a:ea typeface="ＭＳ Ｐゴシック" pitchFamily="50" charset="-128"/>
              </a:defRPr>
            </a:lvl8pPr>
            <a:lvl9pPr marL="3886200" indent="-228600" fontAlgn="base">
              <a:spcBef>
                <a:spcPct val="0"/>
              </a:spcBef>
              <a:spcAft>
                <a:spcPct val="0"/>
              </a:spcAft>
              <a:defRPr kumimoji="1" sz="2400">
                <a:solidFill>
                  <a:schemeClr val="tx1"/>
                </a:solidFill>
                <a:latin typeface="Arial" charset="0"/>
                <a:ea typeface="ＭＳ Ｐゴシック" pitchFamily="50" charset="-128"/>
              </a:defRPr>
            </a:lvl9pPr>
          </a:lstStyle>
          <a:p>
            <a:pPr algn="ctr" defTabSz="914400">
              <a:spcBef>
                <a:spcPct val="0"/>
              </a:spcBef>
              <a:spcAft>
                <a:spcPct val="0"/>
              </a:spcAft>
            </a:pPr>
            <a:r>
              <a:rPr lang="ja-JP" altLang="en-US" sz="500" dirty="0">
                <a:solidFill>
                  <a:srgbClr val="000000"/>
                </a:solidFill>
                <a:latin typeface="Meiryo UI" panose="020B0604030504040204" pitchFamily="50" charset="-128"/>
                <a:ea typeface="Meiryo UI" panose="020B0604030504040204" pitchFamily="50" charset="-128"/>
              </a:rPr>
              <a:t>マスタ・トラン移行</a:t>
            </a:r>
          </a:p>
        </p:txBody>
      </p:sp>
      <p:sp>
        <p:nvSpPr>
          <p:cNvPr id="169" name="角丸四角形 200">
            <a:extLst>
              <a:ext uri="{FF2B5EF4-FFF2-40B4-BE49-F238E27FC236}">
                <a16:creationId xmlns:a16="http://schemas.microsoft.com/office/drawing/2014/main" id="{FB426868-9B21-4E6B-A632-FA2CEBE2833C}"/>
              </a:ext>
            </a:extLst>
          </p:cNvPr>
          <p:cNvSpPr/>
          <p:nvPr/>
        </p:nvSpPr>
        <p:spPr bwMode="gray">
          <a:xfrm>
            <a:off x="1027969" y="2872617"/>
            <a:ext cx="7178462" cy="1318740"/>
          </a:xfrm>
          <a:prstGeom prst="roundRect">
            <a:avLst/>
          </a:prstGeom>
          <a:solidFill>
            <a:srgbClr val="A30B1A">
              <a:alpha val="14000"/>
            </a:srgbClr>
          </a:solidFill>
          <a:ln w="38100" cap="flat" cmpd="sng" algn="ctr">
            <a:solidFill>
              <a:srgbClr val="A30B1A"/>
            </a:solidFill>
            <a:prstDash val="sysDash"/>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400" fontAlgn="ctr">
              <a:spcBef>
                <a:spcPct val="0"/>
              </a:spcBef>
              <a:spcAft>
                <a:spcPct val="0"/>
              </a:spcAft>
            </a:pPr>
            <a:r>
              <a:rPr kumimoji="1" lang="en-US" altLang="ja-JP" sz="1200" b="1" dirty="0">
                <a:solidFill>
                  <a:srgbClr val="A30B1A"/>
                </a:solidFill>
                <a:effectLst>
                  <a:glow rad="127000">
                    <a:srgbClr val="FFFFFF"/>
                  </a:glow>
                </a:effectLst>
                <a:latin typeface="Meiryo UI" panose="020B0604030504040204" pitchFamily="50" charset="-128"/>
                <a:ea typeface="Meiryo UI" panose="020B0604030504040204" pitchFamily="50" charset="-128"/>
              </a:rPr>
              <a:t>SDEM</a:t>
            </a:r>
          </a:p>
          <a:p>
            <a:pPr defTabSz="914400" fontAlgn="ctr">
              <a:spcBef>
                <a:spcPct val="0"/>
              </a:spcBef>
              <a:spcAft>
                <a:spcPct val="0"/>
              </a:spcAft>
            </a:pPr>
            <a:r>
              <a:rPr kumimoji="1" lang="ja-JP" altLang="en-US" sz="1200" b="1" dirty="0">
                <a:solidFill>
                  <a:srgbClr val="A30B1A"/>
                </a:solidFill>
                <a:effectLst>
                  <a:glow rad="127000">
                    <a:srgbClr val="FFFFFF"/>
                  </a:glow>
                </a:effectLst>
                <a:latin typeface="Meiryo UI" panose="020B0604030504040204" pitchFamily="50" charset="-128"/>
                <a:ea typeface="Meiryo UI" panose="020B0604030504040204" pitchFamily="50" charset="-128"/>
              </a:rPr>
              <a:t>適用</a:t>
            </a:r>
          </a:p>
        </p:txBody>
      </p:sp>
      <p:sp>
        <p:nvSpPr>
          <p:cNvPr id="6" name="スライド番号プレースホルダー 5">
            <a:extLst>
              <a:ext uri="{FF2B5EF4-FFF2-40B4-BE49-F238E27FC236}">
                <a16:creationId xmlns:a16="http://schemas.microsoft.com/office/drawing/2014/main" id="{0BF7B68D-DC47-4D59-8013-A3CB886B41E7}"/>
              </a:ext>
            </a:extLst>
          </p:cNvPr>
          <p:cNvSpPr>
            <a:spLocks noGrp="1"/>
          </p:cNvSpPr>
          <p:nvPr>
            <p:ph type="sldNum" sz="quarter" idx="11"/>
          </p:nvPr>
        </p:nvSpPr>
        <p:spPr/>
        <p:txBody>
          <a:bodyPr/>
          <a:lstStyle/>
          <a:p>
            <a:fld id="{72E657AC-4808-49C2-85C9-9B8A09B04136}" type="slidenum">
              <a:rPr lang="de-DE" altLang="ja-JP" smtClean="0"/>
              <a:pPr/>
              <a:t>5</a:t>
            </a:fld>
            <a:endParaRPr lang="de-DE" altLang="ja-JP"/>
          </a:p>
        </p:txBody>
      </p:sp>
    </p:spTree>
  </p:cSld>
  <p:clrMapOvr>
    <a:masterClrMapping/>
  </p:clrMapOvr>
  <p:transition advClick="0" advTm="10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4E27AB-CCC7-419D-B6CD-C4F7CD12732D}"/>
              </a:ext>
            </a:extLst>
          </p:cNvPr>
          <p:cNvSpPr>
            <a:spLocks noGrp="1"/>
          </p:cNvSpPr>
          <p:nvPr>
            <p:ph type="title"/>
          </p:nvPr>
        </p:nvSpPr>
        <p:spPr/>
        <p:txBody>
          <a:bodyPr/>
          <a:lstStyle/>
          <a:p>
            <a:r>
              <a:rPr lang="ja-JP" altLang="en-US" dirty="0"/>
              <a:t>富士通版</a:t>
            </a:r>
            <a:r>
              <a:rPr lang="en-US" altLang="ja-JP" dirty="0"/>
              <a:t>Activate3.0</a:t>
            </a:r>
            <a:r>
              <a:rPr lang="ja-JP" altLang="en-US" dirty="0"/>
              <a:t> スコープ範囲</a:t>
            </a:r>
            <a:endParaRPr kumimoji="1" lang="ja-JP" altLang="en-US" dirty="0"/>
          </a:p>
        </p:txBody>
      </p:sp>
      <p:sp>
        <p:nvSpPr>
          <p:cNvPr id="3" name="コンテンツ プレースホルダー 2">
            <a:extLst>
              <a:ext uri="{FF2B5EF4-FFF2-40B4-BE49-F238E27FC236}">
                <a16:creationId xmlns:a16="http://schemas.microsoft.com/office/drawing/2014/main" id="{6FD8905E-0099-4B0B-8CAF-8B89FDAFFD92}"/>
              </a:ext>
            </a:extLst>
          </p:cNvPr>
          <p:cNvSpPr>
            <a:spLocks noGrp="1"/>
          </p:cNvSpPr>
          <p:nvPr>
            <p:ph idx="1"/>
          </p:nvPr>
        </p:nvSpPr>
        <p:spPr>
          <a:xfrm>
            <a:off x="248290" y="989154"/>
            <a:ext cx="8642857" cy="3742170"/>
          </a:xfrm>
        </p:spPr>
        <p:txBody>
          <a:bodyPr/>
          <a:lstStyle/>
          <a:p>
            <a:pPr>
              <a:buFont typeface="Wingdings" panose="05000000000000000000" pitchFamily="2" charset="2"/>
              <a:buChar char="n"/>
            </a:pPr>
            <a:r>
              <a:rPr lang="en-US" altLang="ja-JP" sz="1799" dirty="0">
                <a:cs typeface="Meiryo UI" panose="020B0604030504040204" pitchFamily="50" charset="-128"/>
              </a:rPr>
              <a:t>Activate3.0</a:t>
            </a:r>
            <a:r>
              <a:rPr lang="ja-JP" altLang="en-US" sz="1799" dirty="0">
                <a:cs typeface="Meiryo UI" panose="020B0604030504040204" pitchFamily="50" charset="-128"/>
              </a:rPr>
              <a:t>が対象</a:t>
            </a:r>
            <a:r>
              <a:rPr lang="ja-JP" altLang="en-US" sz="1799" dirty="0"/>
              <a:t>とする</a:t>
            </a:r>
            <a:r>
              <a:rPr lang="en-US" altLang="ja-JP" sz="1799" dirty="0"/>
              <a:t>SAP</a:t>
            </a:r>
            <a:r>
              <a:rPr lang="ja-JP" altLang="en-US" sz="1799" dirty="0"/>
              <a:t>プロジェクト</a:t>
            </a:r>
            <a:r>
              <a:rPr lang="en-US" altLang="ja-JP" sz="1799" dirty="0"/>
              <a:t>(SI)</a:t>
            </a:r>
            <a:r>
              <a:rPr lang="ja-JP" altLang="en-US" sz="1799" dirty="0"/>
              <a:t>の種別は以下の通り。</a:t>
            </a:r>
            <a:endParaRPr lang="en-US" altLang="ja-JP" sz="1799" dirty="0"/>
          </a:p>
        </p:txBody>
      </p:sp>
      <p:sp>
        <p:nvSpPr>
          <p:cNvPr id="4" name="フッター プレースホルダー 3">
            <a:extLst>
              <a:ext uri="{FF2B5EF4-FFF2-40B4-BE49-F238E27FC236}">
                <a16:creationId xmlns:a16="http://schemas.microsoft.com/office/drawing/2014/main" id="{33EC62AB-695D-4570-9464-B4C3D6E9989A}"/>
              </a:ext>
            </a:extLst>
          </p:cNvPr>
          <p:cNvSpPr>
            <a:spLocks noGrp="1"/>
          </p:cNvSpPr>
          <p:nvPr>
            <p:ph type="ftr" sz="quarter" idx="10"/>
          </p:nvPr>
        </p:nvSpPr>
        <p:spPr bwMode="gray">
          <a:xfrm>
            <a:off x="4932363" y="4937125"/>
            <a:ext cx="3960812"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700" kern="1200">
                <a:solidFill>
                  <a:schemeClr val="tx1"/>
                </a:solidFill>
                <a:latin typeface="Meiryo UI" panose="020B0604030504040204" pitchFamily="50" charset="-128"/>
                <a:ea typeface="Meiryo UI" panose="020B0604030504040204" pitchFamily="50" charset="-128"/>
                <a:cs typeface="+mn-cs"/>
              </a:defRPr>
            </a:lvl1pPr>
            <a:lvl2pPr marL="4572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2pPr>
            <a:lvl3pPr marL="9144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3pPr>
            <a:lvl4pPr marL="13716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4pPr>
            <a:lvl5pPr marL="18288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5pPr>
            <a:lvl6pPr marL="2286000" algn="l" defTabSz="914400" rtl="0" eaLnBrk="1" latinLnBrk="0" hangingPunct="1">
              <a:defRPr kumimoji="1" sz="1600" kern="1200">
                <a:solidFill>
                  <a:srgbClr val="000000"/>
                </a:solidFill>
                <a:latin typeface="Arial" charset="0"/>
                <a:ea typeface="ＭＳ Ｐゴシック" pitchFamily="50" charset="-128"/>
                <a:cs typeface="+mn-cs"/>
              </a:defRPr>
            </a:lvl6pPr>
            <a:lvl7pPr marL="2743200" algn="l" defTabSz="914400" rtl="0" eaLnBrk="1" latinLnBrk="0" hangingPunct="1">
              <a:defRPr kumimoji="1" sz="1600" kern="1200">
                <a:solidFill>
                  <a:srgbClr val="000000"/>
                </a:solidFill>
                <a:latin typeface="Arial" charset="0"/>
                <a:ea typeface="ＭＳ Ｐゴシック" pitchFamily="50" charset="-128"/>
                <a:cs typeface="+mn-cs"/>
              </a:defRPr>
            </a:lvl7pPr>
            <a:lvl8pPr marL="3200400" algn="l" defTabSz="914400" rtl="0" eaLnBrk="1" latinLnBrk="0" hangingPunct="1">
              <a:defRPr kumimoji="1" sz="1600" kern="1200">
                <a:solidFill>
                  <a:srgbClr val="000000"/>
                </a:solidFill>
                <a:latin typeface="Arial" charset="0"/>
                <a:ea typeface="ＭＳ Ｐゴシック" pitchFamily="50" charset="-128"/>
                <a:cs typeface="+mn-cs"/>
              </a:defRPr>
            </a:lvl8pPr>
            <a:lvl9pPr marL="3657600" algn="l" defTabSz="914400" rtl="0" eaLnBrk="1" latinLnBrk="0" hangingPunct="1">
              <a:defRPr kumimoji="1" sz="1600" kern="1200">
                <a:solidFill>
                  <a:srgbClr val="000000"/>
                </a:solidFill>
                <a:latin typeface="Arial" charset="0"/>
                <a:ea typeface="ＭＳ Ｐゴシック" pitchFamily="50" charset="-128"/>
                <a:cs typeface="+mn-cs"/>
              </a:defRPr>
            </a:lvl9pPr>
          </a:lstStyle>
          <a:p>
            <a:r>
              <a:rPr lang="de-DE" altLang="ja-JP"/>
              <a:t>Copyright 2019 FUJITSU LIMITED</a:t>
            </a:r>
            <a:endParaRPr lang="de-DE" altLang="ja-JP" dirty="0">
              <a:solidFill>
                <a:srgbClr val="000000"/>
              </a:solidFill>
            </a:endParaRPr>
          </a:p>
        </p:txBody>
      </p:sp>
      <p:graphicFrame>
        <p:nvGraphicFramePr>
          <p:cNvPr id="6" name="表 5">
            <a:extLst>
              <a:ext uri="{FF2B5EF4-FFF2-40B4-BE49-F238E27FC236}">
                <a16:creationId xmlns:a16="http://schemas.microsoft.com/office/drawing/2014/main" id="{E57CA765-FB52-4CE1-9CCA-15D6D62F1D4A}"/>
              </a:ext>
            </a:extLst>
          </p:cNvPr>
          <p:cNvGraphicFramePr>
            <a:graphicFrameLocks noGrp="1"/>
          </p:cNvGraphicFramePr>
          <p:nvPr>
            <p:extLst>
              <p:ext uri="{D42A27DB-BD31-4B8C-83A1-F6EECF244321}">
                <p14:modId xmlns:p14="http://schemas.microsoft.com/office/powerpoint/2010/main" val="4192819631"/>
              </p:ext>
            </p:extLst>
          </p:nvPr>
        </p:nvGraphicFramePr>
        <p:xfrm>
          <a:off x="395237" y="1412559"/>
          <a:ext cx="8063996" cy="3017324"/>
        </p:xfrm>
        <a:graphic>
          <a:graphicData uri="http://schemas.openxmlformats.org/drawingml/2006/table">
            <a:tbl>
              <a:tblPr firstRow="1" bandRow="1">
                <a:tableStyleId>{5940675A-B579-460E-94D1-54222C63F5DA}</a:tableStyleId>
              </a:tblPr>
              <a:tblGrid>
                <a:gridCol w="433502">
                  <a:extLst>
                    <a:ext uri="{9D8B030D-6E8A-4147-A177-3AD203B41FA5}">
                      <a16:colId xmlns:a16="http://schemas.microsoft.com/office/drawing/2014/main" val="1462297694"/>
                    </a:ext>
                  </a:extLst>
                </a:gridCol>
                <a:gridCol w="2447517">
                  <a:extLst>
                    <a:ext uri="{9D8B030D-6E8A-4147-A177-3AD203B41FA5}">
                      <a16:colId xmlns:a16="http://schemas.microsoft.com/office/drawing/2014/main" val="1909679669"/>
                    </a:ext>
                  </a:extLst>
                </a:gridCol>
                <a:gridCol w="3474541">
                  <a:extLst>
                    <a:ext uri="{9D8B030D-6E8A-4147-A177-3AD203B41FA5}">
                      <a16:colId xmlns:a16="http://schemas.microsoft.com/office/drawing/2014/main" val="263667703"/>
                    </a:ext>
                  </a:extLst>
                </a:gridCol>
                <a:gridCol w="1708436">
                  <a:extLst>
                    <a:ext uri="{9D8B030D-6E8A-4147-A177-3AD203B41FA5}">
                      <a16:colId xmlns:a16="http://schemas.microsoft.com/office/drawing/2014/main" val="1910221198"/>
                    </a:ext>
                  </a:extLst>
                </a:gridCol>
              </a:tblGrid>
              <a:tr h="274235">
                <a:tc>
                  <a:txBody>
                    <a:bodyPr/>
                    <a:lstStyle/>
                    <a:p>
                      <a:pPr algn="ctr"/>
                      <a:r>
                        <a:rPr kumimoji="1" lang="en-US" altLang="ja-JP" sz="1100" b="0" dirty="0">
                          <a:solidFill>
                            <a:srgbClr val="FFFFFF"/>
                          </a:solidFill>
                          <a:latin typeface="Meiryo UI" panose="020B0604030504040204" pitchFamily="50" charset="-128"/>
                          <a:ea typeface="Meiryo UI" panose="020B0604030504040204" pitchFamily="50" charset="-128"/>
                        </a:rPr>
                        <a:t>No</a:t>
                      </a:r>
                      <a:endParaRPr kumimoji="1" lang="ja-JP" altLang="en-US" sz="1100" b="0" dirty="0">
                        <a:solidFill>
                          <a:srgbClr val="FFFFFF"/>
                        </a:solidFill>
                        <a:latin typeface="Meiryo UI" panose="020B0604030504040204" pitchFamily="50" charset="-128"/>
                        <a:ea typeface="Meiryo UI" panose="020B0604030504040204" pitchFamily="50" charset="-128"/>
                      </a:endParaRPr>
                    </a:p>
                  </a:txBody>
                  <a:tcPr marL="91412" marR="91412" marT="45706" marB="45706">
                    <a:solidFill>
                      <a:srgbClr val="87867E"/>
                    </a:solidFill>
                  </a:tcPr>
                </a:tc>
                <a:tc>
                  <a:txBody>
                    <a:bodyPr/>
                    <a:lstStyle/>
                    <a:p>
                      <a:pPr algn="ctr"/>
                      <a:r>
                        <a:rPr kumimoji="1" lang="ja-JP" altLang="en-US" sz="1200" dirty="0">
                          <a:solidFill>
                            <a:srgbClr val="FFFFFF"/>
                          </a:solidFill>
                          <a:latin typeface="Meiryo UI" panose="020B0604030504040204" pitchFamily="50" charset="-128"/>
                          <a:ea typeface="Meiryo UI" panose="020B0604030504040204" pitchFamily="50" charset="-128"/>
                        </a:rPr>
                        <a:t>プロジェクト種別</a:t>
                      </a:r>
                      <a:endParaRPr kumimoji="1" lang="ja-JP" altLang="en-US" sz="1200" b="0" dirty="0">
                        <a:solidFill>
                          <a:srgbClr val="FFFFFF"/>
                        </a:solidFill>
                        <a:latin typeface="Meiryo UI" panose="020B0604030504040204" pitchFamily="50" charset="-128"/>
                        <a:ea typeface="Meiryo UI" panose="020B0604030504040204" pitchFamily="50" charset="-128"/>
                      </a:endParaRPr>
                    </a:p>
                  </a:txBody>
                  <a:tcPr marL="91412" marR="91412" marT="45706" marB="45706">
                    <a:solidFill>
                      <a:srgbClr val="87867E"/>
                    </a:solidFill>
                  </a:tcPr>
                </a:tc>
                <a:tc>
                  <a:txBody>
                    <a:bodyPr/>
                    <a:lstStyle/>
                    <a:p>
                      <a:pPr algn="ctr"/>
                      <a:r>
                        <a:rPr kumimoji="1" lang="ja-JP" altLang="en-US" sz="1200" dirty="0">
                          <a:solidFill>
                            <a:srgbClr val="FFFFFF"/>
                          </a:solidFill>
                          <a:latin typeface="Meiryo UI" panose="020B0604030504040204" pitchFamily="50" charset="-128"/>
                          <a:ea typeface="Meiryo UI" panose="020B0604030504040204" pitchFamily="50" charset="-128"/>
                        </a:rPr>
                        <a:t>説明</a:t>
                      </a:r>
                      <a:endParaRPr kumimoji="1" lang="ja-JP" altLang="en-US" sz="1200" b="0" dirty="0">
                        <a:solidFill>
                          <a:srgbClr val="FFFFFF"/>
                        </a:solidFill>
                        <a:latin typeface="Meiryo UI" panose="020B0604030504040204" pitchFamily="50" charset="-128"/>
                        <a:ea typeface="Meiryo UI" panose="020B0604030504040204" pitchFamily="50" charset="-128"/>
                      </a:endParaRPr>
                    </a:p>
                  </a:txBody>
                  <a:tcPr marL="91412" marR="91412" marT="45706" marB="45706">
                    <a:solidFill>
                      <a:srgbClr val="87867E"/>
                    </a:solidFill>
                  </a:tcPr>
                </a:tc>
                <a:tc>
                  <a:txBody>
                    <a:bodyPr/>
                    <a:lstStyle/>
                    <a:p>
                      <a:pPr algn="ctr"/>
                      <a:r>
                        <a:rPr kumimoji="1" lang="en-US" altLang="ja-JP" sz="1200" dirty="0">
                          <a:solidFill>
                            <a:srgbClr val="FFFFFF"/>
                          </a:solidFill>
                          <a:latin typeface="Meiryo UI" panose="020B0604030504040204" pitchFamily="50" charset="-128"/>
                          <a:ea typeface="Meiryo UI" panose="020B0604030504040204" pitchFamily="50" charset="-128"/>
                        </a:rPr>
                        <a:t>Activate3.0</a:t>
                      </a:r>
                      <a:r>
                        <a:rPr kumimoji="1" lang="ja-JP" altLang="en-US" sz="1200" dirty="0">
                          <a:solidFill>
                            <a:srgbClr val="FFFFFF"/>
                          </a:solidFill>
                          <a:latin typeface="Meiryo UI" panose="020B0604030504040204" pitchFamily="50" charset="-128"/>
                          <a:ea typeface="Meiryo UI" panose="020B0604030504040204" pitchFamily="50" charset="-128"/>
                        </a:rPr>
                        <a:t>の対象</a:t>
                      </a:r>
                      <a:endParaRPr kumimoji="1" lang="ja-JP" altLang="en-US" sz="1200" b="0" dirty="0">
                        <a:solidFill>
                          <a:srgbClr val="FFFFFF"/>
                        </a:solidFill>
                        <a:latin typeface="Meiryo UI" panose="020B0604030504040204" pitchFamily="50" charset="-128"/>
                        <a:ea typeface="Meiryo UI" panose="020B0604030504040204" pitchFamily="50" charset="-128"/>
                      </a:endParaRPr>
                    </a:p>
                  </a:txBody>
                  <a:tcPr marL="91412" marR="91412" marT="45706" marB="45706">
                    <a:solidFill>
                      <a:srgbClr val="87867E"/>
                    </a:solidFill>
                  </a:tcPr>
                </a:tc>
                <a:extLst>
                  <a:ext uri="{0D108BD9-81ED-4DB2-BD59-A6C34878D82A}">
                    <a16:rowId xmlns:a16="http://schemas.microsoft.com/office/drawing/2014/main" val="2106790159"/>
                  </a:ext>
                </a:extLst>
              </a:tr>
              <a:tr h="457059">
                <a:tc>
                  <a:txBody>
                    <a:bodyPr/>
                    <a:lstStyle/>
                    <a:p>
                      <a:r>
                        <a:rPr kumimoji="1" lang="en-US" altLang="ja-JP" sz="1200" b="0" dirty="0">
                          <a:solidFill>
                            <a:srgbClr val="000000"/>
                          </a:solidFill>
                          <a:latin typeface="Meiryo UI" panose="020B0604030504040204" pitchFamily="50" charset="-128"/>
                          <a:ea typeface="Meiryo UI" panose="020B0604030504040204" pitchFamily="50" charset="-128"/>
                        </a:rPr>
                        <a:t>1</a:t>
                      </a:r>
                    </a:p>
                  </a:txBody>
                  <a:tcPr marL="91412" marR="91412" marT="45706" marB="45706">
                    <a:solidFill>
                      <a:srgbClr val="EBD9D9"/>
                    </a:solidFill>
                  </a:tcPr>
                </a:tc>
                <a:tc>
                  <a:txBody>
                    <a:bodyPr/>
                    <a:lstStyle/>
                    <a:p>
                      <a:r>
                        <a:rPr kumimoji="1" lang="ja-JP" altLang="en-US" sz="1200" dirty="0">
                          <a:solidFill>
                            <a:srgbClr val="000000"/>
                          </a:solidFill>
                          <a:latin typeface="Meiryo UI" panose="020B0604030504040204" pitchFamily="50" charset="-128"/>
                          <a:ea typeface="Meiryo UI" panose="020B0604030504040204" pitchFamily="50" charset="-128"/>
                        </a:rPr>
                        <a:t>新規導入・リビルド</a:t>
                      </a:r>
                      <a:endParaRPr kumimoji="1" lang="en-US" altLang="ja-JP" sz="1200" dirty="0">
                        <a:solidFill>
                          <a:srgbClr val="000000"/>
                        </a:solidFill>
                        <a:latin typeface="Meiryo UI" panose="020B0604030504040204" pitchFamily="50" charset="-128"/>
                        <a:ea typeface="Meiryo UI" panose="020B0604030504040204" pitchFamily="50" charset="-128"/>
                      </a:endParaRPr>
                    </a:p>
                    <a:p>
                      <a:r>
                        <a:rPr kumimoji="1" lang="en-US" altLang="ja-JP" sz="1200" dirty="0">
                          <a:solidFill>
                            <a:srgbClr val="000000"/>
                          </a:solidFill>
                          <a:latin typeface="Meiryo UI" panose="020B0604030504040204" pitchFamily="50" charset="-128"/>
                          <a:ea typeface="Meiryo UI" panose="020B0604030504040204" pitchFamily="50" charset="-128"/>
                        </a:rPr>
                        <a:t>(Green)</a:t>
                      </a:r>
                      <a:endParaRPr kumimoji="1" lang="en-US" altLang="ja-JP" sz="1200" b="0" dirty="0">
                        <a:solidFill>
                          <a:srgbClr val="000000"/>
                        </a:solidFill>
                        <a:latin typeface="Meiryo UI" panose="020B0604030504040204" pitchFamily="50" charset="-128"/>
                        <a:ea typeface="Meiryo UI" panose="020B0604030504040204" pitchFamily="50" charset="-128"/>
                      </a:endParaRPr>
                    </a:p>
                  </a:txBody>
                  <a:tcPr marL="91412" marR="91412" marT="45706" marB="45706">
                    <a:solidFill>
                      <a:srgbClr val="EBD9D9"/>
                    </a:solidFill>
                  </a:tcPr>
                </a:tc>
                <a:tc>
                  <a:txBody>
                    <a:bodyPr/>
                    <a:lstStyle/>
                    <a:p>
                      <a:r>
                        <a:rPr kumimoji="1" lang="en-US" altLang="ja-JP" sz="1200" dirty="0">
                          <a:solidFill>
                            <a:srgbClr val="000000"/>
                          </a:solidFill>
                          <a:latin typeface="Meiryo UI" panose="020B0604030504040204" pitchFamily="50" charset="-128"/>
                          <a:ea typeface="Meiryo UI" panose="020B0604030504040204" pitchFamily="50" charset="-128"/>
                        </a:rPr>
                        <a:t>SAP</a:t>
                      </a:r>
                      <a:r>
                        <a:rPr kumimoji="1" lang="ja-JP" altLang="en-US" sz="1200" dirty="0">
                          <a:solidFill>
                            <a:srgbClr val="000000"/>
                          </a:solidFill>
                          <a:latin typeface="Meiryo UI" panose="020B0604030504040204" pitchFamily="50" charset="-128"/>
                          <a:ea typeface="Meiryo UI" panose="020B0604030504040204" pitchFamily="50" charset="-128"/>
                        </a:rPr>
                        <a:t> </a:t>
                      </a:r>
                      <a:r>
                        <a:rPr kumimoji="1" lang="en-US" altLang="ja-JP" sz="1200" dirty="0">
                          <a:solidFill>
                            <a:srgbClr val="000000"/>
                          </a:solidFill>
                          <a:latin typeface="Meiryo UI" panose="020B0604030504040204" pitchFamily="50" charset="-128"/>
                          <a:ea typeface="Meiryo UI" panose="020B0604030504040204" pitchFamily="50" charset="-128"/>
                        </a:rPr>
                        <a:t>ERP</a:t>
                      </a:r>
                      <a:r>
                        <a:rPr kumimoji="1" lang="ja-JP" altLang="en-US" sz="1200" dirty="0">
                          <a:solidFill>
                            <a:srgbClr val="000000"/>
                          </a:solidFill>
                          <a:latin typeface="Meiryo UI" panose="020B0604030504040204" pitchFamily="50" charset="-128"/>
                          <a:ea typeface="Meiryo UI" panose="020B0604030504040204" pitchFamily="50" charset="-128"/>
                        </a:rPr>
                        <a:t>の新規導入ないし</a:t>
                      </a:r>
                      <a:endParaRPr kumimoji="1" lang="en-US" altLang="ja-JP" sz="1200" dirty="0">
                        <a:solidFill>
                          <a:srgbClr val="000000"/>
                        </a:solidFill>
                        <a:latin typeface="Meiryo UI" panose="020B0604030504040204" pitchFamily="50" charset="-128"/>
                        <a:ea typeface="Meiryo UI" panose="020B0604030504040204" pitchFamily="50" charset="-128"/>
                      </a:endParaRPr>
                    </a:p>
                    <a:p>
                      <a:r>
                        <a:rPr kumimoji="1" lang="ja-JP" altLang="en-US" sz="1200" dirty="0">
                          <a:solidFill>
                            <a:srgbClr val="000000"/>
                          </a:solidFill>
                          <a:latin typeface="Meiryo UI" panose="020B0604030504040204" pitchFamily="50" charset="-128"/>
                          <a:ea typeface="Meiryo UI" panose="020B0604030504040204" pitchFamily="50" charset="-128"/>
                        </a:rPr>
                        <a:t>リビルド</a:t>
                      </a:r>
                      <a:endParaRPr kumimoji="1" lang="en-US" altLang="ja-JP" sz="1200" b="0" dirty="0">
                        <a:solidFill>
                          <a:srgbClr val="000000"/>
                        </a:solidFill>
                        <a:latin typeface="Meiryo UI" panose="020B0604030504040204" pitchFamily="50" charset="-128"/>
                        <a:ea typeface="Meiryo UI" panose="020B0604030504040204" pitchFamily="50" charset="-128"/>
                      </a:endParaRPr>
                    </a:p>
                  </a:txBody>
                  <a:tcPr marL="91412" marR="91412" marT="45706" marB="45706">
                    <a:solidFill>
                      <a:srgbClr val="EBD9D9"/>
                    </a:solidFill>
                  </a:tcPr>
                </a:tc>
                <a:tc>
                  <a:txBody>
                    <a:bodyPr/>
                    <a:lstStyle/>
                    <a:p>
                      <a:r>
                        <a:rPr kumimoji="1" lang="ja-JP" altLang="en-US" sz="1200" b="0" dirty="0">
                          <a:solidFill>
                            <a:srgbClr val="000000"/>
                          </a:solidFill>
                          <a:latin typeface="Meiryo UI" panose="020B0604030504040204" pitchFamily="50" charset="-128"/>
                          <a:ea typeface="Meiryo UI" panose="020B0604030504040204" pitchFamily="50" charset="-128"/>
                        </a:rPr>
                        <a:t>対象</a:t>
                      </a:r>
                      <a:endParaRPr kumimoji="1" lang="en-US" altLang="ja-JP" sz="1200" b="0" dirty="0">
                        <a:solidFill>
                          <a:srgbClr val="000000"/>
                        </a:solidFill>
                        <a:latin typeface="Meiryo UI" panose="020B0604030504040204" pitchFamily="50" charset="-128"/>
                        <a:ea typeface="Meiryo UI" panose="020B0604030504040204" pitchFamily="50" charset="-128"/>
                      </a:endParaRPr>
                    </a:p>
                  </a:txBody>
                  <a:tcPr marL="91412" marR="91412" marT="45706" marB="45706">
                    <a:solidFill>
                      <a:srgbClr val="EBD9D9"/>
                    </a:solidFill>
                  </a:tcPr>
                </a:tc>
                <a:extLst>
                  <a:ext uri="{0D108BD9-81ED-4DB2-BD59-A6C34878D82A}">
                    <a16:rowId xmlns:a16="http://schemas.microsoft.com/office/drawing/2014/main" val="2336821050"/>
                  </a:ext>
                </a:extLst>
              </a:tr>
              <a:tr h="457059">
                <a:tc>
                  <a:txBody>
                    <a:bodyPr/>
                    <a:lstStyle/>
                    <a:p>
                      <a:r>
                        <a:rPr kumimoji="1" lang="en-US" altLang="ja-JP" sz="1200" b="0" dirty="0">
                          <a:solidFill>
                            <a:schemeClr val="tx1"/>
                          </a:solidFill>
                          <a:latin typeface="Meiryo UI" panose="020B0604030504040204" pitchFamily="50" charset="-128"/>
                          <a:ea typeface="Meiryo UI" panose="020B0604030504040204" pitchFamily="50" charset="-128"/>
                        </a:rPr>
                        <a:t>2</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dirty="0">
                          <a:latin typeface="Meiryo UI" panose="020B0604030504040204" pitchFamily="50" charset="-128"/>
                          <a:ea typeface="Meiryo UI" panose="020B0604030504040204" pitchFamily="50" charset="-128"/>
                        </a:rPr>
                        <a:t>コンバージョン</a:t>
                      </a:r>
                      <a:endParaRPr kumimoji="1"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(Brown/Blue)</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dirty="0">
                          <a:latin typeface="Meiryo UI" panose="020B0604030504040204" pitchFamily="50" charset="-128"/>
                          <a:ea typeface="Meiryo UI" panose="020B0604030504040204" pitchFamily="50" charset="-128"/>
                        </a:rPr>
                        <a:t>既存</a:t>
                      </a:r>
                      <a:r>
                        <a:rPr kumimoji="1" lang="en-US" altLang="ja-JP" sz="1200" dirty="0">
                          <a:latin typeface="Meiryo UI" panose="020B0604030504040204" pitchFamily="50" charset="-128"/>
                          <a:ea typeface="Meiryo UI" panose="020B0604030504040204" pitchFamily="50" charset="-128"/>
                        </a:rPr>
                        <a:t>SAP</a:t>
                      </a:r>
                      <a:r>
                        <a:rPr kumimoji="1" lang="ja-JP" altLang="en-US" sz="1200" dirty="0">
                          <a:latin typeface="Meiryo UI" panose="020B0604030504040204" pitchFamily="50" charset="-128"/>
                          <a:ea typeface="Meiryo UI" panose="020B0604030504040204" pitchFamily="50" charset="-128"/>
                        </a:rPr>
                        <a:t>からのコンバージョン</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b="0" dirty="0">
                          <a:solidFill>
                            <a:schemeClr val="tx1"/>
                          </a:solidFill>
                          <a:latin typeface="Meiryo UI" panose="020B0604030504040204" pitchFamily="50" charset="-128"/>
                          <a:ea typeface="Meiryo UI" panose="020B0604030504040204" pitchFamily="50" charset="-128"/>
                        </a:rPr>
                        <a:t>対象外</a:t>
                      </a:r>
                    </a:p>
                  </a:txBody>
                  <a:tcPr marL="91412" marR="91412" marT="45706" marB="45706">
                    <a:solidFill>
                      <a:schemeClr val="bg1"/>
                    </a:solidFill>
                  </a:tcPr>
                </a:tc>
                <a:extLst>
                  <a:ext uri="{0D108BD9-81ED-4DB2-BD59-A6C34878D82A}">
                    <a16:rowId xmlns:a16="http://schemas.microsoft.com/office/drawing/2014/main" val="2044752451"/>
                  </a:ext>
                </a:extLst>
              </a:tr>
              <a:tr h="457059">
                <a:tc>
                  <a:txBody>
                    <a:bodyPr/>
                    <a:lstStyle/>
                    <a:p>
                      <a:r>
                        <a:rPr kumimoji="1" lang="en-US" altLang="ja-JP" sz="1200" b="0" dirty="0">
                          <a:solidFill>
                            <a:schemeClr val="tx1"/>
                          </a:solidFill>
                          <a:latin typeface="Meiryo UI" panose="020B0604030504040204" pitchFamily="50" charset="-128"/>
                          <a:ea typeface="Meiryo UI" panose="020B0604030504040204" pitchFamily="50" charset="-128"/>
                        </a:rPr>
                        <a:t>3</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dirty="0">
                          <a:latin typeface="Meiryo UI" panose="020B0604030504040204" pitchFamily="50" charset="-128"/>
                          <a:ea typeface="Meiryo UI" panose="020B0604030504040204" pitchFamily="50" charset="-128"/>
                        </a:rPr>
                        <a:t>リフト＆シフト</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dirty="0">
                          <a:latin typeface="Meiryo UI" panose="020B0604030504040204" pitchFamily="50" charset="-128"/>
                          <a:ea typeface="Meiryo UI" panose="020B0604030504040204" pitchFamily="50" charset="-128"/>
                        </a:rPr>
                        <a:t>クラウド移行</a:t>
                      </a:r>
                      <a:endParaRPr kumimoji="1"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SAP</a:t>
                      </a:r>
                      <a:r>
                        <a:rPr kumimoji="1" lang="ja-JP" altLang="en-US" sz="12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ERP</a:t>
                      </a:r>
                      <a:r>
                        <a:rPr kumimoji="1" lang="ja-JP" altLang="en-US" sz="1200" dirty="0">
                          <a:latin typeface="Meiryo UI" panose="020B0604030504040204" pitchFamily="50" charset="-128"/>
                          <a:ea typeface="Meiryo UI" panose="020B0604030504040204" pitchFamily="50" charset="-128"/>
                        </a:rPr>
                        <a:t>のバージョンアップ</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b="0" dirty="0">
                          <a:solidFill>
                            <a:schemeClr val="tx1"/>
                          </a:solidFill>
                          <a:latin typeface="Meiryo UI" panose="020B0604030504040204" pitchFamily="50" charset="-128"/>
                          <a:ea typeface="Meiryo UI" panose="020B0604030504040204" pitchFamily="50" charset="-128"/>
                        </a:rPr>
                        <a:t>対象外</a:t>
                      </a:r>
                    </a:p>
                  </a:txBody>
                  <a:tcPr marL="91412" marR="91412" marT="45706" marB="45706">
                    <a:solidFill>
                      <a:schemeClr val="bg1"/>
                    </a:solidFill>
                  </a:tcPr>
                </a:tc>
                <a:extLst>
                  <a:ext uri="{0D108BD9-81ED-4DB2-BD59-A6C34878D82A}">
                    <a16:rowId xmlns:a16="http://schemas.microsoft.com/office/drawing/2014/main" val="3149370138"/>
                  </a:ext>
                </a:extLst>
              </a:tr>
              <a:tr h="457059">
                <a:tc>
                  <a:txBody>
                    <a:bodyPr/>
                    <a:lstStyle/>
                    <a:p>
                      <a:r>
                        <a:rPr kumimoji="1" lang="en-US" altLang="ja-JP" sz="1200" b="0" dirty="0">
                          <a:solidFill>
                            <a:schemeClr val="tx1"/>
                          </a:solidFill>
                          <a:latin typeface="Meiryo UI" panose="020B0604030504040204" pitchFamily="50" charset="-128"/>
                          <a:ea typeface="Meiryo UI" panose="020B0604030504040204" pitchFamily="50" charset="-128"/>
                        </a:rPr>
                        <a:t>4</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anose="020B0604030504040204" pitchFamily="50" charset="-128"/>
                          <a:ea typeface="Meiryo UI" panose="020B0604030504040204" pitchFamily="50" charset="-128"/>
                        </a:rPr>
                        <a:t>SAP</a:t>
                      </a:r>
                      <a:r>
                        <a:rPr kumimoji="1" lang="ja-JP" altLang="en-US" sz="1200" dirty="0">
                          <a:latin typeface="Meiryo UI" panose="020B0604030504040204" pitchFamily="50" charset="-128"/>
                          <a:ea typeface="Meiryo UI" panose="020B0604030504040204" pitchFamily="50" charset="-128"/>
                        </a:rPr>
                        <a:t>領域拡大</a:t>
                      </a:r>
                    </a:p>
                    <a:p>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dirty="0">
                          <a:latin typeface="Meiryo UI" panose="020B0604030504040204" pitchFamily="50" charset="-128"/>
                          <a:ea typeface="Meiryo UI" panose="020B0604030504040204" pitchFamily="50" charset="-128"/>
                        </a:rPr>
                        <a:t>導入済</a:t>
                      </a:r>
                      <a:r>
                        <a:rPr kumimoji="1" lang="en-US" altLang="ja-JP" sz="1200" dirty="0">
                          <a:latin typeface="Meiryo UI" panose="020B0604030504040204" pitchFamily="50" charset="-128"/>
                          <a:ea typeface="Meiryo UI" panose="020B0604030504040204" pitchFamily="50" charset="-128"/>
                        </a:rPr>
                        <a:t>SAP</a:t>
                      </a:r>
                      <a:r>
                        <a:rPr kumimoji="1" lang="ja-JP" altLang="en-US" sz="12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ERP</a:t>
                      </a:r>
                      <a:r>
                        <a:rPr kumimoji="1" lang="ja-JP" altLang="en-US" sz="1200" dirty="0">
                          <a:latin typeface="Meiryo UI" panose="020B0604030504040204" pitchFamily="50" charset="-128"/>
                          <a:ea typeface="Meiryo UI" panose="020B0604030504040204" pitchFamily="50" charset="-128"/>
                        </a:rPr>
                        <a:t>に対する適用領域の拡大</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b="0" dirty="0">
                          <a:solidFill>
                            <a:schemeClr val="tx1"/>
                          </a:solidFill>
                          <a:latin typeface="Meiryo UI" panose="020B0604030504040204" pitchFamily="50" charset="-128"/>
                          <a:ea typeface="Meiryo UI" panose="020B0604030504040204" pitchFamily="50" charset="-128"/>
                        </a:rPr>
                        <a:t>対象外</a:t>
                      </a:r>
                      <a:endParaRPr kumimoji="1" lang="en-US" altLang="ja-JP"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extLst>
                  <a:ext uri="{0D108BD9-81ED-4DB2-BD59-A6C34878D82A}">
                    <a16:rowId xmlns:a16="http://schemas.microsoft.com/office/drawing/2014/main" val="366215015"/>
                  </a:ext>
                </a:extLst>
              </a:tr>
              <a:tr h="457059">
                <a:tc>
                  <a:txBody>
                    <a:bodyPr/>
                    <a:lstStyle/>
                    <a:p>
                      <a:r>
                        <a:rPr lang="en-US" altLang="ja-JP" sz="1200" dirty="0">
                          <a:latin typeface="Meiryo UI" panose="020B0604030504040204" pitchFamily="50" charset="-128"/>
                          <a:ea typeface="Meiryo UI" panose="020B0604030504040204" pitchFamily="50" charset="-128"/>
                        </a:rPr>
                        <a:t>5</a:t>
                      </a:r>
                      <a:endParaRPr lang="ja-JP" altLang="en-US" sz="1200" dirty="0">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lang="ja-JP" altLang="en-US" sz="1200" dirty="0">
                          <a:latin typeface="Meiryo UI" panose="020B0604030504040204" pitchFamily="50" charset="-128"/>
                          <a:ea typeface="Meiryo UI" panose="020B0604030504040204" pitchFamily="50" charset="-128"/>
                        </a:rPr>
                        <a:t>展開</a:t>
                      </a:r>
                    </a:p>
                  </a:txBody>
                  <a:tcPr marL="91412" marR="91412" marT="45706" marB="45706">
                    <a:solidFill>
                      <a:schemeClr val="bg1"/>
                    </a:solidFill>
                  </a:tcPr>
                </a:tc>
                <a:tc>
                  <a:txBody>
                    <a:bodyPr/>
                    <a:lstStyle/>
                    <a:p>
                      <a:r>
                        <a:rPr kumimoji="1" lang="ja-JP" altLang="en-US" sz="1200" b="0" dirty="0">
                          <a:solidFill>
                            <a:schemeClr val="tx1"/>
                          </a:solidFill>
                          <a:latin typeface="Meiryo UI" panose="020B0604030504040204" pitchFamily="50" charset="-128"/>
                          <a:ea typeface="Meiryo UI" panose="020B0604030504040204" pitchFamily="50" charset="-128"/>
                        </a:rPr>
                        <a:t>国内・海外拠点への展開</a:t>
                      </a:r>
                      <a:endParaRPr kumimoji="1" lang="en-US" altLang="ja-JP" sz="1200" b="0" dirty="0">
                        <a:solidFill>
                          <a:schemeClr val="tx1"/>
                        </a:solidFill>
                        <a:latin typeface="Meiryo UI" panose="020B0604030504040204" pitchFamily="50" charset="-128"/>
                        <a:ea typeface="Meiryo UI" panose="020B0604030504040204" pitchFamily="50" charset="-128"/>
                      </a:endParaRPr>
                    </a:p>
                    <a:p>
                      <a:endParaRPr kumimoji="1" lang="en-US" altLang="ja-JP"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latin typeface="Meiryo UI" panose="020B0604030504040204" pitchFamily="50" charset="-128"/>
                          <a:ea typeface="Meiryo UI" panose="020B0604030504040204" pitchFamily="50" charset="-128"/>
                        </a:rPr>
                        <a:t>対象外</a:t>
                      </a:r>
                      <a:endParaRPr kumimoji="1" lang="en-US" altLang="ja-JP"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extLst>
                  <a:ext uri="{0D108BD9-81ED-4DB2-BD59-A6C34878D82A}">
                    <a16:rowId xmlns:a16="http://schemas.microsoft.com/office/drawing/2014/main" val="2750021275"/>
                  </a:ext>
                </a:extLst>
              </a:tr>
              <a:tr h="457059">
                <a:tc>
                  <a:txBody>
                    <a:bodyPr/>
                    <a:lstStyle/>
                    <a:p>
                      <a:r>
                        <a:rPr kumimoji="1" lang="en-US" altLang="ja-JP" sz="1200" b="0" dirty="0">
                          <a:solidFill>
                            <a:schemeClr val="tx1"/>
                          </a:solidFill>
                          <a:latin typeface="Meiryo UI" panose="020B0604030504040204" pitchFamily="50" charset="-128"/>
                          <a:ea typeface="Meiryo UI" panose="020B0604030504040204" pitchFamily="50" charset="-128"/>
                        </a:rPr>
                        <a:t>6</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r>
                        <a:rPr kumimoji="1" lang="ja-JP" altLang="en-US" sz="1200" b="0" dirty="0">
                          <a:solidFill>
                            <a:schemeClr val="tx1"/>
                          </a:solidFill>
                          <a:latin typeface="Meiryo UI" panose="020B0604030504040204" pitchFamily="50" charset="-128"/>
                          <a:ea typeface="Meiryo UI" panose="020B0604030504040204" pitchFamily="50" charset="-128"/>
                        </a:rPr>
                        <a:t>その他 </a:t>
                      </a:r>
                      <a:r>
                        <a:rPr kumimoji="1" lang="en-US" altLang="ja-JP" sz="1200" b="0" dirty="0">
                          <a:solidFill>
                            <a:schemeClr val="tx1"/>
                          </a:solidFill>
                          <a:latin typeface="Meiryo UI" panose="020B0604030504040204" pitchFamily="50" charset="-128"/>
                          <a:ea typeface="Meiryo UI" panose="020B0604030504040204" pitchFamily="50" charset="-128"/>
                        </a:rPr>
                        <a:t>SE</a:t>
                      </a:r>
                      <a:r>
                        <a:rPr kumimoji="1" lang="ja-JP" altLang="en-US" sz="1200" b="0" dirty="0">
                          <a:solidFill>
                            <a:schemeClr val="tx1"/>
                          </a:solidFill>
                          <a:latin typeface="Meiryo UI" panose="020B0604030504040204" pitchFamily="50" charset="-128"/>
                          <a:ea typeface="Meiryo UI" panose="020B0604030504040204" pitchFamily="50" charset="-128"/>
                        </a:rPr>
                        <a:t>支援</a:t>
                      </a:r>
                      <a:r>
                        <a:rPr kumimoji="1" lang="en-US" altLang="ja-JP" sz="1200" b="0" dirty="0">
                          <a:solidFill>
                            <a:schemeClr val="tx1"/>
                          </a:solidFill>
                          <a:latin typeface="Meiryo UI" panose="020B0604030504040204" pitchFamily="50" charset="-128"/>
                          <a:ea typeface="Meiryo UI" panose="020B0604030504040204" pitchFamily="50" charset="-128"/>
                        </a:rPr>
                        <a:t>/</a:t>
                      </a:r>
                      <a:r>
                        <a:rPr kumimoji="1" lang="ja-JP" altLang="en-US" sz="1200" b="0" dirty="0">
                          <a:solidFill>
                            <a:schemeClr val="tx1"/>
                          </a:solidFill>
                          <a:latin typeface="Meiryo UI" panose="020B0604030504040204" pitchFamily="50" charset="-128"/>
                          <a:ea typeface="Meiryo UI" panose="020B0604030504040204" pitchFamily="50" charset="-128"/>
                        </a:rPr>
                        <a:t>サービス</a:t>
                      </a:r>
                    </a:p>
                  </a:txBody>
                  <a:tcPr marL="91412" marR="91412" marT="45706" marB="45706">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anose="020B0604030504040204" pitchFamily="50" charset="-128"/>
                          <a:ea typeface="Meiryo UI" panose="020B0604030504040204" pitchFamily="50" charset="-128"/>
                        </a:rPr>
                        <a:t>PMO</a:t>
                      </a:r>
                      <a:r>
                        <a:rPr kumimoji="1" lang="ja-JP" altLang="en-US" sz="1200" dirty="0">
                          <a:latin typeface="Meiryo UI" panose="020B0604030504040204" pitchFamily="50" charset="-128"/>
                          <a:ea typeface="Meiryo UI" panose="020B0604030504040204" pitchFamily="50" charset="-128"/>
                        </a:rPr>
                        <a:t>支援等の委任作業</a:t>
                      </a:r>
                      <a:endParaRPr kumimoji="1"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成功報酬型サービス　等</a:t>
                      </a:r>
                      <a:endParaRPr kumimoji="1" lang="en-US" altLang="ja-JP" sz="1200" dirty="0">
                        <a:latin typeface="Meiryo UI" panose="020B0604030504040204" pitchFamily="50" charset="-128"/>
                        <a:ea typeface="Meiryo UI" panose="020B0604030504040204" pitchFamily="50" charset="-128"/>
                      </a:endParaRPr>
                    </a:p>
                  </a:txBody>
                  <a:tcPr marL="91412" marR="91412" marT="45706" marB="45706">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latin typeface="Meiryo UI" panose="020B0604030504040204" pitchFamily="50" charset="-128"/>
                          <a:ea typeface="Meiryo UI" panose="020B0604030504040204" pitchFamily="50" charset="-128"/>
                        </a:rPr>
                        <a:t>対象外</a:t>
                      </a:r>
                      <a:endParaRPr kumimoji="1" lang="en-US" altLang="ja-JP" sz="1200" b="0" dirty="0">
                        <a:solidFill>
                          <a:schemeClr val="tx1"/>
                        </a:solidFill>
                        <a:latin typeface="Meiryo UI" panose="020B0604030504040204" pitchFamily="50" charset="-128"/>
                        <a:ea typeface="Meiryo UI" panose="020B0604030504040204" pitchFamily="50" charset="-128"/>
                      </a:endParaRPr>
                    </a:p>
                  </a:txBody>
                  <a:tcPr marL="91412" marR="91412" marT="45706" marB="45706">
                    <a:solidFill>
                      <a:schemeClr val="bg1"/>
                    </a:solidFill>
                  </a:tcPr>
                </a:tc>
                <a:extLst>
                  <a:ext uri="{0D108BD9-81ED-4DB2-BD59-A6C34878D82A}">
                    <a16:rowId xmlns:a16="http://schemas.microsoft.com/office/drawing/2014/main" val="2332886735"/>
                  </a:ext>
                </a:extLst>
              </a:tr>
            </a:tbl>
          </a:graphicData>
        </a:graphic>
      </p:graphicFrame>
      <p:sp>
        <p:nvSpPr>
          <p:cNvPr id="7" name="スライド番号プレースホルダー 6">
            <a:extLst>
              <a:ext uri="{FF2B5EF4-FFF2-40B4-BE49-F238E27FC236}">
                <a16:creationId xmlns:a16="http://schemas.microsoft.com/office/drawing/2014/main" id="{233CC82A-112D-4D76-96F3-50C59168F5EB}"/>
              </a:ext>
            </a:extLst>
          </p:cNvPr>
          <p:cNvSpPr>
            <a:spLocks noGrp="1"/>
          </p:cNvSpPr>
          <p:nvPr>
            <p:ph type="sldNum" sz="quarter" idx="12"/>
          </p:nvPr>
        </p:nvSpPr>
        <p:spPr/>
        <p:txBody>
          <a:bodyPr/>
          <a:lstStyle/>
          <a:p>
            <a:fld id="{4D029D89-7B63-4C94-AD4D-2E4D6BB83637}" type="slidenum">
              <a:rPr kumimoji="1" lang="ja-JP" altLang="en-US" smtClean="0"/>
              <a:t>6</a:t>
            </a:fld>
            <a:endParaRPr kumimoji="1" lang="ja-JP" altLang="en-US"/>
          </a:p>
        </p:txBody>
      </p:sp>
    </p:spTree>
    <p:extLst>
      <p:ext uri="{BB962C8B-B14F-4D97-AF65-F5344CB8AC3E}">
        <p14:creationId xmlns:p14="http://schemas.microsoft.com/office/powerpoint/2010/main" val="45999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a:bodyPr>
          <a:lstStyle/>
          <a:p>
            <a:r>
              <a:rPr lang="ja-JP" altLang="en-US" sz="2800" dirty="0">
                <a:latin typeface="+mj-lt"/>
                <a:ea typeface="+mj-ea"/>
              </a:rPr>
              <a:t>富士通版</a:t>
            </a:r>
            <a:r>
              <a:rPr lang="en-US" altLang="ja-JP" sz="2800" dirty="0">
                <a:latin typeface="+mj-lt"/>
                <a:ea typeface="+mj-ea"/>
              </a:rPr>
              <a:t>Activate3.0</a:t>
            </a:r>
            <a:r>
              <a:rPr lang="ja-JP" altLang="en-US" sz="2800" dirty="0">
                <a:latin typeface="+mj-lt"/>
                <a:ea typeface="+mj-ea"/>
              </a:rPr>
              <a:t> スコープ範囲</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dirty="0"/>
              <a:t>Copyright 2020 FUJITSU LIMITED</a:t>
            </a:r>
            <a:endParaRPr lang="de-DE" altLang="ja-JP" dirty="0"/>
          </a:p>
        </p:txBody>
      </p:sp>
      <p:grpSp>
        <p:nvGrpSpPr>
          <p:cNvPr id="2" name="グループ化 1">
            <a:extLst>
              <a:ext uri="{FF2B5EF4-FFF2-40B4-BE49-F238E27FC236}">
                <a16:creationId xmlns:a16="http://schemas.microsoft.com/office/drawing/2014/main" id="{3924B36C-B8F7-4B56-95FB-1DCA76CABFB1}"/>
              </a:ext>
            </a:extLst>
          </p:cNvPr>
          <p:cNvGrpSpPr/>
          <p:nvPr/>
        </p:nvGrpSpPr>
        <p:grpSpPr>
          <a:xfrm>
            <a:off x="324839" y="1835947"/>
            <a:ext cx="8350351" cy="2967362"/>
            <a:chOff x="508831" y="2434149"/>
            <a:chExt cx="10844969" cy="3818513"/>
          </a:xfrm>
        </p:grpSpPr>
        <p:sp>
          <p:nvSpPr>
            <p:cNvPr id="45" name="矢印: 五方向 44">
              <a:extLst>
                <a:ext uri="{FF2B5EF4-FFF2-40B4-BE49-F238E27FC236}">
                  <a16:creationId xmlns:a16="http://schemas.microsoft.com/office/drawing/2014/main" id="{B61141C4-6928-47C5-BFD0-BB009AEDABA4}"/>
                </a:ext>
              </a:extLst>
            </p:cNvPr>
            <p:cNvSpPr/>
            <p:nvPr/>
          </p:nvSpPr>
          <p:spPr bwMode="gray">
            <a:xfrm>
              <a:off x="2058680" y="2442224"/>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lumMod val="75000"/>
                      <a:lumOff val="25000"/>
                    </a:schemeClr>
                  </a:solidFill>
                </a:rPr>
                <a:t>提案活動</a:t>
              </a:r>
            </a:p>
          </p:txBody>
        </p:sp>
        <p:sp>
          <p:nvSpPr>
            <p:cNvPr id="47" name="正方形/長方形 46">
              <a:extLst>
                <a:ext uri="{FF2B5EF4-FFF2-40B4-BE49-F238E27FC236}">
                  <a16:creationId xmlns:a16="http://schemas.microsoft.com/office/drawing/2014/main" id="{D2215C02-9273-4DF1-BC25-AD99F3432AA6}"/>
                </a:ext>
              </a:extLst>
            </p:cNvPr>
            <p:cNvSpPr/>
            <p:nvPr/>
          </p:nvSpPr>
          <p:spPr>
            <a:xfrm>
              <a:off x="508834" y="3249693"/>
              <a:ext cx="1458099" cy="409217"/>
            </a:xfrm>
            <a:prstGeom prst="rect">
              <a:avLst/>
            </a:prstGeom>
          </p:spPr>
          <p:txBody>
            <a:bodyPr wrap="square">
              <a:spAutoFit/>
            </a:bodyPr>
            <a:lstStyle/>
            <a:p>
              <a:pPr algn="l"/>
              <a:r>
                <a:rPr lang="en-US" altLang="ja-JP" sz="1467" dirty="0">
                  <a:solidFill>
                    <a:schemeClr val="tx1">
                      <a:lumMod val="75000"/>
                      <a:lumOff val="25000"/>
                    </a:schemeClr>
                  </a:solidFill>
                  <a:latin typeface="FUJI-新ゴ R" panose="020B0400000000000000" pitchFamily="50" charset="-128"/>
                  <a:ea typeface="FUJI-新ゴ R" panose="020B0400000000000000" pitchFamily="50" charset="-128"/>
                </a:rPr>
                <a:t>PM/PMO</a:t>
              </a:r>
            </a:p>
          </p:txBody>
        </p:sp>
        <p:sp>
          <p:nvSpPr>
            <p:cNvPr id="48" name="正方形/長方形 47">
              <a:extLst>
                <a:ext uri="{FF2B5EF4-FFF2-40B4-BE49-F238E27FC236}">
                  <a16:creationId xmlns:a16="http://schemas.microsoft.com/office/drawing/2014/main" id="{5C539157-10A6-4FF5-8043-ED70737EA0F0}"/>
                </a:ext>
              </a:extLst>
            </p:cNvPr>
            <p:cNvSpPr/>
            <p:nvPr/>
          </p:nvSpPr>
          <p:spPr>
            <a:xfrm>
              <a:off x="508834" y="3844178"/>
              <a:ext cx="1351374" cy="409217"/>
            </a:xfrm>
            <a:prstGeom prst="rect">
              <a:avLst/>
            </a:prstGeom>
          </p:spPr>
          <p:txBody>
            <a:bodyPr wrap="square">
              <a:spAutoFit/>
            </a:bodyPr>
            <a:lstStyle/>
            <a:p>
              <a:pPr algn="l"/>
              <a:r>
                <a:rPr lang="ja-JP" altLang="en-US" sz="1467" dirty="0">
                  <a:solidFill>
                    <a:schemeClr val="tx1">
                      <a:lumMod val="75000"/>
                      <a:lumOff val="25000"/>
                    </a:schemeClr>
                  </a:solidFill>
                  <a:latin typeface="FUJI-新ゴ R" panose="020B0400000000000000" pitchFamily="50" charset="-128"/>
                  <a:ea typeface="FUJI-新ゴ R" panose="020B0400000000000000" pitchFamily="50" charset="-128"/>
                </a:rPr>
                <a:t>共通</a:t>
              </a:r>
              <a:endParaRPr lang="en-US" altLang="ja-JP" sz="1467" dirty="0">
                <a:solidFill>
                  <a:schemeClr val="tx1">
                    <a:lumMod val="75000"/>
                    <a:lumOff val="25000"/>
                  </a:schemeClr>
                </a:solidFill>
                <a:latin typeface="FUJI-新ゴ R" panose="020B0400000000000000" pitchFamily="50" charset="-128"/>
                <a:ea typeface="FUJI-新ゴ R" panose="020B0400000000000000" pitchFamily="50" charset="-128"/>
              </a:endParaRPr>
            </a:p>
          </p:txBody>
        </p:sp>
        <p:sp>
          <p:nvSpPr>
            <p:cNvPr id="49" name="矢印: 五方向 48">
              <a:extLst>
                <a:ext uri="{FF2B5EF4-FFF2-40B4-BE49-F238E27FC236}">
                  <a16:creationId xmlns:a16="http://schemas.microsoft.com/office/drawing/2014/main" id="{CB0B46E3-AFEE-4BA6-BDD6-2AEEDED93C74}"/>
                </a:ext>
              </a:extLst>
            </p:cNvPr>
            <p:cNvSpPr/>
            <p:nvPr/>
          </p:nvSpPr>
          <p:spPr bwMode="gray">
            <a:xfrm>
              <a:off x="4721234" y="2442224"/>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lumOff val="25000"/>
                    </a:schemeClr>
                  </a:solidFill>
                </a:rPr>
                <a:t>RD</a:t>
              </a:r>
              <a:endParaRPr lang="ja-JP" altLang="en-US" sz="1400" dirty="0">
                <a:solidFill>
                  <a:schemeClr val="tx1">
                    <a:lumMod val="75000"/>
                    <a:lumOff val="25000"/>
                  </a:schemeClr>
                </a:solidFill>
              </a:endParaRPr>
            </a:p>
          </p:txBody>
        </p:sp>
        <p:sp>
          <p:nvSpPr>
            <p:cNvPr id="56" name="矢印: 五方向 55">
              <a:extLst>
                <a:ext uri="{FF2B5EF4-FFF2-40B4-BE49-F238E27FC236}">
                  <a16:creationId xmlns:a16="http://schemas.microsoft.com/office/drawing/2014/main" id="{3CA9427C-355B-4A8F-B787-6A546E576E6F}"/>
                </a:ext>
              </a:extLst>
            </p:cNvPr>
            <p:cNvSpPr/>
            <p:nvPr/>
          </p:nvSpPr>
          <p:spPr bwMode="gray">
            <a:xfrm>
              <a:off x="6026402" y="2434149"/>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lumOff val="25000"/>
                    </a:schemeClr>
                  </a:solidFill>
                </a:rPr>
                <a:t>Explore</a:t>
              </a:r>
              <a:endParaRPr lang="ja-JP" altLang="en-US" sz="1400" dirty="0">
                <a:solidFill>
                  <a:schemeClr val="tx1">
                    <a:lumMod val="75000"/>
                    <a:lumOff val="25000"/>
                  </a:schemeClr>
                </a:solidFill>
              </a:endParaRPr>
            </a:p>
          </p:txBody>
        </p:sp>
        <p:sp>
          <p:nvSpPr>
            <p:cNvPr id="58" name="矢印: 五方向 57">
              <a:extLst>
                <a:ext uri="{FF2B5EF4-FFF2-40B4-BE49-F238E27FC236}">
                  <a16:creationId xmlns:a16="http://schemas.microsoft.com/office/drawing/2014/main" id="{12AC71C1-9308-49CC-BE50-6C7878658F36}"/>
                </a:ext>
              </a:extLst>
            </p:cNvPr>
            <p:cNvSpPr/>
            <p:nvPr/>
          </p:nvSpPr>
          <p:spPr bwMode="gray">
            <a:xfrm>
              <a:off x="7331570" y="2442224"/>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lumOff val="25000"/>
                    </a:schemeClr>
                  </a:solidFill>
                </a:rPr>
                <a:t>Realize</a:t>
              </a:r>
              <a:endParaRPr lang="ja-JP" altLang="en-US" sz="1400" dirty="0">
                <a:solidFill>
                  <a:schemeClr val="tx1">
                    <a:lumMod val="75000"/>
                    <a:lumOff val="25000"/>
                  </a:schemeClr>
                </a:solidFill>
              </a:endParaRPr>
            </a:p>
          </p:txBody>
        </p:sp>
        <p:sp>
          <p:nvSpPr>
            <p:cNvPr id="59" name="矢印: 五方向 58">
              <a:extLst>
                <a:ext uri="{FF2B5EF4-FFF2-40B4-BE49-F238E27FC236}">
                  <a16:creationId xmlns:a16="http://schemas.microsoft.com/office/drawing/2014/main" id="{B0DBDF13-D186-4FC9-B633-B983385B881A}"/>
                </a:ext>
              </a:extLst>
            </p:cNvPr>
            <p:cNvSpPr/>
            <p:nvPr/>
          </p:nvSpPr>
          <p:spPr bwMode="gray">
            <a:xfrm>
              <a:off x="8636738" y="2442224"/>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lumOff val="25000"/>
                    </a:schemeClr>
                  </a:solidFill>
                </a:rPr>
                <a:t>Test/</a:t>
              </a:r>
            </a:p>
            <a:p>
              <a:pPr algn="ctr"/>
              <a:r>
                <a:rPr lang="en-US" altLang="ja-JP" sz="1400" dirty="0">
                  <a:solidFill>
                    <a:schemeClr val="tx1">
                      <a:lumMod val="75000"/>
                      <a:lumOff val="25000"/>
                    </a:schemeClr>
                  </a:solidFill>
                </a:rPr>
                <a:t>Deploy</a:t>
              </a:r>
              <a:endParaRPr lang="ja-JP" altLang="en-US" sz="1400" dirty="0">
                <a:solidFill>
                  <a:schemeClr val="tx1">
                    <a:lumMod val="75000"/>
                    <a:lumOff val="25000"/>
                  </a:schemeClr>
                </a:solidFill>
              </a:endParaRPr>
            </a:p>
          </p:txBody>
        </p:sp>
        <p:sp>
          <p:nvSpPr>
            <p:cNvPr id="60" name="矢印: 五方向 59">
              <a:extLst>
                <a:ext uri="{FF2B5EF4-FFF2-40B4-BE49-F238E27FC236}">
                  <a16:creationId xmlns:a16="http://schemas.microsoft.com/office/drawing/2014/main" id="{EBEC209A-7A21-4AE6-A956-C7FB45A88C3F}"/>
                </a:ext>
              </a:extLst>
            </p:cNvPr>
            <p:cNvSpPr/>
            <p:nvPr/>
          </p:nvSpPr>
          <p:spPr bwMode="gray">
            <a:xfrm>
              <a:off x="9941906" y="2442224"/>
              <a:ext cx="1213421" cy="513100"/>
            </a:xfrm>
            <a:prstGeom prst="homePlate">
              <a:avLst/>
            </a:prstGeom>
            <a:solidFill>
              <a:srgbClr val="87867E"/>
            </a:solidFill>
            <a:ln>
              <a:solidFill>
                <a:srgbClr val="8786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rgbClr val="FFFFFF"/>
                  </a:solidFill>
                </a:rPr>
                <a:t>AMS</a:t>
              </a:r>
              <a:endParaRPr lang="ja-JP" altLang="en-US" sz="1400" dirty="0">
                <a:solidFill>
                  <a:srgbClr val="FFFFFF"/>
                </a:solidFill>
              </a:endParaRPr>
            </a:p>
          </p:txBody>
        </p:sp>
        <p:sp>
          <p:nvSpPr>
            <p:cNvPr id="61" name="正方形/長方形 60">
              <a:extLst>
                <a:ext uri="{FF2B5EF4-FFF2-40B4-BE49-F238E27FC236}">
                  <a16:creationId xmlns:a16="http://schemas.microsoft.com/office/drawing/2014/main" id="{70528370-A45E-4E23-884E-1CE414A584E2}"/>
                </a:ext>
              </a:extLst>
            </p:cNvPr>
            <p:cNvSpPr/>
            <p:nvPr/>
          </p:nvSpPr>
          <p:spPr>
            <a:xfrm>
              <a:off x="508834" y="4492616"/>
              <a:ext cx="1403592" cy="409217"/>
            </a:xfrm>
            <a:prstGeom prst="rect">
              <a:avLst/>
            </a:prstGeom>
          </p:spPr>
          <p:txBody>
            <a:bodyPr wrap="square">
              <a:spAutoFit/>
            </a:bodyPr>
            <a:lstStyle/>
            <a:p>
              <a:pPr algn="l"/>
              <a:r>
                <a:rPr lang="ja-JP" altLang="en-US" sz="1467" dirty="0">
                  <a:solidFill>
                    <a:schemeClr val="tx1">
                      <a:lumMod val="75000"/>
                      <a:lumOff val="25000"/>
                    </a:schemeClr>
                  </a:solidFill>
                  <a:latin typeface="FUJI-新ゴ R" panose="020B0400000000000000" pitchFamily="50" charset="-128"/>
                  <a:ea typeface="FUJI-新ゴ R" panose="020B0400000000000000" pitchFamily="50" charset="-128"/>
                </a:rPr>
                <a:t>コンサル</a:t>
              </a:r>
              <a:endParaRPr lang="en-US" altLang="ja-JP" sz="1467" dirty="0">
                <a:solidFill>
                  <a:schemeClr val="tx1">
                    <a:lumMod val="75000"/>
                    <a:lumOff val="25000"/>
                  </a:schemeClr>
                </a:solidFill>
                <a:latin typeface="FUJI-新ゴ R" panose="020B0400000000000000" pitchFamily="50" charset="-128"/>
                <a:ea typeface="FUJI-新ゴ R" panose="020B0400000000000000" pitchFamily="50" charset="-128"/>
              </a:endParaRPr>
            </a:p>
          </p:txBody>
        </p:sp>
        <p:sp>
          <p:nvSpPr>
            <p:cNvPr id="62" name="正方形/長方形 61">
              <a:extLst>
                <a:ext uri="{FF2B5EF4-FFF2-40B4-BE49-F238E27FC236}">
                  <a16:creationId xmlns:a16="http://schemas.microsoft.com/office/drawing/2014/main" id="{E271596E-68A3-4C05-BADD-9CC3673BA9F6}"/>
                </a:ext>
              </a:extLst>
            </p:cNvPr>
            <p:cNvSpPr/>
            <p:nvPr/>
          </p:nvSpPr>
          <p:spPr>
            <a:xfrm>
              <a:off x="508832" y="5141054"/>
              <a:ext cx="1351374" cy="409217"/>
            </a:xfrm>
            <a:prstGeom prst="rect">
              <a:avLst/>
            </a:prstGeom>
          </p:spPr>
          <p:txBody>
            <a:bodyPr wrap="square">
              <a:spAutoFit/>
            </a:bodyPr>
            <a:lstStyle/>
            <a:p>
              <a:pPr algn="l"/>
              <a:r>
                <a:rPr lang="ja-JP" altLang="en-US" sz="1467" dirty="0">
                  <a:solidFill>
                    <a:schemeClr val="tx1">
                      <a:lumMod val="75000"/>
                      <a:lumOff val="25000"/>
                    </a:schemeClr>
                  </a:solidFill>
                  <a:latin typeface="FUJI-新ゴ R" panose="020B0400000000000000" pitchFamily="50" charset="-128"/>
                  <a:ea typeface="FUJI-新ゴ R" panose="020B0400000000000000" pitchFamily="50" charset="-128"/>
                </a:rPr>
                <a:t>開発</a:t>
              </a:r>
              <a:endParaRPr lang="en-US" altLang="ja-JP" sz="1467" dirty="0">
                <a:solidFill>
                  <a:schemeClr val="tx1">
                    <a:lumMod val="75000"/>
                    <a:lumOff val="25000"/>
                  </a:schemeClr>
                </a:solidFill>
                <a:latin typeface="FUJI-新ゴ R" panose="020B0400000000000000" pitchFamily="50" charset="-128"/>
                <a:ea typeface="FUJI-新ゴ R" panose="020B0400000000000000" pitchFamily="50" charset="-128"/>
              </a:endParaRPr>
            </a:p>
          </p:txBody>
        </p:sp>
        <p:sp>
          <p:nvSpPr>
            <p:cNvPr id="63" name="矢印: 五方向 62">
              <a:extLst>
                <a:ext uri="{FF2B5EF4-FFF2-40B4-BE49-F238E27FC236}">
                  <a16:creationId xmlns:a16="http://schemas.microsoft.com/office/drawing/2014/main" id="{17CF2302-3FE5-4975-9941-DEDA6C7A9766}"/>
                </a:ext>
              </a:extLst>
            </p:cNvPr>
            <p:cNvSpPr/>
            <p:nvPr/>
          </p:nvSpPr>
          <p:spPr bwMode="gray">
            <a:xfrm>
              <a:off x="2058680" y="3194161"/>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64" name="矢印: 五方向 63">
              <a:extLst>
                <a:ext uri="{FF2B5EF4-FFF2-40B4-BE49-F238E27FC236}">
                  <a16:creationId xmlns:a16="http://schemas.microsoft.com/office/drawing/2014/main" id="{229D450E-C497-4021-93EF-2AD441CA74C0}"/>
                </a:ext>
              </a:extLst>
            </p:cNvPr>
            <p:cNvSpPr/>
            <p:nvPr/>
          </p:nvSpPr>
          <p:spPr bwMode="gray">
            <a:xfrm>
              <a:off x="4721234" y="3194161"/>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82" name="矢印: 五方向 81">
              <a:extLst>
                <a:ext uri="{FF2B5EF4-FFF2-40B4-BE49-F238E27FC236}">
                  <a16:creationId xmlns:a16="http://schemas.microsoft.com/office/drawing/2014/main" id="{CF2F13D4-DE10-4CE7-8199-F626EE5B75DB}"/>
                </a:ext>
              </a:extLst>
            </p:cNvPr>
            <p:cNvSpPr/>
            <p:nvPr/>
          </p:nvSpPr>
          <p:spPr bwMode="gray">
            <a:xfrm>
              <a:off x="6026402" y="3186086"/>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83" name="矢印: 五方向 82">
              <a:extLst>
                <a:ext uri="{FF2B5EF4-FFF2-40B4-BE49-F238E27FC236}">
                  <a16:creationId xmlns:a16="http://schemas.microsoft.com/office/drawing/2014/main" id="{9255EC09-266C-4AD3-B375-1022BCE22ED9}"/>
                </a:ext>
              </a:extLst>
            </p:cNvPr>
            <p:cNvSpPr/>
            <p:nvPr/>
          </p:nvSpPr>
          <p:spPr bwMode="gray">
            <a:xfrm>
              <a:off x="7331570" y="3194161"/>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84" name="矢印: 五方向 83">
              <a:extLst>
                <a:ext uri="{FF2B5EF4-FFF2-40B4-BE49-F238E27FC236}">
                  <a16:creationId xmlns:a16="http://schemas.microsoft.com/office/drawing/2014/main" id="{E7145E1D-5C4B-4BE3-8051-9945CA155859}"/>
                </a:ext>
              </a:extLst>
            </p:cNvPr>
            <p:cNvSpPr/>
            <p:nvPr/>
          </p:nvSpPr>
          <p:spPr bwMode="gray">
            <a:xfrm>
              <a:off x="8636738" y="3194161"/>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85" name="矢印: 五方向 84">
              <a:extLst>
                <a:ext uri="{FF2B5EF4-FFF2-40B4-BE49-F238E27FC236}">
                  <a16:creationId xmlns:a16="http://schemas.microsoft.com/office/drawing/2014/main" id="{0B94192C-B71B-4B15-BC50-E95028B115E6}"/>
                </a:ext>
              </a:extLst>
            </p:cNvPr>
            <p:cNvSpPr/>
            <p:nvPr/>
          </p:nvSpPr>
          <p:spPr bwMode="gray">
            <a:xfrm>
              <a:off x="9941906" y="3194161"/>
              <a:ext cx="1213421" cy="513100"/>
            </a:xfrm>
            <a:prstGeom prst="homePlate">
              <a:avLst/>
            </a:prstGeom>
            <a:solidFill>
              <a:srgbClr val="87867E"/>
            </a:solidFill>
            <a:ln>
              <a:solidFill>
                <a:srgbClr val="8786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rgbClr val="FFFFFF"/>
                </a:solidFill>
              </a:endParaRPr>
            </a:p>
          </p:txBody>
        </p:sp>
        <p:sp>
          <p:nvSpPr>
            <p:cNvPr id="86" name="矢印: 五方向 85">
              <a:extLst>
                <a:ext uri="{FF2B5EF4-FFF2-40B4-BE49-F238E27FC236}">
                  <a16:creationId xmlns:a16="http://schemas.microsoft.com/office/drawing/2014/main" id="{C385DE33-708B-404B-B516-288C833293CC}"/>
                </a:ext>
              </a:extLst>
            </p:cNvPr>
            <p:cNvSpPr/>
            <p:nvPr/>
          </p:nvSpPr>
          <p:spPr bwMode="gray">
            <a:xfrm>
              <a:off x="2058680" y="3826262"/>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87" name="矢印: 五方向 86">
              <a:extLst>
                <a:ext uri="{FF2B5EF4-FFF2-40B4-BE49-F238E27FC236}">
                  <a16:creationId xmlns:a16="http://schemas.microsoft.com/office/drawing/2014/main" id="{B3FFA5F9-EC81-4379-B9F4-5F7672192EA6}"/>
                </a:ext>
              </a:extLst>
            </p:cNvPr>
            <p:cNvSpPr/>
            <p:nvPr/>
          </p:nvSpPr>
          <p:spPr bwMode="gray">
            <a:xfrm>
              <a:off x="4721234" y="382626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88" name="矢印: 五方向 87">
              <a:extLst>
                <a:ext uri="{FF2B5EF4-FFF2-40B4-BE49-F238E27FC236}">
                  <a16:creationId xmlns:a16="http://schemas.microsoft.com/office/drawing/2014/main" id="{CF593C20-B952-4ACC-B81F-74913AB31D74}"/>
                </a:ext>
              </a:extLst>
            </p:cNvPr>
            <p:cNvSpPr/>
            <p:nvPr/>
          </p:nvSpPr>
          <p:spPr bwMode="gray">
            <a:xfrm>
              <a:off x="6026402" y="3818187"/>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89" name="矢印: 五方向 88">
              <a:extLst>
                <a:ext uri="{FF2B5EF4-FFF2-40B4-BE49-F238E27FC236}">
                  <a16:creationId xmlns:a16="http://schemas.microsoft.com/office/drawing/2014/main" id="{3B4C37ED-4CE0-4DA1-B4C9-67303011D2D5}"/>
                </a:ext>
              </a:extLst>
            </p:cNvPr>
            <p:cNvSpPr/>
            <p:nvPr/>
          </p:nvSpPr>
          <p:spPr bwMode="gray">
            <a:xfrm>
              <a:off x="7331570" y="382626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90" name="矢印: 五方向 89">
              <a:extLst>
                <a:ext uri="{FF2B5EF4-FFF2-40B4-BE49-F238E27FC236}">
                  <a16:creationId xmlns:a16="http://schemas.microsoft.com/office/drawing/2014/main" id="{BE691EBE-4EB3-4B8E-B09D-F18275E86419}"/>
                </a:ext>
              </a:extLst>
            </p:cNvPr>
            <p:cNvSpPr/>
            <p:nvPr/>
          </p:nvSpPr>
          <p:spPr bwMode="gray">
            <a:xfrm>
              <a:off x="8636738" y="382626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91" name="矢印: 五方向 90">
              <a:extLst>
                <a:ext uri="{FF2B5EF4-FFF2-40B4-BE49-F238E27FC236}">
                  <a16:creationId xmlns:a16="http://schemas.microsoft.com/office/drawing/2014/main" id="{F7364739-7482-42C6-8008-C4262F613123}"/>
                </a:ext>
              </a:extLst>
            </p:cNvPr>
            <p:cNvSpPr/>
            <p:nvPr/>
          </p:nvSpPr>
          <p:spPr bwMode="gray">
            <a:xfrm>
              <a:off x="9941906" y="3826262"/>
              <a:ext cx="1213421" cy="513100"/>
            </a:xfrm>
            <a:prstGeom prst="homePlate">
              <a:avLst/>
            </a:prstGeom>
            <a:solidFill>
              <a:srgbClr val="87867E"/>
            </a:solidFill>
            <a:ln>
              <a:solidFill>
                <a:srgbClr val="8786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rgbClr val="FFFFFF"/>
                </a:solidFill>
              </a:endParaRPr>
            </a:p>
          </p:txBody>
        </p:sp>
        <p:sp>
          <p:nvSpPr>
            <p:cNvPr id="92" name="矢印: 五方向 91">
              <a:extLst>
                <a:ext uri="{FF2B5EF4-FFF2-40B4-BE49-F238E27FC236}">
                  <a16:creationId xmlns:a16="http://schemas.microsoft.com/office/drawing/2014/main" id="{2692E3C1-804B-47D5-9CCE-73A492A4D597}"/>
                </a:ext>
              </a:extLst>
            </p:cNvPr>
            <p:cNvSpPr/>
            <p:nvPr/>
          </p:nvSpPr>
          <p:spPr bwMode="gray">
            <a:xfrm>
              <a:off x="2058680" y="4450902"/>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93" name="矢印: 五方向 92">
              <a:extLst>
                <a:ext uri="{FF2B5EF4-FFF2-40B4-BE49-F238E27FC236}">
                  <a16:creationId xmlns:a16="http://schemas.microsoft.com/office/drawing/2014/main" id="{F1046BF7-DDD7-41B5-BF92-B9E4B989E504}"/>
                </a:ext>
              </a:extLst>
            </p:cNvPr>
            <p:cNvSpPr/>
            <p:nvPr/>
          </p:nvSpPr>
          <p:spPr bwMode="gray">
            <a:xfrm>
              <a:off x="4721234" y="445090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94" name="矢印: 五方向 93">
              <a:extLst>
                <a:ext uri="{FF2B5EF4-FFF2-40B4-BE49-F238E27FC236}">
                  <a16:creationId xmlns:a16="http://schemas.microsoft.com/office/drawing/2014/main" id="{B4DAB0A7-DD8C-47B7-B83E-0A140CE4217B}"/>
                </a:ext>
              </a:extLst>
            </p:cNvPr>
            <p:cNvSpPr/>
            <p:nvPr/>
          </p:nvSpPr>
          <p:spPr bwMode="gray">
            <a:xfrm>
              <a:off x="6026402" y="4442827"/>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95" name="矢印: 五方向 94">
              <a:extLst>
                <a:ext uri="{FF2B5EF4-FFF2-40B4-BE49-F238E27FC236}">
                  <a16:creationId xmlns:a16="http://schemas.microsoft.com/office/drawing/2014/main" id="{3B50E871-1131-475E-9BF5-65F1E6C09AE8}"/>
                </a:ext>
              </a:extLst>
            </p:cNvPr>
            <p:cNvSpPr/>
            <p:nvPr/>
          </p:nvSpPr>
          <p:spPr bwMode="gray">
            <a:xfrm>
              <a:off x="7331570" y="445090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96" name="矢印: 五方向 95">
              <a:extLst>
                <a:ext uri="{FF2B5EF4-FFF2-40B4-BE49-F238E27FC236}">
                  <a16:creationId xmlns:a16="http://schemas.microsoft.com/office/drawing/2014/main" id="{C5561A03-88BA-4EAA-8094-87F48159875F}"/>
                </a:ext>
              </a:extLst>
            </p:cNvPr>
            <p:cNvSpPr/>
            <p:nvPr/>
          </p:nvSpPr>
          <p:spPr bwMode="gray">
            <a:xfrm>
              <a:off x="8636738" y="445090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97" name="矢印: 五方向 96">
              <a:extLst>
                <a:ext uri="{FF2B5EF4-FFF2-40B4-BE49-F238E27FC236}">
                  <a16:creationId xmlns:a16="http://schemas.microsoft.com/office/drawing/2014/main" id="{EB322973-FC29-465E-89E9-FABB2AC7478A}"/>
                </a:ext>
              </a:extLst>
            </p:cNvPr>
            <p:cNvSpPr/>
            <p:nvPr/>
          </p:nvSpPr>
          <p:spPr bwMode="gray">
            <a:xfrm>
              <a:off x="9941906" y="4450902"/>
              <a:ext cx="1213421" cy="513100"/>
            </a:xfrm>
            <a:prstGeom prst="homePlate">
              <a:avLst/>
            </a:prstGeom>
            <a:solidFill>
              <a:srgbClr val="87867E"/>
            </a:solidFill>
            <a:ln>
              <a:solidFill>
                <a:srgbClr val="8786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rgbClr val="FFFFFF"/>
                </a:solidFill>
              </a:endParaRPr>
            </a:p>
          </p:txBody>
        </p:sp>
        <p:sp>
          <p:nvSpPr>
            <p:cNvPr id="98" name="矢印: 五方向 97">
              <a:extLst>
                <a:ext uri="{FF2B5EF4-FFF2-40B4-BE49-F238E27FC236}">
                  <a16:creationId xmlns:a16="http://schemas.microsoft.com/office/drawing/2014/main" id="{9785C35D-2946-4023-852D-18AD95745A25}"/>
                </a:ext>
              </a:extLst>
            </p:cNvPr>
            <p:cNvSpPr/>
            <p:nvPr/>
          </p:nvSpPr>
          <p:spPr bwMode="gray">
            <a:xfrm>
              <a:off x="2058680" y="5089992"/>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99" name="矢印: 五方向 98">
              <a:extLst>
                <a:ext uri="{FF2B5EF4-FFF2-40B4-BE49-F238E27FC236}">
                  <a16:creationId xmlns:a16="http://schemas.microsoft.com/office/drawing/2014/main" id="{45183469-C402-451F-93BB-0C4BD16EDFF3}"/>
                </a:ext>
              </a:extLst>
            </p:cNvPr>
            <p:cNvSpPr/>
            <p:nvPr/>
          </p:nvSpPr>
          <p:spPr bwMode="gray">
            <a:xfrm>
              <a:off x="4721234" y="508999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100" name="矢印: 五方向 99">
              <a:extLst>
                <a:ext uri="{FF2B5EF4-FFF2-40B4-BE49-F238E27FC236}">
                  <a16:creationId xmlns:a16="http://schemas.microsoft.com/office/drawing/2014/main" id="{0F748094-D066-4AE2-98BF-61C807EB13E9}"/>
                </a:ext>
              </a:extLst>
            </p:cNvPr>
            <p:cNvSpPr/>
            <p:nvPr/>
          </p:nvSpPr>
          <p:spPr bwMode="gray">
            <a:xfrm>
              <a:off x="6026402" y="5081917"/>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101" name="矢印: 五方向 100">
              <a:extLst>
                <a:ext uri="{FF2B5EF4-FFF2-40B4-BE49-F238E27FC236}">
                  <a16:creationId xmlns:a16="http://schemas.microsoft.com/office/drawing/2014/main" id="{D73D19CD-91BC-4D88-BFD2-B8A47CC01A5D}"/>
                </a:ext>
              </a:extLst>
            </p:cNvPr>
            <p:cNvSpPr/>
            <p:nvPr/>
          </p:nvSpPr>
          <p:spPr bwMode="gray">
            <a:xfrm>
              <a:off x="7331570" y="508999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102" name="矢印: 五方向 101">
              <a:extLst>
                <a:ext uri="{FF2B5EF4-FFF2-40B4-BE49-F238E27FC236}">
                  <a16:creationId xmlns:a16="http://schemas.microsoft.com/office/drawing/2014/main" id="{8F591C71-7686-4D38-B1F5-8FF1E94FB3DE}"/>
                </a:ext>
              </a:extLst>
            </p:cNvPr>
            <p:cNvSpPr/>
            <p:nvPr/>
          </p:nvSpPr>
          <p:spPr bwMode="gray">
            <a:xfrm>
              <a:off x="8636738" y="5089992"/>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103" name="矢印: 五方向 102">
              <a:extLst>
                <a:ext uri="{FF2B5EF4-FFF2-40B4-BE49-F238E27FC236}">
                  <a16:creationId xmlns:a16="http://schemas.microsoft.com/office/drawing/2014/main" id="{C4C54276-24E1-434A-A961-54DC3D4E975E}"/>
                </a:ext>
              </a:extLst>
            </p:cNvPr>
            <p:cNvSpPr/>
            <p:nvPr/>
          </p:nvSpPr>
          <p:spPr bwMode="gray">
            <a:xfrm>
              <a:off x="9941906" y="5089992"/>
              <a:ext cx="1213421" cy="513100"/>
            </a:xfrm>
            <a:prstGeom prst="homePlate">
              <a:avLst/>
            </a:prstGeom>
            <a:solidFill>
              <a:srgbClr val="87867E"/>
            </a:solidFill>
            <a:ln>
              <a:solidFill>
                <a:srgbClr val="8786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rgbClr val="FFFFFF"/>
                </a:solidFill>
              </a:endParaRPr>
            </a:p>
          </p:txBody>
        </p:sp>
        <p:sp>
          <p:nvSpPr>
            <p:cNvPr id="104" name="矢印: 五方向 103">
              <a:extLst>
                <a:ext uri="{FF2B5EF4-FFF2-40B4-BE49-F238E27FC236}">
                  <a16:creationId xmlns:a16="http://schemas.microsoft.com/office/drawing/2014/main" id="{30888FFB-BBF2-444F-8277-E7F721298F75}"/>
                </a:ext>
              </a:extLst>
            </p:cNvPr>
            <p:cNvSpPr/>
            <p:nvPr/>
          </p:nvSpPr>
          <p:spPr bwMode="gray">
            <a:xfrm>
              <a:off x="2058680" y="5690009"/>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105" name="矢印: 五方向 104">
              <a:extLst>
                <a:ext uri="{FF2B5EF4-FFF2-40B4-BE49-F238E27FC236}">
                  <a16:creationId xmlns:a16="http://schemas.microsoft.com/office/drawing/2014/main" id="{4632C120-DF57-4910-B1DE-F1EF2C3DF864}"/>
                </a:ext>
              </a:extLst>
            </p:cNvPr>
            <p:cNvSpPr/>
            <p:nvPr/>
          </p:nvSpPr>
          <p:spPr bwMode="gray">
            <a:xfrm>
              <a:off x="4721234" y="5690009"/>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106" name="矢印: 五方向 105">
              <a:extLst>
                <a:ext uri="{FF2B5EF4-FFF2-40B4-BE49-F238E27FC236}">
                  <a16:creationId xmlns:a16="http://schemas.microsoft.com/office/drawing/2014/main" id="{16047C48-A1E2-454A-B61F-73F854C17011}"/>
                </a:ext>
              </a:extLst>
            </p:cNvPr>
            <p:cNvSpPr/>
            <p:nvPr/>
          </p:nvSpPr>
          <p:spPr bwMode="gray">
            <a:xfrm>
              <a:off x="6026402" y="5681934"/>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107" name="矢印: 五方向 106">
              <a:extLst>
                <a:ext uri="{FF2B5EF4-FFF2-40B4-BE49-F238E27FC236}">
                  <a16:creationId xmlns:a16="http://schemas.microsoft.com/office/drawing/2014/main" id="{4A5A432B-5838-4003-8CE9-3CDFAB316403}"/>
                </a:ext>
              </a:extLst>
            </p:cNvPr>
            <p:cNvSpPr/>
            <p:nvPr/>
          </p:nvSpPr>
          <p:spPr bwMode="gray">
            <a:xfrm>
              <a:off x="7331570" y="5690009"/>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108" name="矢印: 五方向 107">
              <a:extLst>
                <a:ext uri="{FF2B5EF4-FFF2-40B4-BE49-F238E27FC236}">
                  <a16:creationId xmlns:a16="http://schemas.microsoft.com/office/drawing/2014/main" id="{DC6E3084-3434-42F2-B467-7FE952D2A9D7}"/>
                </a:ext>
              </a:extLst>
            </p:cNvPr>
            <p:cNvSpPr/>
            <p:nvPr/>
          </p:nvSpPr>
          <p:spPr bwMode="gray">
            <a:xfrm>
              <a:off x="8636738" y="5690009"/>
              <a:ext cx="1213421" cy="513100"/>
            </a:xfrm>
            <a:prstGeom prst="homePlate">
              <a:avLst/>
            </a:prstGeom>
            <a:solidFill>
              <a:srgbClr val="CACA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sp>
          <p:nvSpPr>
            <p:cNvPr id="109" name="矢印: 五方向 108">
              <a:extLst>
                <a:ext uri="{FF2B5EF4-FFF2-40B4-BE49-F238E27FC236}">
                  <a16:creationId xmlns:a16="http://schemas.microsoft.com/office/drawing/2014/main" id="{BB24183D-F582-42D6-940A-52D479063CA5}"/>
                </a:ext>
              </a:extLst>
            </p:cNvPr>
            <p:cNvSpPr/>
            <p:nvPr/>
          </p:nvSpPr>
          <p:spPr bwMode="gray">
            <a:xfrm>
              <a:off x="9941906" y="5690009"/>
              <a:ext cx="1213421" cy="513100"/>
            </a:xfrm>
            <a:prstGeom prst="homePlate">
              <a:avLst/>
            </a:prstGeom>
            <a:solidFill>
              <a:srgbClr val="87867E"/>
            </a:solidFill>
            <a:ln>
              <a:solidFill>
                <a:srgbClr val="8786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rgbClr val="FFFFFF"/>
                </a:solidFill>
              </a:endParaRPr>
            </a:p>
          </p:txBody>
        </p:sp>
        <p:sp>
          <p:nvSpPr>
            <p:cNvPr id="110" name="正方形/長方形 109">
              <a:extLst>
                <a:ext uri="{FF2B5EF4-FFF2-40B4-BE49-F238E27FC236}">
                  <a16:creationId xmlns:a16="http://schemas.microsoft.com/office/drawing/2014/main" id="{AEC411A0-1E46-46DD-A9F7-085C85572534}"/>
                </a:ext>
              </a:extLst>
            </p:cNvPr>
            <p:cNvSpPr/>
            <p:nvPr/>
          </p:nvSpPr>
          <p:spPr>
            <a:xfrm>
              <a:off x="508831" y="5696858"/>
              <a:ext cx="1403592" cy="409217"/>
            </a:xfrm>
            <a:prstGeom prst="rect">
              <a:avLst/>
            </a:prstGeom>
          </p:spPr>
          <p:txBody>
            <a:bodyPr wrap="square">
              <a:spAutoFit/>
            </a:bodyPr>
            <a:lstStyle/>
            <a:p>
              <a:pPr algn="l"/>
              <a:r>
                <a:rPr lang="en-US" altLang="ja-JP" sz="1467" dirty="0">
                  <a:solidFill>
                    <a:schemeClr val="tx1">
                      <a:lumMod val="75000"/>
                      <a:lumOff val="25000"/>
                    </a:schemeClr>
                  </a:solidFill>
                  <a:latin typeface="FUJI-新ゴ R" panose="020B0400000000000000" pitchFamily="50" charset="-128"/>
                  <a:ea typeface="FUJI-新ゴ R" panose="020B0400000000000000" pitchFamily="50" charset="-128"/>
                </a:rPr>
                <a:t>Basis</a:t>
              </a:r>
            </a:p>
          </p:txBody>
        </p:sp>
        <p:sp>
          <p:nvSpPr>
            <p:cNvPr id="111" name="矢印: 五方向 110">
              <a:extLst>
                <a:ext uri="{FF2B5EF4-FFF2-40B4-BE49-F238E27FC236}">
                  <a16:creationId xmlns:a16="http://schemas.microsoft.com/office/drawing/2014/main" id="{692F3014-CB97-4B9E-9AD9-ED4E5DCBFA09}"/>
                </a:ext>
              </a:extLst>
            </p:cNvPr>
            <p:cNvSpPr/>
            <p:nvPr/>
          </p:nvSpPr>
          <p:spPr bwMode="gray">
            <a:xfrm>
              <a:off x="3363848" y="2442224"/>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lumOff val="25000"/>
                    </a:schemeClr>
                  </a:solidFill>
                </a:rPr>
                <a:t>VP/SP</a:t>
              </a:r>
              <a:endParaRPr lang="ja-JP" altLang="en-US" sz="1400" dirty="0">
                <a:solidFill>
                  <a:schemeClr val="tx1">
                    <a:lumMod val="75000"/>
                    <a:lumOff val="25000"/>
                  </a:schemeClr>
                </a:solidFill>
              </a:endParaRPr>
            </a:p>
          </p:txBody>
        </p:sp>
        <p:sp>
          <p:nvSpPr>
            <p:cNvPr id="112" name="矢印: 五方向 111">
              <a:extLst>
                <a:ext uri="{FF2B5EF4-FFF2-40B4-BE49-F238E27FC236}">
                  <a16:creationId xmlns:a16="http://schemas.microsoft.com/office/drawing/2014/main" id="{3483CDEB-1BBD-4C39-A9C3-FF99117FE13E}"/>
                </a:ext>
              </a:extLst>
            </p:cNvPr>
            <p:cNvSpPr/>
            <p:nvPr/>
          </p:nvSpPr>
          <p:spPr bwMode="gray">
            <a:xfrm>
              <a:off x="3363848" y="3194161"/>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113" name="矢印: 五方向 112">
              <a:extLst>
                <a:ext uri="{FF2B5EF4-FFF2-40B4-BE49-F238E27FC236}">
                  <a16:creationId xmlns:a16="http://schemas.microsoft.com/office/drawing/2014/main" id="{417F87F2-FAF0-488C-85BA-5A9D23D82EE6}"/>
                </a:ext>
              </a:extLst>
            </p:cNvPr>
            <p:cNvSpPr/>
            <p:nvPr/>
          </p:nvSpPr>
          <p:spPr bwMode="gray">
            <a:xfrm>
              <a:off x="3363848" y="3826262"/>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114" name="矢印: 五方向 113">
              <a:extLst>
                <a:ext uri="{FF2B5EF4-FFF2-40B4-BE49-F238E27FC236}">
                  <a16:creationId xmlns:a16="http://schemas.microsoft.com/office/drawing/2014/main" id="{575BEA71-3F72-47C9-A45C-025AF3C65370}"/>
                </a:ext>
              </a:extLst>
            </p:cNvPr>
            <p:cNvSpPr/>
            <p:nvPr/>
          </p:nvSpPr>
          <p:spPr bwMode="gray">
            <a:xfrm>
              <a:off x="3363848" y="4450902"/>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115" name="矢印: 五方向 114">
              <a:extLst>
                <a:ext uri="{FF2B5EF4-FFF2-40B4-BE49-F238E27FC236}">
                  <a16:creationId xmlns:a16="http://schemas.microsoft.com/office/drawing/2014/main" id="{D4E61BF3-CB99-4B1D-AED1-65BACA201D4A}"/>
                </a:ext>
              </a:extLst>
            </p:cNvPr>
            <p:cNvSpPr/>
            <p:nvPr/>
          </p:nvSpPr>
          <p:spPr bwMode="gray">
            <a:xfrm>
              <a:off x="3363848" y="5089992"/>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116" name="矢印: 五方向 115">
              <a:extLst>
                <a:ext uri="{FF2B5EF4-FFF2-40B4-BE49-F238E27FC236}">
                  <a16:creationId xmlns:a16="http://schemas.microsoft.com/office/drawing/2014/main" id="{611BA200-2EEE-4531-AE6E-171BF5EDCFE2}"/>
                </a:ext>
              </a:extLst>
            </p:cNvPr>
            <p:cNvSpPr/>
            <p:nvPr/>
          </p:nvSpPr>
          <p:spPr bwMode="gray">
            <a:xfrm>
              <a:off x="3363848" y="5690009"/>
              <a:ext cx="1265639" cy="513100"/>
            </a:xfrm>
            <a:prstGeom prst="homePlate">
              <a:avLst>
                <a:gd name="adj" fmla="val 538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bg1">
                    <a:lumMod val="65000"/>
                  </a:schemeClr>
                </a:solidFill>
              </a:endParaRPr>
            </a:p>
          </p:txBody>
        </p:sp>
        <p:sp>
          <p:nvSpPr>
            <p:cNvPr id="117" name="正方形/長方形 116">
              <a:extLst>
                <a:ext uri="{FF2B5EF4-FFF2-40B4-BE49-F238E27FC236}">
                  <a16:creationId xmlns:a16="http://schemas.microsoft.com/office/drawing/2014/main" id="{13270781-B6F5-4D54-ACCA-A3D7842F1E9F}"/>
                </a:ext>
              </a:extLst>
            </p:cNvPr>
            <p:cNvSpPr/>
            <p:nvPr/>
          </p:nvSpPr>
          <p:spPr bwMode="gray">
            <a:xfrm>
              <a:off x="4669016" y="3115739"/>
              <a:ext cx="6684784" cy="3136923"/>
            </a:xfrm>
            <a:prstGeom prst="rect">
              <a:avLst/>
            </a:prstGeom>
            <a:solidFill>
              <a:srgbClr val="A30B1A">
                <a:alpha val="35000"/>
              </a:srgbClr>
            </a:solidFill>
            <a:ln w="28575">
              <a:solidFill>
                <a:srgbClr val="A30B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99" b="1" u="sng" dirty="0">
                <a:solidFill>
                  <a:schemeClr val="tx1">
                    <a:lumMod val="75000"/>
                    <a:lumOff val="25000"/>
                  </a:schemeClr>
                </a:solidFill>
                <a:ea typeface="FUJI-新ゴ R" panose="020B0400000000000000"/>
              </a:endParaRPr>
            </a:p>
          </p:txBody>
        </p:sp>
        <p:cxnSp>
          <p:nvCxnSpPr>
            <p:cNvPr id="118" name="直線コネクタ 117">
              <a:extLst>
                <a:ext uri="{FF2B5EF4-FFF2-40B4-BE49-F238E27FC236}">
                  <a16:creationId xmlns:a16="http://schemas.microsoft.com/office/drawing/2014/main" id="{BF4DE984-EFCA-4171-B527-868AC3EC1B38}"/>
                </a:ext>
              </a:extLst>
            </p:cNvPr>
            <p:cNvCxnSpPr/>
            <p:nvPr/>
          </p:nvCxnSpPr>
          <p:spPr>
            <a:xfrm>
              <a:off x="508831" y="3059009"/>
              <a:ext cx="1084496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41373745-D302-4CD5-85E2-5330A17DF549}"/>
                </a:ext>
              </a:extLst>
            </p:cNvPr>
            <p:cNvSpPr/>
            <p:nvPr/>
          </p:nvSpPr>
          <p:spPr>
            <a:xfrm>
              <a:off x="508831" y="2508621"/>
              <a:ext cx="1458102" cy="409217"/>
            </a:xfrm>
            <a:prstGeom prst="rect">
              <a:avLst/>
            </a:prstGeom>
          </p:spPr>
          <p:txBody>
            <a:bodyPr wrap="square">
              <a:spAutoFit/>
            </a:bodyPr>
            <a:lstStyle/>
            <a:p>
              <a:pPr algn="l"/>
              <a:r>
                <a:rPr lang="ja-JP" altLang="en-US" sz="1467" dirty="0">
                  <a:solidFill>
                    <a:schemeClr val="tx1">
                      <a:lumMod val="75000"/>
                      <a:lumOff val="25000"/>
                    </a:schemeClr>
                  </a:solidFill>
                  <a:latin typeface="FUJI-新ゴ R" panose="020B0400000000000000" pitchFamily="50" charset="-128"/>
                  <a:ea typeface="FUJI-新ゴ R" panose="020B0400000000000000" pitchFamily="50" charset="-128"/>
                </a:rPr>
                <a:t>フェーズ</a:t>
              </a:r>
              <a:endParaRPr lang="en-US" altLang="ja-JP" sz="1467" dirty="0">
                <a:solidFill>
                  <a:schemeClr val="tx1">
                    <a:lumMod val="75000"/>
                    <a:lumOff val="25000"/>
                  </a:schemeClr>
                </a:solidFill>
                <a:latin typeface="FUJI-新ゴ R" panose="020B0400000000000000" pitchFamily="50" charset="-128"/>
                <a:ea typeface="FUJI-新ゴ R" panose="020B0400000000000000" pitchFamily="50" charset="-128"/>
              </a:endParaRPr>
            </a:p>
          </p:txBody>
        </p:sp>
      </p:grpSp>
      <p:sp>
        <p:nvSpPr>
          <p:cNvPr id="120" name="正方形/長方形 119">
            <a:extLst>
              <a:ext uri="{FF2B5EF4-FFF2-40B4-BE49-F238E27FC236}">
                <a16:creationId xmlns:a16="http://schemas.microsoft.com/office/drawing/2014/main" id="{CAE978F1-3132-4A13-BF3A-FB3D109B3AA1}"/>
              </a:ext>
            </a:extLst>
          </p:cNvPr>
          <p:cNvSpPr/>
          <p:nvPr/>
        </p:nvSpPr>
        <p:spPr>
          <a:xfrm>
            <a:off x="90886" y="937641"/>
            <a:ext cx="8584304" cy="923045"/>
          </a:xfrm>
          <a:prstGeom prst="rect">
            <a:avLst/>
          </a:prstGeom>
        </p:spPr>
        <p:txBody>
          <a:bodyPr wrap="square">
            <a:spAutoFit/>
          </a:bodyPr>
          <a:lstStyle/>
          <a:p>
            <a:pPr marL="285664" indent="-285664">
              <a:buClr>
                <a:schemeClr val="accent4"/>
              </a:buClr>
              <a:buFont typeface="Wingdings" panose="05000000000000000000" pitchFamily="2" charset="2"/>
              <a:buChar char="n"/>
            </a:pPr>
            <a:r>
              <a:rPr lang="en-US" altLang="ja-JP" sz="1799" dirty="0">
                <a:latin typeface="Meiryo UI" panose="020B0604030504040204" pitchFamily="50" charset="-128"/>
                <a:ea typeface="Meiryo UI" panose="020B0604030504040204" pitchFamily="50" charset="-128"/>
                <a:cs typeface="Meiryo UI" panose="020B0604030504040204" pitchFamily="50" charset="-128"/>
              </a:rPr>
              <a:t>Activate3.0</a:t>
            </a:r>
            <a:r>
              <a:rPr lang="ja-JP" altLang="en-US" sz="1799" dirty="0">
                <a:latin typeface="Meiryo UI" panose="020B0604030504040204" pitchFamily="50" charset="-128"/>
                <a:ea typeface="Meiryo UI" panose="020B0604030504040204" pitchFamily="50" charset="-128"/>
                <a:cs typeface="Meiryo UI" panose="020B0604030504040204" pitchFamily="50" charset="-128"/>
              </a:rPr>
              <a:t>は、</a:t>
            </a:r>
            <a:r>
              <a:rPr lang="en-US" altLang="ja-JP" sz="1799" dirty="0">
                <a:latin typeface="Meiryo UI" panose="020B0604030504040204" pitchFamily="50" charset="-128"/>
                <a:ea typeface="Meiryo UI" panose="020B0604030504040204" pitchFamily="50" charset="-128"/>
                <a:cs typeface="Meiryo UI" panose="020B0604030504040204" pitchFamily="50" charset="-128"/>
              </a:rPr>
              <a:t>SAP</a:t>
            </a:r>
            <a:r>
              <a:rPr lang="ja-JP" altLang="en-US" sz="1799" dirty="0">
                <a:latin typeface="Meiryo UI" panose="020B0604030504040204" pitchFamily="50" charset="-128"/>
                <a:ea typeface="Meiryo UI" panose="020B0604030504040204" pitchFamily="50" charset="-128"/>
                <a:cs typeface="Meiryo UI" panose="020B0604030504040204" pitchFamily="50" charset="-128"/>
              </a:rPr>
              <a:t>導入プロジェクト</a:t>
            </a:r>
            <a:r>
              <a:rPr lang="ja-JP" altLang="en-US" sz="1799" dirty="0">
                <a:latin typeface="Meiryo UI" panose="020B0604030504040204" pitchFamily="50" charset="-128"/>
                <a:ea typeface="Meiryo UI" panose="020B0604030504040204" pitchFamily="50" charset="-128"/>
              </a:rPr>
              <a:t>の「</a:t>
            </a:r>
            <a:r>
              <a:rPr lang="ja-JP" altLang="en-US" sz="1799" b="1" dirty="0">
                <a:latin typeface="Meiryo UI" panose="020B0604030504040204" pitchFamily="50" charset="-128"/>
                <a:ea typeface="Meiryo UI" panose="020B0604030504040204" pitchFamily="50" charset="-128"/>
              </a:rPr>
              <a:t>導入（</a:t>
            </a:r>
            <a:r>
              <a:rPr lang="en-US" altLang="ja-JP" sz="1799" b="1" dirty="0">
                <a:latin typeface="Meiryo UI" panose="020B0604030504040204" pitchFamily="50" charset="-128"/>
                <a:ea typeface="Meiryo UI" panose="020B0604030504040204" pitchFamily="50" charset="-128"/>
              </a:rPr>
              <a:t>RD</a:t>
            </a:r>
            <a:r>
              <a:rPr lang="ja-JP" altLang="en-US" sz="1799" b="1" dirty="0">
                <a:latin typeface="Meiryo UI" panose="020B0604030504040204" pitchFamily="50" charset="-128"/>
                <a:ea typeface="Meiryo UI" panose="020B0604030504040204" pitchFamily="50" charset="-128"/>
              </a:rPr>
              <a:t>～</a:t>
            </a:r>
            <a:r>
              <a:rPr lang="en-US" altLang="ja-JP" sz="1799" b="1" dirty="0">
                <a:latin typeface="Meiryo UI" panose="020B0604030504040204" pitchFamily="50" charset="-128"/>
                <a:ea typeface="Meiryo UI" panose="020B0604030504040204" pitchFamily="50" charset="-128"/>
              </a:rPr>
              <a:t>Test/Deploy</a:t>
            </a:r>
            <a:r>
              <a:rPr lang="ja-JP" altLang="en-US" sz="1799" b="1" dirty="0">
                <a:latin typeface="Meiryo UI" panose="020B0604030504040204" pitchFamily="50" charset="-128"/>
                <a:ea typeface="Meiryo UI" panose="020B0604030504040204" pitchFamily="50" charset="-128"/>
              </a:rPr>
              <a:t>）～運用保守（</a:t>
            </a:r>
            <a:r>
              <a:rPr lang="en-US" altLang="ja-JP" sz="1799" b="1" dirty="0">
                <a:latin typeface="Meiryo UI" panose="020B0604030504040204" pitchFamily="50" charset="-128"/>
                <a:ea typeface="Meiryo UI" panose="020B0604030504040204" pitchFamily="50" charset="-128"/>
              </a:rPr>
              <a:t>AMS</a:t>
            </a:r>
            <a:r>
              <a:rPr lang="ja-JP" altLang="en-US" sz="1799" b="1" dirty="0">
                <a:latin typeface="Meiryo UI" panose="020B0604030504040204" pitchFamily="50" charset="-128"/>
                <a:ea typeface="Meiryo UI" panose="020B0604030504040204" pitchFamily="50" charset="-128"/>
              </a:rPr>
              <a:t>）</a:t>
            </a:r>
            <a:r>
              <a:rPr lang="ja-JP" altLang="en-US" sz="1799" dirty="0">
                <a:latin typeface="Meiryo UI" panose="020B0604030504040204" pitchFamily="50" charset="-128"/>
                <a:ea typeface="Meiryo UI" panose="020B0604030504040204" pitchFamily="50" charset="-128"/>
              </a:rPr>
              <a:t>」をスコープとし、各領域のノウハウをコンテンツとして整備したものである。</a:t>
            </a:r>
            <a:endParaRPr lang="en-US" altLang="ja-JP" sz="1799" dirty="0">
              <a:latin typeface="Meiryo UI" panose="020B0604030504040204" pitchFamily="50" charset="-128"/>
              <a:ea typeface="Meiryo UI" panose="020B0604030504040204" pitchFamily="50" charset="-128"/>
            </a:endParaRPr>
          </a:p>
          <a:p>
            <a:pPr marL="285664" indent="-285664">
              <a:buClr>
                <a:srgbClr val="C00000"/>
              </a:buClr>
              <a:buFont typeface="Wingdings" panose="05000000000000000000" pitchFamily="2" charset="2"/>
              <a:buChar char="n"/>
            </a:pPr>
            <a:endParaRPr lang="en-US" altLang="ja-JP" sz="1799"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FD6BD8F0-3E41-4E95-A4F3-1690735DFF6C}"/>
              </a:ext>
            </a:extLst>
          </p:cNvPr>
          <p:cNvSpPr>
            <a:spLocks noGrp="1"/>
          </p:cNvSpPr>
          <p:nvPr>
            <p:ph type="sldNum" sz="quarter" idx="11"/>
          </p:nvPr>
        </p:nvSpPr>
        <p:spPr/>
        <p:txBody>
          <a:bodyPr/>
          <a:lstStyle/>
          <a:p>
            <a:fld id="{72E657AC-4808-49C2-85C9-9B8A09B04136}" type="slidenum">
              <a:rPr lang="de-DE" altLang="ja-JP" smtClean="0"/>
              <a:pPr/>
              <a:t>7</a:t>
            </a:fld>
            <a:endParaRPr lang="de-DE" altLang="ja-JP"/>
          </a:p>
        </p:txBody>
      </p:sp>
    </p:spTree>
    <p:extLst>
      <p:ext uri="{BB962C8B-B14F-4D97-AF65-F5344CB8AC3E}">
        <p14:creationId xmlns:p14="http://schemas.microsoft.com/office/powerpoint/2010/main" val="239362553"/>
      </p:ext>
    </p:extLst>
  </p:cSld>
  <p:clrMapOvr>
    <a:masterClrMapping/>
  </p:clrMapOvr>
  <p:transition advClick="0" advTm="1000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dirty="0"/>
              <a:t>富士通版</a:t>
            </a:r>
            <a:r>
              <a:rPr lang="en-US" altLang="ja-JP" dirty="0"/>
              <a:t>Activate3.0</a:t>
            </a:r>
            <a:r>
              <a:rPr lang="ja-JP" altLang="en-US" dirty="0"/>
              <a:t> 特長</a:t>
            </a:r>
          </a:p>
        </p:txBody>
      </p:sp>
      <p:sp>
        <p:nvSpPr>
          <p:cNvPr id="3" name="コンテンツ プレースホルダー 2"/>
          <p:cNvSpPr>
            <a:spLocks noGrp="1"/>
          </p:cNvSpPr>
          <p:nvPr>
            <p:ph idx="1"/>
          </p:nvPr>
        </p:nvSpPr>
        <p:spPr bwMode="gray">
          <a:xfrm>
            <a:off x="306687" y="826285"/>
            <a:ext cx="8710703" cy="3742170"/>
          </a:xfrm>
        </p:spPr>
        <p:txBody>
          <a:bodyPr/>
          <a:lstStyle/>
          <a:p>
            <a:pPr>
              <a:lnSpc>
                <a:spcPct val="150000"/>
              </a:lnSpc>
              <a:buFont typeface="Wingdings" panose="05000000000000000000" pitchFamily="2" charset="2"/>
              <a:buChar char="n"/>
            </a:pPr>
            <a:r>
              <a:rPr lang="ja-JP" altLang="en-US" sz="1799" b="1" u="sng" dirty="0"/>
              <a:t>ナレッジの活用</a:t>
            </a:r>
            <a:endParaRPr lang="en-US" altLang="ja-JP" sz="1799" b="1" u="sng" dirty="0"/>
          </a:p>
          <a:p>
            <a:pPr marL="179946" indent="0">
              <a:buNone/>
            </a:pPr>
            <a:r>
              <a:rPr lang="ja-JP" altLang="en-US" sz="1600" dirty="0">
                <a:solidFill>
                  <a:srgbClr val="000000"/>
                </a:solidFill>
              </a:rPr>
              <a:t>成果物に対するナレッジ活用、プロジェクトからのフィードバックの仕組みを定義。ナレッジ活用の最大化を行う</a:t>
            </a:r>
            <a:endParaRPr lang="en-US" altLang="ja-JP" sz="1400" dirty="0"/>
          </a:p>
          <a:p>
            <a:pPr>
              <a:lnSpc>
                <a:spcPct val="150000"/>
              </a:lnSpc>
              <a:buFont typeface="Wingdings" panose="05000000000000000000" pitchFamily="2" charset="2"/>
              <a:buChar char="n"/>
            </a:pPr>
            <a:r>
              <a:rPr lang="ja-JP" altLang="en-US" sz="1799" b="1" u="sng" dirty="0"/>
              <a:t>グローバルリソースとの連携拡大</a:t>
            </a:r>
            <a:endParaRPr lang="en-US" altLang="ja-JP" sz="1799" b="1" u="sng" dirty="0"/>
          </a:p>
          <a:p>
            <a:pPr marL="179946" indent="0">
              <a:buNone/>
            </a:pPr>
            <a:r>
              <a:rPr lang="ja-JP" altLang="en-US" sz="1600" dirty="0"/>
              <a:t>作業の型化・自動化、方式の標準化、開発のスケルトン化を進め標準化領域を拡大することで、品質、生産性の向上を行い</a:t>
            </a:r>
            <a:r>
              <a:rPr lang="en-US" altLang="ja-JP" sz="1600" dirty="0"/>
              <a:t>GDC</a:t>
            </a:r>
            <a:r>
              <a:rPr lang="ja-JP" altLang="en-US" sz="1600" dirty="0"/>
              <a:t>の連携領域を拡大する</a:t>
            </a:r>
            <a:endParaRPr lang="en-US" altLang="ja-JP" sz="1600" dirty="0"/>
          </a:p>
          <a:p>
            <a:pPr>
              <a:lnSpc>
                <a:spcPct val="150000"/>
              </a:lnSpc>
              <a:buFont typeface="Wingdings" panose="05000000000000000000" pitchFamily="2" charset="2"/>
              <a:buChar char="n"/>
            </a:pPr>
            <a:r>
              <a:rPr lang="en-US" altLang="ja-JP" sz="1799" b="1" u="sng" dirty="0"/>
              <a:t>PJ</a:t>
            </a:r>
            <a:r>
              <a:rPr lang="ja-JP" altLang="en-US" sz="1799" b="1" u="sng" dirty="0"/>
              <a:t>推進ルール拡充</a:t>
            </a:r>
            <a:endParaRPr lang="en-US" altLang="ja-JP" sz="1799" b="1" u="sng" dirty="0"/>
          </a:p>
          <a:p>
            <a:pPr marL="179946" indent="0">
              <a:buNone/>
            </a:pPr>
            <a:r>
              <a:rPr lang="en-US" altLang="ja-JP" sz="1600" dirty="0"/>
              <a:t>2.0</a:t>
            </a:r>
            <a:r>
              <a:rPr lang="ja-JP" altLang="en-US" sz="1600" dirty="0"/>
              <a:t>ではコンサル・設計／開発者をターゲットとしたナレッジ活用が中心。</a:t>
            </a:r>
            <a:r>
              <a:rPr lang="en-US" altLang="ja-JP" sz="1600" dirty="0"/>
              <a:t>3.0</a:t>
            </a:r>
            <a:r>
              <a:rPr lang="ja-JP" altLang="en-US" sz="1600" dirty="0"/>
              <a:t>として、主に</a:t>
            </a:r>
            <a:r>
              <a:rPr lang="en-US" altLang="ja-JP" sz="1600" dirty="0"/>
              <a:t>PM</a:t>
            </a:r>
            <a:r>
              <a:rPr lang="ja-JP" altLang="en-US" sz="1600" dirty="0"/>
              <a:t>やリーダー層に向けて、プロジェクト管理の効率化・品質向上のための管理手法を拡充</a:t>
            </a:r>
            <a:endParaRPr lang="en-US" altLang="ja-JP" sz="1600" dirty="0"/>
          </a:p>
        </p:txBody>
      </p:sp>
      <p:sp>
        <p:nvSpPr>
          <p:cNvPr id="7" name="楕円 6">
            <a:extLst>
              <a:ext uri="{FF2B5EF4-FFF2-40B4-BE49-F238E27FC236}">
                <a16:creationId xmlns:a16="http://schemas.microsoft.com/office/drawing/2014/main" id="{563851B5-E49D-4E89-900F-F7A768014EB4}"/>
              </a:ext>
            </a:extLst>
          </p:cNvPr>
          <p:cNvSpPr/>
          <p:nvPr/>
        </p:nvSpPr>
        <p:spPr bwMode="gray">
          <a:xfrm>
            <a:off x="2498172" y="839489"/>
            <a:ext cx="647872" cy="296944"/>
          </a:xfrm>
          <a:prstGeom prst="ellipse">
            <a:avLst/>
          </a:prstGeom>
          <a:solidFill>
            <a:schemeClr val="bg1">
              <a:lumMod val="75000"/>
            </a:schemeClr>
          </a:solidFill>
          <a:ln>
            <a:solidFill>
              <a:schemeClr val="bg1">
                <a:lumMod val="50000"/>
              </a:schemeClr>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r>
              <a:rPr kumimoji="1" lang="en-US" altLang="ja-JP" sz="1000" dirty="0">
                <a:latin typeface="Meiryo UI" panose="020B0604030504040204" pitchFamily="50" charset="-128"/>
                <a:ea typeface="Meiryo UI" panose="020B0604030504040204" pitchFamily="50" charset="-128"/>
              </a:rPr>
              <a:t>2.0</a:t>
            </a:r>
            <a:endParaRPr kumimoji="1" lang="ja-JP" altLang="en-US" sz="1000" dirty="0">
              <a:latin typeface="Meiryo UI" panose="020B0604030504040204" pitchFamily="50" charset="-128"/>
              <a:ea typeface="Meiryo UI" panose="020B0604030504040204" pitchFamily="50" charset="-128"/>
            </a:endParaRPr>
          </a:p>
        </p:txBody>
      </p:sp>
      <p:sp>
        <p:nvSpPr>
          <p:cNvPr id="8" name="楕円 7">
            <a:extLst>
              <a:ext uri="{FF2B5EF4-FFF2-40B4-BE49-F238E27FC236}">
                <a16:creationId xmlns:a16="http://schemas.microsoft.com/office/drawing/2014/main" id="{5DB5ABC4-A1CA-435A-BAB7-582AEEE0FFB1}"/>
              </a:ext>
            </a:extLst>
          </p:cNvPr>
          <p:cNvSpPr/>
          <p:nvPr/>
        </p:nvSpPr>
        <p:spPr bwMode="gray">
          <a:xfrm>
            <a:off x="4079483" y="1919276"/>
            <a:ext cx="647872" cy="296944"/>
          </a:xfrm>
          <a:prstGeom prst="ellipse">
            <a:avLst/>
          </a:prstGeom>
          <a:solidFill>
            <a:schemeClr val="bg1">
              <a:lumMod val="75000"/>
            </a:schemeClr>
          </a:solidFill>
          <a:ln>
            <a:solidFill>
              <a:schemeClr val="bg1">
                <a:lumMod val="50000"/>
              </a:schemeClr>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r>
              <a:rPr kumimoji="1" lang="en-US" altLang="ja-JP" sz="1000" dirty="0">
                <a:latin typeface="Meiryo UI" panose="020B0604030504040204" pitchFamily="50" charset="-128"/>
                <a:ea typeface="Meiryo UI" panose="020B0604030504040204" pitchFamily="50" charset="-128"/>
              </a:rPr>
              <a:t>2.0</a:t>
            </a:r>
            <a:endParaRPr kumimoji="1" lang="ja-JP" altLang="en-US" sz="1000" dirty="0">
              <a:latin typeface="Meiryo UI" panose="020B0604030504040204" pitchFamily="50" charset="-128"/>
              <a:ea typeface="Meiryo UI" panose="020B0604030504040204" pitchFamily="50" charset="-128"/>
            </a:endParaRPr>
          </a:p>
        </p:txBody>
      </p:sp>
      <p:sp>
        <p:nvSpPr>
          <p:cNvPr id="10" name="楕円 9">
            <a:extLst>
              <a:ext uri="{FF2B5EF4-FFF2-40B4-BE49-F238E27FC236}">
                <a16:creationId xmlns:a16="http://schemas.microsoft.com/office/drawing/2014/main" id="{8412D429-FBE2-4753-9AB7-344B8457D302}"/>
              </a:ext>
            </a:extLst>
          </p:cNvPr>
          <p:cNvSpPr/>
          <p:nvPr/>
        </p:nvSpPr>
        <p:spPr bwMode="gray">
          <a:xfrm>
            <a:off x="4079483" y="3050684"/>
            <a:ext cx="647872" cy="296944"/>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r>
              <a:rPr kumimoji="1" lang="en-US" altLang="ja-JP" sz="1000" dirty="0">
                <a:latin typeface="Meiryo UI" panose="020B0604030504040204" pitchFamily="50" charset="-128"/>
                <a:ea typeface="Meiryo UI" panose="020B0604030504040204" pitchFamily="50" charset="-128"/>
              </a:rPr>
              <a:t>3.0</a:t>
            </a:r>
            <a:endParaRPr kumimoji="1" lang="ja-JP" altLang="en-US" sz="1000" dirty="0">
              <a:latin typeface="Meiryo UI" panose="020B0604030504040204" pitchFamily="50" charset="-128"/>
              <a:ea typeface="Meiryo UI" panose="020B0604030504040204" pitchFamily="50" charset="-128"/>
            </a:endParaRPr>
          </a:p>
        </p:txBody>
      </p:sp>
      <p:sp>
        <p:nvSpPr>
          <p:cNvPr id="11" name="楕円 10">
            <a:extLst>
              <a:ext uri="{FF2B5EF4-FFF2-40B4-BE49-F238E27FC236}">
                <a16:creationId xmlns:a16="http://schemas.microsoft.com/office/drawing/2014/main" id="{EBE69978-9483-4F84-8CF4-7EBB6C83B017}"/>
              </a:ext>
            </a:extLst>
          </p:cNvPr>
          <p:cNvSpPr/>
          <p:nvPr/>
        </p:nvSpPr>
        <p:spPr bwMode="gray">
          <a:xfrm>
            <a:off x="7091502" y="340191"/>
            <a:ext cx="647872" cy="296944"/>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r>
              <a:rPr kumimoji="1" lang="ja-JP" altLang="en-US" sz="1000" dirty="0">
                <a:latin typeface="Meiryo UI" panose="020B0604030504040204" pitchFamily="50" charset="-128"/>
                <a:ea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rPr>
              <a:t>改訂</a:t>
            </a:r>
            <a:endParaRPr kumimoji="1" lang="ja-JP" altLang="en-US" sz="1000"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447E2796-4ED5-4D61-9DE7-A2DC39739CF7}"/>
              </a:ext>
            </a:extLst>
          </p:cNvPr>
          <p:cNvSpPr>
            <a:spLocks noGrp="1"/>
          </p:cNvSpPr>
          <p:nvPr>
            <p:ph type="sldNum" sz="quarter" idx="12"/>
          </p:nvPr>
        </p:nvSpPr>
        <p:spPr/>
        <p:txBody>
          <a:bodyPr/>
          <a:lstStyle/>
          <a:p>
            <a:fld id="{4D029D89-7B63-4C94-AD4D-2E4D6BB83637}" type="slidenum">
              <a:rPr kumimoji="1" lang="ja-JP" altLang="en-US" smtClean="0"/>
              <a:t>8</a:t>
            </a:fld>
            <a:endParaRPr kumimoji="1" lang="ja-JP" altLang="en-US"/>
          </a:p>
        </p:txBody>
      </p:sp>
    </p:spTree>
    <p:extLst>
      <p:ext uri="{BB962C8B-B14F-4D97-AF65-F5344CB8AC3E}">
        <p14:creationId xmlns:p14="http://schemas.microsoft.com/office/powerpoint/2010/main" val="4249832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富士通版</a:t>
            </a:r>
            <a:r>
              <a:rPr lang="en-US" altLang="ja-JP" sz="2800" dirty="0">
                <a:latin typeface="+mj-lt"/>
                <a:ea typeface="+mj-ea"/>
              </a:rPr>
              <a:t>Activate3.0 </a:t>
            </a:r>
            <a:r>
              <a:rPr lang="ja-JP" altLang="en-US" sz="2800" dirty="0">
                <a:latin typeface="+mj-lt"/>
                <a:ea typeface="+mj-ea"/>
              </a:rPr>
              <a:t>コンテンツマップ</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graphicFrame>
        <p:nvGraphicFramePr>
          <p:cNvPr id="20" name="表 20">
            <a:extLst>
              <a:ext uri="{FF2B5EF4-FFF2-40B4-BE49-F238E27FC236}">
                <a16:creationId xmlns:a16="http://schemas.microsoft.com/office/drawing/2014/main" id="{32C0FD16-3DA0-4FAA-9CCE-03D27014AB9F}"/>
              </a:ext>
            </a:extLst>
          </p:cNvPr>
          <p:cNvGraphicFramePr>
            <a:graphicFrameLocks noGrp="1"/>
          </p:cNvGraphicFramePr>
          <p:nvPr>
            <p:extLst>
              <p:ext uri="{D42A27DB-BD31-4B8C-83A1-F6EECF244321}">
                <p14:modId xmlns:p14="http://schemas.microsoft.com/office/powerpoint/2010/main" val="1321142813"/>
              </p:ext>
            </p:extLst>
          </p:nvPr>
        </p:nvGraphicFramePr>
        <p:xfrm>
          <a:off x="288846" y="746478"/>
          <a:ext cx="8566307" cy="3873149"/>
        </p:xfrm>
        <a:graphic>
          <a:graphicData uri="http://schemas.openxmlformats.org/drawingml/2006/table">
            <a:tbl>
              <a:tblPr firstRow="1" bandRow="1">
                <a:tableStyleId>{00A15C55-8517-42AA-B614-E9B94910E393}</a:tableStyleId>
              </a:tblPr>
              <a:tblGrid>
                <a:gridCol w="520436">
                  <a:extLst>
                    <a:ext uri="{9D8B030D-6E8A-4147-A177-3AD203B41FA5}">
                      <a16:colId xmlns:a16="http://schemas.microsoft.com/office/drawing/2014/main" val="1517630143"/>
                    </a:ext>
                  </a:extLst>
                </a:gridCol>
                <a:gridCol w="2502966">
                  <a:extLst>
                    <a:ext uri="{9D8B030D-6E8A-4147-A177-3AD203B41FA5}">
                      <a16:colId xmlns:a16="http://schemas.microsoft.com/office/drawing/2014/main" val="3077577295"/>
                    </a:ext>
                  </a:extLst>
                </a:gridCol>
                <a:gridCol w="5542905">
                  <a:extLst>
                    <a:ext uri="{9D8B030D-6E8A-4147-A177-3AD203B41FA5}">
                      <a16:colId xmlns:a16="http://schemas.microsoft.com/office/drawing/2014/main" val="430020583"/>
                    </a:ext>
                  </a:extLst>
                </a:gridCol>
              </a:tblGrid>
              <a:tr h="289310">
                <a:tc gridSpan="2">
                  <a:txBody>
                    <a:bodyPr/>
                    <a:lstStyle/>
                    <a:p>
                      <a:r>
                        <a:rPr kumimoji="1" lang="ja-JP" altLang="en-US" sz="1200" dirty="0"/>
                        <a:t>コンテンツ階層</a:t>
                      </a:r>
                      <a:endParaRPr kumimoji="1" lang="ja-JP" altLang="en-US" sz="1200" dirty="0">
                        <a:latin typeface="Meiryo UI" panose="020B0604030504040204" pitchFamily="50" charset="-128"/>
                        <a:ea typeface="Meiryo UI" panose="020B0604030504040204" pitchFamily="50" charset="-128"/>
                      </a:endParaRPr>
                    </a:p>
                  </a:txBody>
                  <a:tcPr marL="91412" marR="91412" marT="45706" marB="45706"/>
                </a:tc>
                <a:tc hMerge="1">
                  <a:txBody>
                    <a:bodyPr/>
                    <a:lstStyle/>
                    <a:p>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ja-JP" altLang="en-US" sz="1200" dirty="0"/>
                        <a:t>コンテンツ内容</a:t>
                      </a:r>
                      <a:endParaRPr kumimoji="1" lang="ja-JP" altLang="en-US" sz="12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196588163"/>
                  </a:ext>
                </a:extLst>
              </a:tr>
              <a:tr h="265146">
                <a:tc>
                  <a:txBody>
                    <a:bodyPr/>
                    <a:lstStyle/>
                    <a:p>
                      <a:r>
                        <a:rPr kumimoji="1" lang="en-US" altLang="ja-JP" sz="1000" dirty="0"/>
                        <a:t>-</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ja-JP" altLang="en-US" sz="1000" dirty="0"/>
                        <a:t>富士通版</a:t>
                      </a:r>
                      <a:r>
                        <a:rPr kumimoji="1" lang="en-US" altLang="ja-JP" sz="1000" dirty="0"/>
                        <a:t>Activate3.0</a:t>
                      </a:r>
                      <a:r>
                        <a:rPr kumimoji="1" lang="ja-JP" altLang="en-US" sz="1000" dirty="0"/>
                        <a:t>利用手引書</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indent="-171450">
                        <a:buFont typeface="Arial" panose="020B0604020202020204" pitchFamily="34" charset="0"/>
                        <a:buChar char="•"/>
                      </a:pPr>
                      <a:r>
                        <a:rPr kumimoji="1" lang="en-US" altLang="ja-JP" sz="1000" dirty="0"/>
                        <a:t>Activate3.0</a:t>
                      </a:r>
                      <a:r>
                        <a:rPr kumimoji="1" lang="ja-JP" altLang="en-US" sz="1000" dirty="0"/>
                        <a:t>の説明、各コンテンツの利用手引き（本書）</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2247142830"/>
                  </a:ext>
                </a:extLst>
              </a:tr>
              <a:tr h="433876">
                <a:tc>
                  <a:txBody>
                    <a:bodyPr/>
                    <a:lstStyle/>
                    <a:p>
                      <a:r>
                        <a:rPr kumimoji="1" lang="en-US" altLang="ja-JP" sz="1000" dirty="0"/>
                        <a:t>01</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en-US" altLang="ja-JP" sz="1000" dirty="0"/>
                        <a:t>WBS</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indent="-171450">
                        <a:buFont typeface="Arial" panose="020B0604020202020204" pitchFamily="34" charset="0"/>
                        <a:buChar char="•"/>
                      </a:pPr>
                      <a:r>
                        <a:rPr kumimoji="1" lang="en-US" altLang="ja-JP" sz="1000" dirty="0"/>
                        <a:t>WBS</a:t>
                      </a:r>
                      <a:r>
                        <a:rPr kumimoji="1" lang="ja-JP" altLang="en-US" sz="1000" dirty="0"/>
                        <a:t>体系レベル</a:t>
                      </a:r>
                      <a:r>
                        <a:rPr kumimoji="1" lang="en-US" altLang="ja-JP" sz="1000" dirty="0"/>
                        <a:t>1</a:t>
                      </a:r>
                      <a:r>
                        <a:rPr kumimoji="1" lang="ja-JP" altLang="en-US" sz="1000" dirty="0"/>
                        <a:t>、</a:t>
                      </a:r>
                      <a:r>
                        <a:rPr kumimoji="1" lang="en-US" altLang="ja-JP" sz="1000" dirty="0"/>
                        <a:t>2</a:t>
                      </a:r>
                      <a:r>
                        <a:rPr kumimoji="1" lang="ja-JP" altLang="en-US" sz="1000" dirty="0"/>
                        <a:t>、</a:t>
                      </a:r>
                      <a:r>
                        <a:rPr kumimoji="1" lang="en-US" altLang="ja-JP" sz="1000" dirty="0"/>
                        <a:t>3</a:t>
                      </a:r>
                      <a:r>
                        <a:rPr kumimoji="1" lang="ja-JP" altLang="en-US" sz="1000" dirty="0"/>
                        <a:t>およびアクティビティレベルのプロジェクト作業を定義</a:t>
                      </a:r>
                      <a:endParaRPr kumimoji="1" lang="en-US" altLang="ja-JP" sz="1000" dirty="0"/>
                    </a:p>
                    <a:p>
                      <a:pPr marL="171450" indent="-171450">
                        <a:buFont typeface="Arial" panose="020B0604020202020204" pitchFamily="34" charset="0"/>
                        <a:buChar char="•"/>
                      </a:pPr>
                      <a:r>
                        <a:rPr kumimoji="1" lang="ja-JP" altLang="en-US" sz="1000" dirty="0"/>
                        <a:t>各アクティビティの役割分担</a:t>
                      </a:r>
                      <a:r>
                        <a:rPr kumimoji="1" lang="en-US" altLang="ja-JP" sz="1000" dirty="0"/>
                        <a:t>(</a:t>
                      </a:r>
                      <a:r>
                        <a:rPr kumimoji="1" lang="ja-JP" altLang="en-US" sz="1000" dirty="0"/>
                        <a:t>フロント</a:t>
                      </a:r>
                      <a:r>
                        <a:rPr kumimoji="1" lang="en-US" altLang="ja-JP" sz="1000" dirty="0"/>
                        <a:t>/</a:t>
                      </a:r>
                      <a:r>
                        <a:rPr kumimoji="1" lang="ja-JP" altLang="en-US" sz="1000" dirty="0"/>
                        <a:t>センター</a:t>
                      </a:r>
                      <a:r>
                        <a:rPr kumimoji="1" lang="en-US" altLang="ja-JP" sz="1000" dirty="0"/>
                        <a:t>)</a:t>
                      </a:r>
                      <a:r>
                        <a:rPr kumimoji="1" lang="ja-JP" altLang="en-US" sz="1000" dirty="0"/>
                        <a:t>、作業内容、インプット</a:t>
                      </a:r>
                      <a:r>
                        <a:rPr kumimoji="1" lang="en-US" altLang="ja-JP" sz="1000" dirty="0"/>
                        <a:t>/</a:t>
                      </a:r>
                      <a:r>
                        <a:rPr kumimoji="1" lang="ja-JP" altLang="en-US" sz="1000" dirty="0"/>
                        <a:t>アウトプット</a:t>
                      </a:r>
                      <a:endParaRPr kumimoji="1" lang="en-US" altLang="ja-JP"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317137350"/>
                  </a:ext>
                </a:extLst>
              </a:tr>
              <a:tr h="433876">
                <a:tc>
                  <a:txBody>
                    <a:bodyPr/>
                    <a:lstStyle/>
                    <a:p>
                      <a:r>
                        <a:rPr kumimoji="1" lang="en-US" altLang="ja-JP" sz="1000" dirty="0"/>
                        <a:t>02</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ja-JP" altLang="en-US" sz="1000" dirty="0"/>
                        <a:t>成果物</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dirty="0"/>
                        <a:t>WBS</a:t>
                      </a:r>
                      <a:r>
                        <a:rPr kumimoji="1" lang="ja-JP" altLang="en-US" sz="1000" dirty="0"/>
                        <a:t>の各アクティビティに紐づくアウトプットのフォーマット／サンプル</a:t>
                      </a:r>
                      <a:endParaRPr kumimoji="1" lang="en-US" altLang="ja-JP" sz="10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000" dirty="0"/>
                        <a:t>成果物に対するナレッジ活用の手引書</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2481882361"/>
                  </a:ext>
                </a:extLst>
              </a:tr>
              <a:tr h="265146">
                <a:tc>
                  <a:txBody>
                    <a:bodyPr/>
                    <a:lstStyle/>
                    <a:p>
                      <a:r>
                        <a:rPr kumimoji="1" lang="en-US" altLang="ja-JP" sz="1000" dirty="0"/>
                        <a:t>03</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ja-JP" altLang="en-US" sz="1000" dirty="0"/>
                        <a:t>監査プロセス</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indent="-171450">
                        <a:buFont typeface="Arial" panose="020B0604020202020204" pitchFamily="34" charset="0"/>
                        <a:buChar char="•"/>
                      </a:pPr>
                      <a:r>
                        <a:rPr lang="ja-JP" altLang="en-US" sz="1000" dirty="0"/>
                        <a:t>商談・プロジェクトの監査プロセスフロー及び会議体</a:t>
                      </a:r>
                      <a:r>
                        <a:rPr kumimoji="1" lang="ja-JP" altLang="en-US" sz="1000" dirty="0"/>
                        <a:t>の定義（プロセス運用</a:t>
                      </a:r>
                      <a:r>
                        <a:rPr lang="ja-JP" altLang="en-US" sz="1000" dirty="0"/>
                        <a:t>手引き）</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1905750540"/>
                  </a:ext>
                </a:extLst>
              </a:tr>
              <a:tr h="265146">
                <a:tc>
                  <a:txBody>
                    <a:bodyPr/>
                    <a:lstStyle/>
                    <a:p>
                      <a:r>
                        <a:rPr kumimoji="1" lang="en-US" altLang="ja-JP" sz="1000" dirty="0"/>
                        <a:t>04</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ja-JP" altLang="en-US" sz="1000" dirty="0"/>
                        <a:t>監査ドキュメント</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indent="-171450">
                        <a:buFont typeface="Arial" panose="020B0604020202020204" pitchFamily="34" charset="0"/>
                        <a:buChar char="•"/>
                      </a:pPr>
                      <a:r>
                        <a:rPr kumimoji="1" lang="ja-JP" altLang="en-US" sz="1000" dirty="0"/>
                        <a:t>監査関連の会議体で使用するドキュメントのフォーマット／サンプル</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4126464337"/>
                  </a:ext>
                </a:extLst>
              </a:tr>
              <a:tr h="433876">
                <a:tc>
                  <a:txBody>
                    <a:bodyPr/>
                    <a:lstStyle/>
                    <a:p>
                      <a:r>
                        <a:rPr kumimoji="1" lang="en-US" altLang="ja-JP" sz="1000" dirty="0"/>
                        <a:t>05</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ja-JP" altLang="en-US" sz="1000" dirty="0"/>
                        <a:t>見積ツール</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000" dirty="0"/>
                        <a:t>見積の考え方、および、標準生産性に基づく見積ツール</a:t>
                      </a:r>
                      <a:endParaRPr kumimoji="1" lang="en-US" altLang="ja-JP" sz="10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dirty="0"/>
                        <a:t>SAP</a:t>
                      </a:r>
                      <a:r>
                        <a:rPr kumimoji="1" lang="ja-JP" altLang="en-US" sz="1000" dirty="0"/>
                        <a:t>レベリングに対する標準原価、標準単金の定義</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2938224688"/>
                  </a:ext>
                </a:extLst>
              </a:tr>
              <a:tr h="265146">
                <a:tc>
                  <a:txBody>
                    <a:bodyPr/>
                    <a:lstStyle/>
                    <a:p>
                      <a:r>
                        <a:rPr kumimoji="1" lang="en-US" altLang="ja-JP" sz="1000" dirty="0"/>
                        <a:t>06</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ja-JP" altLang="en-US" sz="1000" dirty="0"/>
                        <a:t>ドキュメント管理フォルダ構成</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000" kern="0" dirty="0"/>
                        <a:t>プロジェクトで扱うドキュメント類を格納するフォルダ構成</a:t>
                      </a:r>
                      <a:endParaRPr lang="en-US" altLang="ja-JP" sz="1000" kern="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340339760"/>
                  </a:ext>
                </a:extLst>
              </a:tr>
              <a:tr h="1221627">
                <a:tc>
                  <a:txBody>
                    <a:bodyPr/>
                    <a:lstStyle/>
                    <a:p>
                      <a:r>
                        <a:rPr kumimoji="1" lang="en-US" altLang="ja-JP" sz="1000" dirty="0"/>
                        <a:t>07</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en-US" altLang="ja-JP" sz="1000" dirty="0"/>
                        <a:t>PJ</a:t>
                      </a:r>
                      <a:r>
                        <a:rPr kumimoji="1" lang="ja-JP" altLang="en-US" sz="1000" dirty="0"/>
                        <a:t>推進ルール</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indent="-171450">
                        <a:buFont typeface="Arial" panose="020B0604020202020204" pitchFamily="34" charset="0"/>
                        <a:buChar char="•"/>
                      </a:pPr>
                      <a:r>
                        <a:rPr kumimoji="1" lang="en-US" altLang="ja-JP" sz="1000" dirty="0"/>
                        <a:t>RD</a:t>
                      </a:r>
                      <a:r>
                        <a:rPr kumimoji="1" lang="ja-JP" altLang="en-US" sz="1000" dirty="0"/>
                        <a:t>完了基準​（</a:t>
                      </a:r>
                      <a:r>
                        <a:rPr kumimoji="1" lang="en-US" altLang="ja-JP" sz="1000" dirty="0"/>
                        <a:t>RD</a:t>
                      </a:r>
                      <a:r>
                        <a:rPr kumimoji="1" lang="ja-JP" altLang="en-US" sz="1000" dirty="0"/>
                        <a:t>フェーズの完了基準を記すもの。定量基準および評価シート）</a:t>
                      </a:r>
                    </a:p>
                    <a:p>
                      <a:pPr marL="171450" indent="-171450">
                        <a:buFont typeface="Arial" panose="020B0604020202020204" pitchFamily="34" charset="0"/>
                        <a:buChar char="•"/>
                      </a:pPr>
                      <a:r>
                        <a:rPr kumimoji="1" lang="ja-JP" altLang="en-US" sz="1000" dirty="0"/>
                        <a:t>変更管理​（各フェーズ以降での仕様変更</a:t>
                      </a:r>
                      <a:r>
                        <a:rPr kumimoji="1" lang="en-US" altLang="ja-JP" sz="1000" dirty="0"/>
                        <a:t>/</a:t>
                      </a:r>
                      <a:r>
                        <a:rPr kumimoji="1" lang="ja-JP" altLang="en-US" sz="1000" dirty="0"/>
                        <a:t>変更管理プロセスの定義資料​）</a:t>
                      </a:r>
                      <a:endParaRPr kumimoji="1" lang="en-US" altLang="ja-JP" sz="10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000" dirty="0">
                          <a:solidFill>
                            <a:schemeClr val="tx2"/>
                          </a:solidFill>
                        </a:rPr>
                        <a:t>顧客体制の確認ポイント（</a:t>
                      </a:r>
                      <a:r>
                        <a:rPr lang="en-US" altLang="ja-JP" sz="1000" b="0" dirty="0">
                          <a:solidFill>
                            <a:schemeClr val="tx2"/>
                          </a:solidFill>
                          <a:effectLst/>
                        </a:rPr>
                        <a:t>SAP</a:t>
                      </a:r>
                      <a:r>
                        <a:rPr lang="ja-JP" altLang="en-US" sz="1000" b="0" dirty="0">
                          <a:solidFill>
                            <a:schemeClr val="tx2"/>
                          </a:solidFill>
                          <a:effectLst/>
                        </a:rPr>
                        <a:t>導入プロジェクトにおける顧客体制構築時の確認ポイントを明記</a:t>
                      </a:r>
                      <a:r>
                        <a:rPr kumimoji="1" lang="ja-JP" altLang="en-US" sz="1000" dirty="0">
                          <a:solidFill>
                            <a:schemeClr val="tx2"/>
                          </a:solidFill>
                        </a:rPr>
                        <a:t>）</a:t>
                      </a:r>
                      <a:endParaRPr kumimoji="1" lang="en-US" altLang="ja-JP" sz="1000" dirty="0">
                        <a:solidFill>
                          <a:schemeClr val="tx2"/>
                        </a:solidFill>
                      </a:endParaRPr>
                    </a:p>
                    <a:p>
                      <a:pPr marL="171450" indent="-171450">
                        <a:buFont typeface="Arial" panose="020B0604020202020204" pitchFamily="34" charset="0"/>
                        <a:buChar char="•"/>
                      </a:pPr>
                      <a:r>
                        <a:rPr kumimoji="1" lang="ja-JP" altLang="en-US" sz="1000" dirty="0">
                          <a:solidFill>
                            <a:schemeClr val="tx2"/>
                          </a:solidFill>
                        </a:rPr>
                        <a:t>改革マインドの見える化​（現場の現行踏襲を発見・軌道修正するための資料）</a:t>
                      </a:r>
                    </a:p>
                    <a:p>
                      <a:pPr marL="171450" indent="-171450">
                        <a:buFont typeface="Arial" panose="020B0604020202020204" pitchFamily="34" charset="0"/>
                        <a:buChar char="•"/>
                      </a:pPr>
                      <a:r>
                        <a:rPr kumimoji="1" lang="ja-JP" altLang="en-US" sz="1000" dirty="0">
                          <a:solidFill>
                            <a:schemeClr val="tx2"/>
                          </a:solidFill>
                        </a:rPr>
                        <a:t>マスタデータ準備​（マスタデータ準備に向けた</a:t>
                      </a:r>
                      <a:r>
                        <a:rPr kumimoji="1" lang="en-US" altLang="ja-JP" sz="1000" dirty="0">
                          <a:solidFill>
                            <a:schemeClr val="tx2"/>
                          </a:solidFill>
                        </a:rPr>
                        <a:t>SAP</a:t>
                      </a:r>
                      <a:r>
                        <a:rPr kumimoji="1" lang="ja-JP" altLang="en-US" sz="1000" dirty="0">
                          <a:solidFill>
                            <a:schemeClr val="tx2"/>
                          </a:solidFill>
                        </a:rPr>
                        <a:t>の上り詰め様を定義した資料​）</a:t>
                      </a:r>
                    </a:p>
                    <a:p>
                      <a:pPr marL="171450" indent="-171450">
                        <a:buFont typeface="Arial" panose="020B0604020202020204" pitchFamily="34" charset="0"/>
                        <a:buChar char="•"/>
                      </a:pPr>
                      <a:r>
                        <a:rPr kumimoji="1" lang="ja-JP" altLang="en-US" sz="1000" dirty="0">
                          <a:solidFill>
                            <a:schemeClr val="tx2"/>
                          </a:solidFill>
                        </a:rPr>
                        <a:t>マスタ管理方針～設計の進め方​（設計品質を確認するタスクを示した手順書​）</a:t>
                      </a:r>
                      <a:endParaRPr kumimoji="1" lang="ja-JP" altLang="en-US" sz="1000" dirty="0">
                        <a:solidFill>
                          <a:schemeClr val="tx2"/>
                        </a:solidFill>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1298536570"/>
                  </a:ext>
                </a:extLst>
              </a:tr>
            </a:tbl>
          </a:graphicData>
        </a:graphic>
      </p:graphicFrame>
      <p:sp>
        <p:nvSpPr>
          <p:cNvPr id="6" name="楕円 5">
            <a:extLst>
              <a:ext uri="{FF2B5EF4-FFF2-40B4-BE49-F238E27FC236}">
                <a16:creationId xmlns:a16="http://schemas.microsoft.com/office/drawing/2014/main" id="{D84A60C4-BE77-4510-848F-45D5ED7C1EA5}"/>
              </a:ext>
            </a:extLst>
          </p:cNvPr>
          <p:cNvSpPr/>
          <p:nvPr/>
        </p:nvSpPr>
        <p:spPr bwMode="gray">
          <a:xfrm>
            <a:off x="7091502" y="340191"/>
            <a:ext cx="647872" cy="296944"/>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r>
              <a:rPr kumimoji="1" lang="ja-JP" altLang="en-US" sz="1000" dirty="0">
                <a:latin typeface="Meiryo UI" panose="020B0604030504040204" pitchFamily="50" charset="-128"/>
                <a:ea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rPr>
              <a:t>改訂</a:t>
            </a:r>
            <a:endParaRPr kumimoji="1" lang="ja-JP" altLang="en-US" sz="1000"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81D3B5F6-091B-4B86-8331-E1AC9AE3D9C9}"/>
              </a:ext>
            </a:extLst>
          </p:cNvPr>
          <p:cNvSpPr>
            <a:spLocks noGrp="1"/>
          </p:cNvSpPr>
          <p:nvPr>
            <p:ph type="sldNum" sz="quarter" idx="11"/>
          </p:nvPr>
        </p:nvSpPr>
        <p:spPr/>
        <p:txBody>
          <a:bodyPr/>
          <a:lstStyle/>
          <a:p>
            <a:fld id="{72E657AC-4808-49C2-85C9-9B8A09B04136}" type="slidenum">
              <a:rPr lang="de-DE" altLang="ja-JP" smtClean="0"/>
              <a:pPr/>
              <a:t>9</a:t>
            </a:fld>
            <a:endParaRPr lang="de-DE" altLang="ja-JP"/>
          </a:p>
        </p:txBody>
      </p:sp>
    </p:spTree>
    <p:extLst>
      <p:ext uri="{BB962C8B-B14F-4D97-AF65-F5344CB8AC3E}">
        <p14:creationId xmlns:p14="http://schemas.microsoft.com/office/powerpoint/2010/main" val="2184534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富士通版</a:t>
            </a:r>
            <a:r>
              <a:rPr lang="en-US" altLang="ja-JP" sz="2800" dirty="0">
                <a:latin typeface="+mj-lt"/>
                <a:ea typeface="+mj-ea"/>
              </a:rPr>
              <a:t>Activate3.0 </a:t>
            </a:r>
            <a:r>
              <a:rPr lang="ja-JP" altLang="en-US" sz="2800" dirty="0">
                <a:latin typeface="+mj-lt"/>
                <a:ea typeface="+mj-ea"/>
              </a:rPr>
              <a:t>コンテンツマップ</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graphicFrame>
        <p:nvGraphicFramePr>
          <p:cNvPr id="20" name="表 20">
            <a:extLst>
              <a:ext uri="{FF2B5EF4-FFF2-40B4-BE49-F238E27FC236}">
                <a16:creationId xmlns:a16="http://schemas.microsoft.com/office/drawing/2014/main" id="{32C0FD16-3DA0-4FAA-9CCE-03D27014AB9F}"/>
              </a:ext>
            </a:extLst>
          </p:cNvPr>
          <p:cNvGraphicFramePr>
            <a:graphicFrameLocks noGrp="1"/>
          </p:cNvGraphicFramePr>
          <p:nvPr>
            <p:extLst>
              <p:ext uri="{D42A27DB-BD31-4B8C-83A1-F6EECF244321}">
                <p14:modId xmlns:p14="http://schemas.microsoft.com/office/powerpoint/2010/main" val="3630765901"/>
              </p:ext>
            </p:extLst>
          </p:nvPr>
        </p:nvGraphicFramePr>
        <p:xfrm>
          <a:off x="324839" y="855986"/>
          <a:ext cx="8566307" cy="2280126"/>
        </p:xfrm>
        <a:graphic>
          <a:graphicData uri="http://schemas.openxmlformats.org/drawingml/2006/table">
            <a:tbl>
              <a:tblPr firstRow="1" bandRow="1">
                <a:tableStyleId>{00A15C55-8517-42AA-B614-E9B94910E393}</a:tableStyleId>
              </a:tblPr>
              <a:tblGrid>
                <a:gridCol w="520436">
                  <a:extLst>
                    <a:ext uri="{9D8B030D-6E8A-4147-A177-3AD203B41FA5}">
                      <a16:colId xmlns:a16="http://schemas.microsoft.com/office/drawing/2014/main" val="1517630143"/>
                    </a:ext>
                  </a:extLst>
                </a:gridCol>
                <a:gridCol w="2502966">
                  <a:extLst>
                    <a:ext uri="{9D8B030D-6E8A-4147-A177-3AD203B41FA5}">
                      <a16:colId xmlns:a16="http://schemas.microsoft.com/office/drawing/2014/main" val="3077577295"/>
                    </a:ext>
                  </a:extLst>
                </a:gridCol>
                <a:gridCol w="5542905">
                  <a:extLst>
                    <a:ext uri="{9D8B030D-6E8A-4147-A177-3AD203B41FA5}">
                      <a16:colId xmlns:a16="http://schemas.microsoft.com/office/drawing/2014/main" val="430020583"/>
                    </a:ext>
                  </a:extLst>
                </a:gridCol>
              </a:tblGrid>
              <a:tr h="166034">
                <a:tc gridSpan="2">
                  <a:txBody>
                    <a:bodyPr/>
                    <a:lstStyle/>
                    <a:p>
                      <a:r>
                        <a:rPr kumimoji="1" lang="ja-JP" altLang="en-US" sz="1200" dirty="0"/>
                        <a:t>コンテンツ階層</a:t>
                      </a:r>
                      <a:endParaRPr kumimoji="1" lang="ja-JP" altLang="en-US" sz="1200" dirty="0">
                        <a:latin typeface="Meiryo UI" panose="020B0604030504040204" pitchFamily="50" charset="-128"/>
                        <a:ea typeface="Meiryo UI" panose="020B0604030504040204" pitchFamily="50" charset="-128"/>
                      </a:endParaRPr>
                    </a:p>
                  </a:txBody>
                  <a:tcPr marL="91412" marR="91412" marT="45706" marB="45706"/>
                </a:tc>
                <a:tc hMerge="1">
                  <a:txBody>
                    <a:bodyPr/>
                    <a:lstStyle/>
                    <a:p>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ja-JP" altLang="en-US" sz="1200" dirty="0"/>
                        <a:t>コンテンツ内容</a:t>
                      </a:r>
                      <a:endParaRPr kumimoji="1" lang="ja-JP" altLang="en-US" sz="12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196588163"/>
                  </a:ext>
                </a:extLst>
              </a:tr>
              <a:tr h="345834">
                <a:tc>
                  <a:txBody>
                    <a:bodyPr/>
                    <a:lstStyle/>
                    <a:p>
                      <a:r>
                        <a:rPr kumimoji="1" lang="en-US" altLang="ja-JP" sz="1000" dirty="0"/>
                        <a:t>08</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ja-JP" altLang="en-US" sz="1000" dirty="0"/>
                        <a:t>品質</a:t>
                      </a:r>
                      <a:endParaRPr kumimoji="1" lang="en-US" altLang="ja-JP"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indent="-171450">
                        <a:buFont typeface="Arial" panose="020B0604020202020204" pitchFamily="34" charset="0"/>
                        <a:buChar char="•"/>
                      </a:pPr>
                      <a:r>
                        <a:rPr kumimoji="1" lang="ja-JP" altLang="en-US" sz="1000" dirty="0"/>
                        <a:t>品質の考え方、指標</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2247142830"/>
                  </a:ext>
                </a:extLst>
              </a:tr>
              <a:tr h="830000">
                <a:tc>
                  <a:txBody>
                    <a:bodyPr/>
                    <a:lstStyle/>
                    <a:p>
                      <a:r>
                        <a:rPr kumimoji="1" lang="en-US" altLang="ja-JP" sz="1000" dirty="0"/>
                        <a:t>09</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en-US" altLang="ja-JP" sz="1000" dirty="0"/>
                        <a:t>SAP Leveling</a:t>
                      </a:r>
                      <a:endParaRPr kumimoji="1" lang="en-US" altLang="ja-JP" sz="1000" dirty="0">
                        <a:latin typeface="Meiryo UI" panose="020B0604030504040204" pitchFamily="50" charset="-128"/>
                        <a:ea typeface="Meiryo UI" panose="020B0604030504040204" pitchFamily="50" charset="-128"/>
                      </a:endParaRPr>
                    </a:p>
                  </a:txBody>
                  <a:tcPr marL="91412" marR="91412" marT="45706" marB="45706"/>
                </a:tc>
                <a:tc>
                  <a:txBody>
                    <a:bodyPr/>
                    <a:lstStyle/>
                    <a:p>
                      <a:pPr marL="171450" indent="-171450">
                        <a:buFont typeface="Arial" panose="020B0604020202020204" pitchFamily="34" charset="0"/>
                        <a:buChar char="•"/>
                      </a:pPr>
                      <a:r>
                        <a:rPr kumimoji="1" lang="ja-JP" altLang="en-US" sz="1000" dirty="0"/>
                        <a:t>各ジョブに対するレベリングガイド（役割、経験目安等）</a:t>
                      </a:r>
                      <a:endParaRPr kumimoji="1" lang="en-US" altLang="ja-JP" sz="1000" dirty="0"/>
                    </a:p>
                    <a:p>
                      <a:pPr marL="171450" indent="-171450">
                        <a:buFont typeface="Arial" panose="020B0604020202020204" pitchFamily="34" charset="0"/>
                        <a:buChar char="•"/>
                      </a:pPr>
                      <a:r>
                        <a:rPr kumimoji="1" lang="ja-JP" altLang="en-US" sz="1000" dirty="0"/>
                        <a:t>プロジェクト規模に応じた各ポジションのレベルガイド</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2747152562"/>
                  </a:ext>
                </a:extLst>
              </a:tr>
              <a:tr h="830000">
                <a:tc>
                  <a:txBody>
                    <a:bodyPr/>
                    <a:lstStyle/>
                    <a:p>
                      <a:r>
                        <a:rPr kumimoji="1" lang="en-US" altLang="ja-JP" sz="1000" dirty="0"/>
                        <a:t>10</a:t>
                      </a:r>
                      <a:endParaRPr kumimoji="1" lang="ja-JP" altLang="en-US" sz="1000" dirty="0">
                        <a:latin typeface="Meiryo UI" panose="020B0604030504040204" pitchFamily="50" charset="-128"/>
                        <a:ea typeface="Meiryo UI" panose="020B0604030504040204" pitchFamily="50" charset="-128"/>
                      </a:endParaRPr>
                    </a:p>
                  </a:txBody>
                  <a:tcPr marL="91412" marR="91412" marT="45706" marB="45706"/>
                </a:tc>
                <a:tc>
                  <a:txBody>
                    <a:bodyPr/>
                    <a:lstStyle/>
                    <a:p>
                      <a:r>
                        <a:rPr kumimoji="1" lang="en-US" altLang="ja-JP" sz="1000" dirty="0"/>
                        <a:t>GDC</a:t>
                      </a:r>
                      <a:r>
                        <a:rPr kumimoji="1" lang="ja-JP" altLang="en-US" sz="1000" dirty="0"/>
                        <a:t>連携ツール</a:t>
                      </a:r>
                    </a:p>
                  </a:txBody>
                  <a:tcPr marL="91412" marR="91412" marT="45706" marB="45706"/>
                </a:tc>
                <a:tc>
                  <a:txBody>
                    <a:bodyPr/>
                    <a:lstStyle/>
                    <a:p>
                      <a:pPr marL="171450" indent="-171450">
                        <a:buFont typeface="Arial" panose="020B0604020202020204" pitchFamily="34" charset="0"/>
                        <a:buChar char="•"/>
                      </a:pPr>
                      <a:r>
                        <a:rPr kumimoji="1" lang="en-US" altLang="ja-JP" sz="1000" dirty="0"/>
                        <a:t>GDC</a:t>
                      </a:r>
                      <a:r>
                        <a:rPr kumimoji="1" lang="ja-JP" altLang="en-US" sz="1000" dirty="0"/>
                        <a:t>を活用する作業（マスタ登録、プロト検証、</a:t>
                      </a:r>
                      <a:r>
                        <a:rPr kumimoji="1" lang="en-US" altLang="ja-JP" sz="1000" dirty="0"/>
                        <a:t>QA</a:t>
                      </a:r>
                      <a:r>
                        <a:rPr kumimoji="1" lang="ja-JP" altLang="en-US" sz="1000" dirty="0"/>
                        <a:t>調査など）におけるプロセスの型化</a:t>
                      </a:r>
                      <a:endParaRPr kumimoji="1" lang="en-US" altLang="ja-JP" sz="1000" dirty="0"/>
                    </a:p>
                    <a:p>
                      <a:pPr marL="171450" indent="-171450">
                        <a:buFont typeface="Arial" panose="020B0604020202020204" pitchFamily="34" charset="0"/>
                        <a:buChar char="•"/>
                      </a:pPr>
                      <a:r>
                        <a:rPr kumimoji="1" lang="ja-JP" altLang="en-US" sz="1000" dirty="0"/>
                        <a:t>各作業の実施手順とフォーマットを定義</a:t>
                      </a:r>
                      <a:endParaRPr kumimoji="1" lang="en-US" altLang="ja-JP" sz="1000" dirty="0"/>
                    </a:p>
                    <a:p>
                      <a:pPr marL="171450" indent="-171450">
                        <a:buFont typeface="Arial" panose="020B0604020202020204" pitchFamily="34" charset="0"/>
                        <a:buChar char="•"/>
                      </a:pPr>
                      <a:r>
                        <a:rPr kumimoji="1" lang="ja-JP" altLang="en-US" sz="1000" dirty="0"/>
                        <a:t>コミュニケーションの型化</a:t>
                      </a:r>
                      <a:r>
                        <a:rPr kumimoji="1" lang="en-US" altLang="ja-JP" sz="1000" dirty="0"/>
                        <a:t>(</a:t>
                      </a:r>
                      <a:r>
                        <a:rPr kumimoji="1" lang="ja-JP" altLang="en-US" sz="1000" dirty="0"/>
                        <a:t>標準化</a:t>
                      </a:r>
                      <a:r>
                        <a:rPr kumimoji="1" lang="en-US" altLang="ja-JP" sz="1000" dirty="0"/>
                        <a:t>)</a:t>
                      </a:r>
                      <a:endParaRPr kumimoji="1" lang="en-US" altLang="ja-JP" sz="1000" dirty="0">
                        <a:latin typeface="Meiryo UI" panose="020B0604030504040204" pitchFamily="50" charset="-128"/>
                        <a:ea typeface="Meiryo UI" panose="020B0604030504040204" pitchFamily="50" charset="-128"/>
                      </a:endParaRPr>
                    </a:p>
                  </a:txBody>
                  <a:tcPr marL="91412" marR="91412" marT="45706" marB="45706"/>
                </a:tc>
                <a:extLst>
                  <a:ext uri="{0D108BD9-81ED-4DB2-BD59-A6C34878D82A}">
                    <a16:rowId xmlns:a16="http://schemas.microsoft.com/office/drawing/2014/main" val="515394861"/>
                  </a:ext>
                </a:extLst>
              </a:tr>
            </a:tbl>
          </a:graphicData>
        </a:graphic>
      </p:graphicFrame>
      <p:sp>
        <p:nvSpPr>
          <p:cNvPr id="6" name="楕円 5">
            <a:extLst>
              <a:ext uri="{FF2B5EF4-FFF2-40B4-BE49-F238E27FC236}">
                <a16:creationId xmlns:a16="http://schemas.microsoft.com/office/drawing/2014/main" id="{77C4FEB1-2CDF-4668-8363-37154BE0BA3B}"/>
              </a:ext>
            </a:extLst>
          </p:cNvPr>
          <p:cNvSpPr/>
          <p:nvPr/>
        </p:nvSpPr>
        <p:spPr bwMode="gray">
          <a:xfrm>
            <a:off x="7091502" y="340191"/>
            <a:ext cx="647872" cy="296944"/>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r>
              <a:rPr kumimoji="1" lang="ja-JP" altLang="en-US" sz="1000" dirty="0">
                <a:latin typeface="Meiryo UI" panose="020B0604030504040204" pitchFamily="50" charset="-128"/>
                <a:ea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rPr>
              <a:t>改訂</a:t>
            </a:r>
            <a:endParaRPr kumimoji="1" lang="ja-JP" altLang="en-US" sz="1000"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C9E7E3E5-D1FB-481B-ADA3-EC128D15EC4E}"/>
              </a:ext>
            </a:extLst>
          </p:cNvPr>
          <p:cNvSpPr>
            <a:spLocks noGrp="1"/>
          </p:cNvSpPr>
          <p:nvPr>
            <p:ph type="sldNum" sz="quarter" idx="11"/>
          </p:nvPr>
        </p:nvSpPr>
        <p:spPr/>
        <p:txBody>
          <a:bodyPr/>
          <a:lstStyle/>
          <a:p>
            <a:fld id="{72E657AC-4808-49C2-85C9-9B8A09B04136}" type="slidenum">
              <a:rPr lang="de-DE" altLang="ja-JP" smtClean="0"/>
              <a:pPr/>
              <a:t>10</a:t>
            </a:fld>
            <a:endParaRPr lang="de-DE" altLang="ja-JP"/>
          </a:p>
        </p:txBody>
      </p:sp>
    </p:spTree>
    <p:extLst>
      <p:ext uri="{BB962C8B-B14F-4D97-AF65-F5344CB8AC3E}">
        <p14:creationId xmlns:p14="http://schemas.microsoft.com/office/powerpoint/2010/main" val="3280352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3CB0243-1E04-4D82-939A-812692C7A901}"/>
              </a:ext>
            </a:extLst>
          </p:cNvPr>
          <p:cNvSpPr>
            <a:spLocks noGrp="1"/>
          </p:cNvSpPr>
          <p:nvPr>
            <p:ph type="ftr" sz="quarter" idx="10"/>
          </p:nvPr>
        </p:nvSpPr>
        <p:spPr bwMode="gray">
          <a:xfrm>
            <a:off x="4932363" y="4937125"/>
            <a:ext cx="3960812"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700" kern="1200">
                <a:solidFill>
                  <a:schemeClr val="tx1"/>
                </a:solidFill>
                <a:latin typeface="Meiryo UI" panose="020B0604030504040204" pitchFamily="50" charset="-128"/>
                <a:ea typeface="Meiryo UI" panose="020B0604030504040204" pitchFamily="50" charset="-128"/>
                <a:cs typeface="+mn-cs"/>
              </a:defRPr>
            </a:lvl1pPr>
            <a:lvl2pPr marL="4572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2pPr>
            <a:lvl3pPr marL="9144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3pPr>
            <a:lvl4pPr marL="13716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4pPr>
            <a:lvl5pPr marL="1828800" algn="ctr" rtl="0" fontAlgn="ctr">
              <a:spcBef>
                <a:spcPct val="0"/>
              </a:spcBef>
              <a:spcAft>
                <a:spcPct val="0"/>
              </a:spcAft>
              <a:defRPr kumimoji="1" sz="1600" kern="1200">
                <a:solidFill>
                  <a:srgbClr val="000000"/>
                </a:solidFill>
                <a:latin typeface="Arial" charset="0"/>
                <a:ea typeface="ＭＳ Ｐゴシック" pitchFamily="50" charset="-128"/>
                <a:cs typeface="+mn-cs"/>
              </a:defRPr>
            </a:lvl5pPr>
            <a:lvl6pPr marL="2286000" algn="l" defTabSz="914400" rtl="0" eaLnBrk="1" latinLnBrk="0" hangingPunct="1">
              <a:defRPr kumimoji="1" sz="1600" kern="1200">
                <a:solidFill>
                  <a:srgbClr val="000000"/>
                </a:solidFill>
                <a:latin typeface="Arial" charset="0"/>
                <a:ea typeface="ＭＳ Ｐゴシック" pitchFamily="50" charset="-128"/>
                <a:cs typeface="+mn-cs"/>
              </a:defRPr>
            </a:lvl6pPr>
            <a:lvl7pPr marL="2743200" algn="l" defTabSz="914400" rtl="0" eaLnBrk="1" latinLnBrk="0" hangingPunct="1">
              <a:defRPr kumimoji="1" sz="1600" kern="1200">
                <a:solidFill>
                  <a:srgbClr val="000000"/>
                </a:solidFill>
                <a:latin typeface="Arial" charset="0"/>
                <a:ea typeface="ＭＳ Ｐゴシック" pitchFamily="50" charset="-128"/>
                <a:cs typeface="+mn-cs"/>
              </a:defRPr>
            </a:lvl7pPr>
            <a:lvl8pPr marL="3200400" algn="l" defTabSz="914400" rtl="0" eaLnBrk="1" latinLnBrk="0" hangingPunct="1">
              <a:defRPr kumimoji="1" sz="1600" kern="1200">
                <a:solidFill>
                  <a:srgbClr val="000000"/>
                </a:solidFill>
                <a:latin typeface="Arial" charset="0"/>
                <a:ea typeface="ＭＳ Ｐゴシック" pitchFamily="50" charset="-128"/>
                <a:cs typeface="+mn-cs"/>
              </a:defRPr>
            </a:lvl8pPr>
            <a:lvl9pPr marL="3657600" algn="l" defTabSz="914400" rtl="0" eaLnBrk="1" latinLnBrk="0" hangingPunct="1">
              <a:defRPr kumimoji="1" sz="1600" kern="1200">
                <a:solidFill>
                  <a:srgbClr val="000000"/>
                </a:solidFill>
                <a:latin typeface="Arial" charset="0"/>
                <a:ea typeface="ＭＳ Ｐゴシック" pitchFamily="50" charset="-128"/>
                <a:cs typeface="+mn-cs"/>
              </a:defRPr>
            </a:lvl9pPr>
          </a:lstStyle>
          <a:p>
            <a:r>
              <a:rPr lang="de-DE" altLang="ja-JP"/>
              <a:t>Copyright 2019 FUJITSU LIMITED</a:t>
            </a:r>
            <a:endParaRPr lang="de-DE" altLang="ja-JP" dirty="0">
              <a:solidFill>
                <a:srgbClr val="000000"/>
              </a:solidFill>
            </a:endParaRPr>
          </a:p>
        </p:txBody>
      </p:sp>
      <p:sp>
        <p:nvSpPr>
          <p:cNvPr id="5" name="正方形/長方形 4">
            <a:extLst>
              <a:ext uri="{FF2B5EF4-FFF2-40B4-BE49-F238E27FC236}">
                <a16:creationId xmlns:a16="http://schemas.microsoft.com/office/drawing/2014/main" id="{BEDD25FD-AC8D-4258-B3F6-16A36AB367EA}"/>
              </a:ext>
            </a:extLst>
          </p:cNvPr>
          <p:cNvSpPr/>
          <p:nvPr/>
        </p:nvSpPr>
        <p:spPr bwMode="auto">
          <a:xfrm>
            <a:off x="1411" y="2139835"/>
            <a:ext cx="9141179" cy="775535"/>
          </a:xfrm>
          <a:prstGeom prst="rect">
            <a:avLst/>
          </a:prstGeom>
          <a:gradFill>
            <a:gsLst>
              <a:gs pos="0">
                <a:sysClr val="window" lastClr="FFFFFF">
                  <a:lumMod val="50000"/>
                </a:sysClr>
              </a:gs>
              <a:gs pos="62000">
                <a:sysClr val="window" lastClr="FFFFFF">
                  <a:lumMod val="65000"/>
                </a:sysClr>
              </a:gs>
              <a:gs pos="88000">
                <a:sysClr val="window" lastClr="FFFFFF"/>
              </a:gs>
              <a:gs pos="100000">
                <a:sysClr val="window" lastClr="FFFFFF"/>
              </a:gs>
            </a:gsLst>
            <a:lin ang="0" scaled="0"/>
          </a:gradFill>
          <a:ln w="9525" cap="flat" cmpd="sng" algn="ctr">
            <a:noFill/>
            <a:prstDash val="solid"/>
            <a:round/>
            <a:headEnd type="none" w="med" len="med"/>
            <a:tailEnd type="none" w="med" len="med"/>
          </a:ln>
          <a:effectLst/>
        </p:spPr>
        <p:txBody>
          <a:bodyPr vert="horz" wrap="none" lIns="215933" tIns="45706" rIns="91412" bIns="45706" numCol="1" rtlCol="0" anchor="ctr" anchorCtr="0" compatLnSpc="1">
            <a:prstTxWarp prst="textNoShape">
              <a:avLst/>
            </a:prstTxWarp>
          </a:bodyPr>
          <a:lstStyle/>
          <a:p>
            <a:pPr marL="0" lvl="1" fontAlgn="base">
              <a:defRPr/>
            </a:pPr>
            <a:r>
              <a:rPr lang="ja-JP" altLang="en-US" sz="3199" b="1" kern="0" dirty="0">
                <a:solidFill>
                  <a:prstClr val="white"/>
                </a:solidFill>
                <a:effectLst>
                  <a:glow rad="101600">
                    <a:srgbClr val="8064A2">
                      <a:satMod val="175000"/>
                      <a:alpha val="40000"/>
                    </a:srgbClr>
                  </a:glow>
                  <a:outerShdw blurRad="50800" dist="38100" dir="2700000" sx="1000" sy="1000" algn="tl" rotWithShape="0">
                    <a:prstClr val="black"/>
                  </a:outerShdw>
                </a:effectLst>
                <a:latin typeface="Meiryo UI" panose="020B0604030504040204" pitchFamily="50" charset="-128"/>
                <a:ea typeface="Meiryo UI" panose="020B0604030504040204" pitchFamily="50" charset="-128"/>
                <a:cs typeface="Meiryo UI" panose="020B0604030504040204" pitchFamily="50" charset="-128"/>
              </a:rPr>
              <a:t>各コンテンツの利用手引き</a:t>
            </a:r>
            <a:endParaRPr lang="en-US" altLang="ja-JP" sz="3199" b="1" kern="0" dirty="0">
              <a:solidFill>
                <a:prstClr val="white"/>
              </a:solidFill>
              <a:effectLst>
                <a:glow rad="101600">
                  <a:srgbClr val="8064A2">
                    <a:satMod val="175000"/>
                    <a:alpha val="40000"/>
                  </a:srgbClr>
                </a:glow>
                <a:outerShdw blurRad="50800" dist="38100" dir="2700000" sx="1000" sy="1000" algn="tl" rotWithShape="0">
                  <a:prstClr val="black"/>
                </a:outerShdw>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BB752B13-0A50-4DA9-AF2E-879C98CAB61D}"/>
              </a:ext>
            </a:extLst>
          </p:cNvPr>
          <p:cNvSpPr>
            <a:spLocks noGrp="1"/>
          </p:cNvSpPr>
          <p:nvPr>
            <p:ph type="sldNum" sz="quarter" idx="12"/>
          </p:nvPr>
        </p:nvSpPr>
        <p:spPr/>
        <p:txBody>
          <a:bodyPr/>
          <a:lstStyle/>
          <a:p>
            <a:fld id="{4D029D89-7B63-4C94-AD4D-2E4D6BB83637}" type="slidenum">
              <a:rPr kumimoji="1" lang="ja-JP" altLang="en-US" smtClean="0"/>
              <a:t>11</a:t>
            </a:fld>
            <a:endParaRPr kumimoji="1" lang="ja-JP" altLang="en-US"/>
          </a:p>
        </p:txBody>
      </p:sp>
    </p:spTree>
    <p:extLst>
      <p:ext uri="{BB962C8B-B14F-4D97-AF65-F5344CB8AC3E}">
        <p14:creationId xmlns:p14="http://schemas.microsoft.com/office/powerpoint/2010/main" val="127621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コンテンツ プレースホルダー 2">
            <a:extLst>
              <a:ext uri="{FF2B5EF4-FFF2-40B4-BE49-F238E27FC236}">
                <a16:creationId xmlns:a16="http://schemas.microsoft.com/office/drawing/2014/main" id="{C8558F7A-A903-4E95-A6A0-A73E1B8C9321}"/>
              </a:ext>
            </a:extLst>
          </p:cNvPr>
          <p:cNvSpPr txBox="1">
            <a:spLocks/>
          </p:cNvSpPr>
          <p:nvPr/>
        </p:nvSpPr>
        <p:spPr bwMode="gray">
          <a:xfrm>
            <a:off x="224156" y="1851892"/>
            <a:ext cx="8824546" cy="3095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8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sz="2400">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20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8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1800">
                <a:solidFill>
                  <a:schemeClr val="tx1"/>
                </a:solidFill>
                <a:latin typeface="+mn-lt"/>
                <a:ea typeface="+mn-ea"/>
              </a:defRPr>
            </a:lvl5pPr>
            <a:lvl6pPr marL="2514600" indent="-228600" algn="l" defTabSz="809625" rtl="0" fontAlgn="base">
              <a:spcBef>
                <a:spcPct val="20000"/>
              </a:spcBef>
              <a:spcAft>
                <a:spcPct val="0"/>
              </a:spcAft>
              <a:buChar char="»"/>
              <a:defRPr kumimoji="1" sz="1800">
                <a:solidFill>
                  <a:schemeClr val="tx1"/>
                </a:solidFill>
                <a:latin typeface="+mn-lt"/>
                <a:ea typeface="+mn-ea"/>
              </a:defRPr>
            </a:lvl6pPr>
            <a:lvl7pPr marL="2971800" indent="-228600" algn="l" defTabSz="809625" rtl="0" fontAlgn="base">
              <a:spcBef>
                <a:spcPct val="20000"/>
              </a:spcBef>
              <a:spcAft>
                <a:spcPct val="0"/>
              </a:spcAft>
              <a:buChar char="»"/>
              <a:defRPr kumimoji="1" sz="1800">
                <a:solidFill>
                  <a:schemeClr val="tx1"/>
                </a:solidFill>
                <a:latin typeface="+mn-lt"/>
                <a:ea typeface="+mn-ea"/>
              </a:defRPr>
            </a:lvl7pPr>
            <a:lvl8pPr marL="3429000" indent="-228600" algn="l" defTabSz="809625" rtl="0" fontAlgn="base">
              <a:spcBef>
                <a:spcPct val="20000"/>
              </a:spcBef>
              <a:spcAft>
                <a:spcPct val="0"/>
              </a:spcAft>
              <a:buChar char="»"/>
              <a:defRPr kumimoji="1" sz="1800">
                <a:solidFill>
                  <a:schemeClr val="tx1"/>
                </a:solidFill>
                <a:latin typeface="+mn-lt"/>
                <a:ea typeface="+mn-ea"/>
              </a:defRPr>
            </a:lvl8pPr>
            <a:lvl9pPr marL="3886200" indent="-228600" algn="l" defTabSz="809625" rtl="0" fontAlgn="base">
              <a:spcBef>
                <a:spcPct val="20000"/>
              </a:spcBef>
              <a:spcAft>
                <a:spcPct val="0"/>
              </a:spcAft>
              <a:buChar char="»"/>
              <a:defRPr kumimoji="1" sz="1800">
                <a:solidFill>
                  <a:schemeClr val="tx1"/>
                </a:solidFill>
                <a:latin typeface="+mn-lt"/>
                <a:ea typeface="+mn-ea"/>
              </a:defRPr>
            </a:lvl9pPr>
          </a:lstStyle>
          <a:p>
            <a:pPr>
              <a:buClr>
                <a:schemeClr val="accent4"/>
              </a:buClr>
            </a:pPr>
            <a:r>
              <a:rPr lang="ja-JP" altLang="en-US" sz="1799" kern="0" dirty="0"/>
              <a:t>下記の方針に従って運用すること</a:t>
            </a:r>
            <a:endParaRPr lang="en-US" altLang="ja-JP" sz="1799" kern="0" dirty="0"/>
          </a:p>
          <a:p>
            <a:pPr lvl="1"/>
            <a:r>
              <a:rPr lang="en-US" altLang="ja-JP" sz="1600" b="1" kern="0" dirty="0"/>
              <a:t>SAP</a:t>
            </a:r>
            <a:r>
              <a:rPr lang="ja-JP" altLang="en-US" sz="1600" b="1" kern="0" dirty="0"/>
              <a:t>領域と共通領域以外（周辺システムや業務改革タスクなど）のタスクは追加</a:t>
            </a:r>
            <a:r>
              <a:rPr lang="ja-JP" altLang="en-US" sz="1600" kern="0" dirty="0"/>
              <a:t>すること。</a:t>
            </a:r>
            <a:endParaRPr lang="en-US" altLang="ja-JP" sz="1600" kern="0" dirty="0"/>
          </a:p>
          <a:p>
            <a:pPr lvl="1"/>
            <a:r>
              <a:rPr lang="ja-JP" altLang="en-US" sz="1600" kern="0" dirty="0"/>
              <a:t>準備されている</a:t>
            </a:r>
            <a:r>
              <a:rPr lang="en-US" altLang="ja-JP" sz="1600" b="1" kern="0" dirty="0"/>
              <a:t>WBS</a:t>
            </a:r>
            <a:r>
              <a:rPr lang="ja-JP" altLang="en-US" sz="1600" b="1" kern="0" dirty="0"/>
              <a:t>の内容は基本変更不可</a:t>
            </a:r>
            <a:r>
              <a:rPr lang="ja-JP" altLang="en-US" sz="1600" kern="0" dirty="0"/>
              <a:t>とする。但し、</a:t>
            </a:r>
            <a:endParaRPr lang="en-US" altLang="ja-JP" sz="1600" kern="0" dirty="0"/>
          </a:p>
          <a:p>
            <a:pPr marL="268207" lvl="1" indent="0">
              <a:buNone/>
            </a:pPr>
            <a:r>
              <a:rPr lang="ja-JP" altLang="en-US" sz="1600" kern="0" dirty="0"/>
              <a:t>　　　・役割分担がフロント、ユーザのタスクに不足がある場合は追加可能とする。</a:t>
            </a:r>
            <a:endParaRPr lang="en-US" altLang="ja-JP" sz="1600" kern="0" dirty="0"/>
          </a:p>
          <a:p>
            <a:pPr marL="268207" lvl="1" indent="0">
              <a:buNone/>
            </a:pPr>
            <a:r>
              <a:rPr lang="ja-JP" altLang="en-US" sz="1600" kern="0" dirty="0"/>
              <a:t>　　　　但し、既存タスクの削除、変更は基本不可とする。</a:t>
            </a:r>
            <a:endParaRPr lang="en-US" altLang="ja-JP" sz="1600" kern="0" dirty="0"/>
          </a:p>
          <a:p>
            <a:pPr marL="268207" lvl="1" indent="0">
              <a:buNone/>
            </a:pPr>
            <a:r>
              <a:rPr lang="ja-JP" altLang="en-US" sz="1600" kern="0" dirty="0"/>
              <a:t>　　　</a:t>
            </a:r>
            <a:r>
              <a:rPr lang="ja-JP" altLang="en-US" sz="1600" dirty="0">
                <a:solidFill>
                  <a:srgbClr val="FF0000"/>
                </a:solidFill>
              </a:rPr>
              <a:t>・役割分担がセンターのタスクは</a:t>
            </a:r>
            <a:r>
              <a:rPr lang="en-US" altLang="ja-JP" sz="1600" dirty="0">
                <a:solidFill>
                  <a:srgbClr val="FF0000"/>
                </a:solidFill>
              </a:rPr>
              <a:t>ticket</a:t>
            </a:r>
            <a:r>
              <a:rPr lang="ja-JP" altLang="en-US" sz="1600" dirty="0">
                <a:solidFill>
                  <a:srgbClr val="FF0000"/>
                </a:solidFill>
              </a:rPr>
              <a:t>（</a:t>
            </a:r>
            <a:r>
              <a:rPr lang="en-US" altLang="ja-JP" sz="1600" dirty="0">
                <a:solidFill>
                  <a:srgbClr val="FF0000"/>
                </a:solidFill>
              </a:rPr>
              <a:t>TBS</a:t>
            </a:r>
            <a:r>
              <a:rPr lang="ja-JP" altLang="en-US" sz="1600" dirty="0">
                <a:solidFill>
                  <a:srgbClr val="FF0000"/>
                </a:solidFill>
              </a:rPr>
              <a:t>）と紐づいてるため変更不可。</a:t>
            </a:r>
            <a:endParaRPr lang="en-US" altLang="ja-JP" sz="1600" kern="0" dirty="0"/>
          </a:p>
          <a:p>
            <a:pPr lvl="1"/>
            <a:r>
              <a:rPr lang="en-US" altLang="ja-JP" sz="1600" kern="0" dirty="0"/>
              <a:t>WBS</a:t>
            </a:r>
            <a:r>
              <a:rPr lang="ja-JP" altLang="en-US" sz="1600" kern="0" dirty="0"/>
              <a:t>の</a:t>
            </a:r>
            <a:r>
              <a:rPr lang="en-US" altLang="ja-JP" sz="1600" kern="0" dirty="0"/>
              <a:t>Activity</a:t>
            </a:r>
            <a:r>
              <a:rPr lang="ja-JP" altLang="en-US" sz="1600" kern="0" dirty="0"/>
              <a:t>１レベルを進捗の管理単位とする。</a:t>
            </a:r>
            <a:endParaRPr lang="en-US" altLang="ja-JP" sz="1600" kern="0" dirty="0"/>
          </a:p>
          <a:p>
            <a:pPr lvl="1"/>
            <a:r>
              <a:rPr lang="en-US" altLang="ja-JP" sz="1600" kern="0" dirty="0"/>
              <a:t>VP/SP</a:t>
            </a:r>
            <a:r>
              <a:rPr lang="ja-JP" altLang="en-US" sz="1600" kern="0" dirty="0"/>
              <a:t>で実施済みのタスクは対象外とする。</a:t>
            </a:r>
            <a:endParaRPr lang="en-US" altLang="ja-JP" sz="1600" kern="0" dirty="0"/>
          </a:p>
          <a:p>
            <a:pPr marL="268207" lvl="1" indent="0">
              <a:buNone/>
            </a:pPr>
            <a:r>
              <a:rPr lang="ja-JP" altLang="en-US" sz="1600" dirty="0">
                <a:solidFill>
                  <a:srgbClr val="FF0000"/>
                </a:solidFill>
              </a:rPr>
              <a:t>　　　</a:t>
            </a:r>
            <a:endParaRPr lang="en-US" altLang="ja-JP" sz="1400" dirty="0"/>
          </a:p>
          <a:p>
            <a:pPr lvl="1"/>
            <a:endParaRPr lang="en-US" altLang="ja-JP" sz="1400" dirty="0"/>
          </a:p>
          <a:p>
            <a:pPr lvl="1"/>
            <a:endParaRPr lang="en-US" altLang="ja-JP" sz="1400" dirty="0"/>
          </a:p>
          <a:p>
            <a:pPr lvl="1"/>
            <a:endParaRPr lang="en-US" altLang="ja-JP" sz="1400" dirty="0"/>
          </a:p>
          <a:p>
            <a:pPr lvl="1"/>
            <a:endParaRPr lang="en-US" altLang="ja-JP" sz="1400" dirty="0"/>
          </a:p>
          <a:p>
            <a:pPr lvl="1"/>
            <a:endParaRPr lang="en-US" altLang="ja-JP" sz="1400" kern="0" dirty="0"/>
          </a:p>
          <a:p>
            <a:pPr lvl="1"/>
            <a:endParaRPr lang="ja-JP" altLang="en-US" sz="1400" kern="0" dirty="0"/>
          </a:p>
        </p:txBody>
      </p:sp>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０１．ＷＢＳ</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13" name="コンテンツ プレースホルダー 2">
            <a:extLst>
              <a:ext uri="{FF2B5EF4-FFF2-40B4-BE49-F238E27FC236}">
                <a16:creationId xmlns:a16="http://schemas.microsoft.com/office/drawing/2014/main" id="{7DE2BF09-475B-4029-AA90-13FC1F7B4C10}"/>
              </a:ext>
            </a:extLst>
          </p:cNvPr>
          <p:cNvSpPr txBox="1">
            <a:spLocks/>
          </p:cNvSpPr>
          <p:nvPr/>
        </p:nvSpPr>
        <p:spPr>
          <a:xfrm>
            <a:off x="138586" y="916077"/>
            <a:ext cx="8680576" cy="722805"/>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en-US" altLang="ja-JP" sz="1799" kern="0" dirty="0"/>
              <a:t>SAP</a:t>
            </a:r>
            <a:r>
              <a:rPr lang="ja-JP" altLang="en-US" sz="1799" kern="0" dirty="0"/>
              <a:t>導入（</a:t>
            </a:r>
            <a:r>
              <a:rPr lang="en-US" altLang="ja-JP" sz="1799" kern="0" dirty="0"/>
              <a:t>RD</a:t>
            </a:r>
            <a:r>
              <a:rPr lang="ja-JP" altLang="en-US" sz="1799" kern="0" dirty="0"/>
              <a:t>～</a:t>
            </a:r>
            <a:r>
              <a:rPr lang="en-US" altLang="ja-JP" sz="1799" kern="0" dirty="0"/>
              <a:t>Test/Deploy</a:t>
            </a:r>
            <a:r>
              <a:rPr lang="ja-JP" altLang="en-US" sz="1799" kern="0" dirty="0"/>
              <a:t>）における、</a:t>
            </a:r>
            <a:r>
              <a:rPr lang="en-US" altLang="ja-JP" sz="1799" b="1" kern="0" dirty="0"/>
              <a:t>SAP</a:t>
            </a:r>
            <a:r>
              <a:rPr lang="ja-JP" altLang="en-US" sz="1799" b="1" kern="0" dirty="0"/>
              <a:t>領域と共通領域のタスク</a:t>
            </a:r>
            <a:r>
              <a:rPr lang="ja-JP" altLang="en-US" sz="1799" kern="0" dirty="0"/>
              <a:t>を</a:t>
            </a:r>
            <a:r>
              <a:rPr lang="en-US" altLang="ja-JP" sz="1799" b="1" dirty="0"/>
              <a:t>WBS</a:t>
            </a:r>
            <a:r>
              <a:rPr lang="ja-JP" altLang="en-US" sz="1799" b="1" dirty="0"/>
              <a:t>体系レベル</a:t>
            </a:r>
            <a:r>
              <a:rPr lang="en-US" altLang="ja-JP" sz="1799" b="1" dirty="0"/>
              <a:t>1</a:t>
            </a:r>
            <a:r>
              <a:rPr lang="ja-JP" altLang="en-US" sz="1799" b="1" dirty="0"/>
              <a:t>、</a:t>
            </a:r>
            <a:r>
              <a:rPr lang="en-US" altLang="ja-JP" sz="1799" b="1" dirty="0"/>
              <a:t>2</a:t>
            </a:r>
            <a:r>
              <a:rPr lang="ja-JP" altLang="en-US" sz="1799" b="1" dirty="0"/>
              <a:t>、</a:t>
            </a:r>
            <a:r>
              <a:rPr lang="en-US" altLang="ja-JP" sz="1799" b="1" dirty="0"/>
              <a:t>3</a:t>
            </a:r>
            <a:r>
              <a:rPr lang="ja-JP" altLang="en-US" sz="1799" b="1" dirty="0"/>
              <a:t>およびアクティビティまで定義</a:t>
            </a:r>
            <a:r>
              <a:rPr lang="ja-JP" altLang="en-US" sz="1799" dirty="0"/>
              <a:t>したものである。</a:t>
            </a:r>
            <a:endParaRPr lang="en-US" altLang="ja-JP" sz="1799" dirty="0"/>
          </a:p>
          <a:p>
            <a:pPr marL="0" indent="0">
              <a:buNone/>
            </a:pPr>
            <a:endParaRPr lang="en-US" altLang="ja-JP" sz="1999" kern="0" dirty="0"/>
          </a:p>
        </p:txBody>
      </p:sp>
      <p:sp>
        <p:nvSpPr>
          <p:cNvPr id="5" name="スライド番号プレースホルダー 4">
            <a:extLst>
              <a:ext uri="{FF2B5EF4-FFF2-40B4-BE49-F238E27FC236}">
                <a16:creationId xmlns:a16="http://schemas.microsoft.com/office/drawing/2014/main" id="{44554800-D82E-498D-874E-086BA47BD47F}"/>
              </a:ext>
            </a:extLst>
          </p:cNvPr>
          <p:cNvSpPr>
            <a:spLocks noGrp="1"/>
          </p:cNvSpPr>
          <p:nvPr>
            <p:ph type="sldNum" sz="quarter" idx="11"/>
          </p:nvPr>
        </p:nvSpPr>
        <p:spPr/>
        <p:txBody>
          <a:bodyPr/>
          <a:lstStyle/>
          <a:p>
            <a:fld id="{72E657AC-4808-49C2-85C9-9B8A09B04136}" type="slidenum">
              <a:rPr lang="de-DE" altLang="ja-JP" smtClean="0"/>
              <a:pPr/>
              <a:t>12</a:t>
            </a:fld>
            <a:endParaRPr lang="de-DE" altLang="ja-JP"/>
          </a:p>
        </p:txBody>
      </p:sp>
    </p:spTree>
    <p:extLst>
      <p:ext uri="{BB962C8B-B14F-4D97-AF65-F5344CB8AC3E}">
        <p14:creationId xmlns:p14="http://schemas.microsoft.com/office/powerpoint/2010/main" val="2204018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０２．成果物</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5" name="コンテンツ プレースホルダー 2">
            <a:extLst>
              <a:ext uri="{FF2B5EF4-FFF2-40B4-BE49-F238E27FC236}">
                <a16:creationId xmlns:a16="http://schemas.microsoft.com/office/drawing/2014/main" id="{096D838F-07C3-4764-A096-711790ACD321}"/>
              </a:ext>
            </a:extLst>
          </p:cNvPr>
          <p:cNvSpPr txBox="1">
            <a:spLocks/>
          </p:cNvSpPr>
          <p:nvPr/>
        </p:nvSpPr>
        <p:spPr>
          <a:xfrm>
            <a:off x="252853" y="916509"/>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en-US" altLang="ja-JP" sz="1799" kern="0" dirty="0"/>
              <a:t>WBS</a:t>
            </a:r>
            <a:r>
              <a:rPr lang="ja-JP" altLang="en-US" sz="1799" kern="0" dirty="0"/>
              <a:t>に紐づく成果物の</a:t>
            </a:r>
            <a:r>
              <a:rPr lang="ja-JP" altLang="en-US" sz="1799" b="1" kern="0" dirty="0"/>
              <a:t>フォーマット、作成基準を</a:t>
            </a:r>
            <a:r>
              <a:rPr lang="ja-JP" altLang="en-US" sz="1799" b="1" dirty="0"/>
              <a:t>定義</a:t>
            </a:r>
            <a:r>
              <a:rPr lang="ja-JP" altLang="en-US" sz="1799" dirty="0"/>
              <a:t>したものである。</a:t>
            </a:r>
            <a:endParaRPr lang="en-US" altLang="ja-JP" sz="1799" kern="0" dirty="0"/>
          </a:p>
          <a:p>
            <a:pPr marL="0" indent="0">
              <a:buNone/>
            </a:pPr>
            <a:r>
              <a:rPr lang="ja-JP" altLang="en-US" sz="1799" dirty="0"/>
              <a:t>作成基準は下記</a:t>
            </a:r>
            <a:r>
              <a:rPr lang="en-US" altLang="ja-JP" sz="1799" dirty="0"/>
              <a:t>4</a:t>
            </a:r>
            <a:r>
              <a:rPr lang="ja-JP" altLang="en-US" sz="1799" dirty="0"/>
              <a:t>種別。</a:t>
            </a:r>
            <a:r>
              <a:rPr lang="ja-JP" altLang="en-US" sz="1799" dirty="0">
                <a:solidFill>
                  <a:srgbClr val="FF0000"/>
                </a:solidFill>
              </a:rPr>
              <a:t>ナレッジの利用最大化を目的とした。</a:t>
            </a:r>
            <a:endParaRPr lang="en-US" altLang="ja-JP" sz="1799" dirty="0">
              <a:solidFill>
                <a:srgbClr val="FF0000"/>
              </a:solidFill>
            </a:endParaRPr>
          </a:p>
          <a:p>
            <a:pPr marL="0" indent="0">
              <a:buNone/>
            </a:pPr>
            <a:r>
              <a:rPr lang="ja-JP" altLang="en-US" sz="1799" dirty="0"/>
              <a:t>　</a:t>
            </a:r>
            <a:r>
              <a:rPr lang="en-US" altLang="ja-JP" sz="1799" dirty="0"/>
              <a:t>1</a:t>
            </a:r>
            <a:r>
              <a:rPr lang="ja-JP" altLang="en-US" sz="1799" dirty="0"/>
              <a:t>：成果物フォーマットを内容含めてそのまま利用する。（</a:t>
            </a:r>
            <a:r>
              <a:rPr lang="ja-JP" altLang="en-US" sz="1799" b="1" dirty="0"/>
              <a:t>センター標準を適用</a:t>
            </a:r>
            <a:r>
              <a:rPr lang="ja-JP" altLang="en-US" sz="1799" dirty="0"/>
              <a:t>）</a:t>
            </a:r>
            <a:endParaRPr lang="en-US" altLang="ja-JP" sz="1799" dirty="0"/>
          </a:p>
          <a:p>
            <a:pPr marL="0" indent="0">
              <a:buNone/>
            </a:pPr>
            <a:r>
              <a:rPr lang="ja-JP" altLang="en-US" sz="1799" dirty="0"/>
              <a:t>　</a:t>
            </a:r>
            <a:r>
              <a:rPr lang="en-US" altLang="ja-JP" sz="1799" dirty="0"/>
              <a:t>2</a:t>
            </a:r>
            <a:r>
              <a:rPr lang="ja-JP" altLang="en-US" sz="1799" dirty="0"/>
              <a:t>：成果物フォーマットを流用するが、内容は</a:t>
            </a:r>
            <a:r>
              <a:rPr lang="en-US" altLang="ja-JP" sz="1799" b="1" dirty="0"/>
              <a:t>Knowledge system</a:t>
            </a:r>
            <a:r>
              <a:rPr lang="ja-JP" altLang="en-US" sz="1799" dirty="0"/>
              <a:t>から流用</a:t>
            </a:r>
            <a:br>
              <a:rPr lang="en-US" altLang="ja-JP" sz="1799" dirty="0"/>
            </a:br>
            <a:r>
              <a:rPr lang="ja-JP" altLang="en-US" sz="1799" dirty="0"/>
              <a:t>　　　 プロジェクトで加筆／修正を行う。</a:t>
            </a:r>
            <a:endParaRPr lang="en-US" altLang="ja-JP" sz="1799" dirty="0"/>
          </a:p>
          <a:p>
            <a:pPr marL="0" indent="0">
              <a:buNone/>
            </a:pPr>
            <a:r>
              <a:rPr lang="ja-JP" altLang="en-US" sz="1799" dirty="0"/>
              <a:t>　</a:t>
            </a:r>
            <a:r>
              <a:rPr lang="en-US" altLang="ja-JP" sz="1799" dirty="0"/>
              <a:t>3</a:t>
            </a:r>
            <a:r>
              <a:rPr lang="ja-JP" altLang="en-US" sz="1799" dirty="0"/>
              <a:t>：成果物フォーマットの枠のみ利用する。内容はプロジェクトで記載する。</a:t>
            </a:r>
            <a:endParaRPr lang="en-US" altLang="ja-JP" sz="1799" dirty="0"/>
          </a:p>
          <a:p>
            <a:pPr marL="0" indent="0">
              <a:buNone/>
            </a:pPr>
            <a:r>
              <a:rPr lang="ja-JP" altLang="en-US" sz="1799" dirty="0"/>
              <a:t>　</a:t>
            </a:r>
            <a:r>
              <a:rPr lang="en-US" altLang="ja-JP" sz="1799" dirty="0"/>
              <a:t>4</a:t>
            </a:r>
            <a:r>
              <a:rPr lang="ja-JP" altLang="en-US" sz="1799" dirty="0"/>
              <a:t>：成果物フォーマットなし。初回プロジェクトで作成した成果物をフォーマット化する。</a:t>
            </a:r>
            <a:endParaRPr lang="en-US" altLang="ja-JP" sz="1799" dirty="0"/>
          </a:p>
          <a:p>
            <a:endParaRPr lang="en-US" altLang="ja-JP" sz="1799" kern="0" dirty="0"/>
          </a:p>
          <a:p>
            <a:pPr>
              <a:buClr>
                <a:schemeClr val="accent4"/>
              </a:buClr>
              <a:buFont typeface="Wingdings" panose="05000000000000000000" pitchFamily="2" charset="2"/>
              <a:buChar char="ü"/>
            </a:pPr>
            <a:r>
              <a:rPr lang="ja-JP" altLang="en-US" sz="1799" kern="0" dirty="0"/>
              <a:t>　　　</a:t>
            </a:r>
            <a:r>
              <a:rPr lang="ja-JP" altLang="en-US" sz="1799" b="1" kern="0" dirty="0"/>
              <a:t>資料「</a:t>
            </a:r>
            <a:r>
              <a:rPr lang="ja-JP" altLang="ja-JP" sz="1799" b="1" dirty="0"/>
              <a:t>成果物利用手引書</a:t>
            </a:r>
            <a:r>
              <a:rPr lang="ja-JP" altLang="en-US" sz="1799" b="1" kern="0" dirty="0"/>
              <a:t>」</a:t>
            </a:r>
            <a:r>
              <a:rPr lang="ja-JP" altLang="en-US" sz="1799" kern="0" dirty="0"/>
              <a:t>　</a:t>
            </a:r>
            <a:endParaRPr lang="en-US" altLang="ja-JP" sz="1799" u="sng" kern="0" dirty="0">
              <a:solidFill>
                <a:srgbClr val="1782DB"/>
              </a:solidFill>
            </a:endParaRPr>
          </a:p>
        </p:txBody>
      </p:sp>
      <p:sp>
        <p:nvSpPr>
          <p:cNvPr id="6" name="スライド番号プレースホルダー 5">
            <a:extLst>
              <a:ext uri="{FF2B5EF4-FFF2-40B4-BE49-F238E27FC236}">
                <a16:creationId xmlns:a16="http://schemas.microsoft.com/office/drawing/2014/main" id="{91D82DBC-A76A-44B0-B878-2C2350D8A86A}"/>
              </a:ext>
            </a:extLst>
          </p:cNvPr>
          <p:cNvSpPr>
            <a:spLocks noGrp="1"/>
          </p:cNvSpPr>
          <p:nvPr>
            <p:ph type="sldNum" sz="quarter" idx="11"/>
          </p:nvPr>
        </p:nvSpPr>
        <p:spPr/>
        <p:txBody>
          <a:bodyPr/>
          <a:lstStyle/>
          <a:p>
            <a:fld id="{72E657AC-4808-49C2-85C9-9B8A09B04136}" type="slidenum">
              <a:rPr lang="de-DE" altLang="ja-JP" smtClean="0"/>
              <a:pPr/>
              <a:t>13</a:t>
            </a:fld>
            <a:endParaRPr lang="de-DE" altLang="ja-JP"/>
          </a:p>
        </p:txBody>
      </p:sp>
    </p:spTree>
    <p:extLst>
      <p:ext uri="{BB962C8B-B14F-4D97-AF65-F5344CB8AC3E}">
        <p14:creationId xmlns:p14="http://schemas.microsoft.com/office/powerpoint/2010/main" val="2636331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０３．監査プロセス</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54" name="コンテンツ プレースホルダー 2">
            <a:extLst>
              <a:ext uri="{FF2B5EF4-FFF2-40B4-BE49-F238E27FC236}">
                <a16:creationId xmlns:a16="http://schemas.microsoft.com/office/drawing/2014/main" id="{F05F4D1A-59B9-486F-AF50-025C9310CD45}"/>
              </a:ext>
            </a:extLst>
          </p:cNvPr>
          <p:cNvSpPr txBox="1">
            <a:spLocks/>
          </p:cNvSpPr>
          <p:nvPr/>
        </p:nvSpPr>
        <p:spPr>
          <a:xfrm>
            <a:off x="155549" y="916077"/>
            <a:ext cx="8324072"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en-US" altLang="ja-JP" sz="1799" dirty="0"/>
              <a:t>SAP</a:t>
            </a:r>
            <a:r>
              <a:rPr lang="ja-JP" altLang="en-US" sz="1799" dirty="0"/>
              <a:t>プロジェクトの</a:t>
            </a:r>
            <a:r>
              <a:rPr lang="en-US" altLang="ja-JP" sz="1799" b="1" dirty="0"/>
              <a:t>QCD</a:t>
            </a:r>
            <a:r>
              <a:rPr lang="ja-JP" altLang="en-US" sz="1799" b="1" dirty="0"/>
              <a:t>をプロジェクト横串で分析・評価する</a:t>
            </a:r>
            <a:r>
              <a:rPr lang="ja-JP" altLang="en-US" sz="1799" dirty="0"/>
              <a:t>ことを目的に、監査プロセスフロー・会議体ドキュメントを定義したものである。</a:t>
            </a:r>
            <a:endParaRPr lang="en-US" altLang="ja-JP" sz="1799" dirty="0"/>
          </a:p>
          <a:p>
            <a:endParaRPr lang="en-US" altLang="ja-JP" sz="1799" dirty="0"/>
          </a:p>
          <a:p>
            <a:pPr>
              <a:buClr>
                <a:schemeClr val="accent4"/>
              </a:buClr>
            </a:pPr>
            <a:r>
              <a:rPr lang="ja-JP" altLang="en-US" sz="1799" kern="0" dirty="0"/>
              <a:t>資料「</a:t>
            </a:r>
            <a:r>
              <a:rPr lang="en-US" altLang="ja-JP" sz="1799" kern="0" dirty="0"/>
              <a:t>EBAS_</a:t>
            </a:r>
            <a:r>
              <a:rPr lang="ja-JP" altLang="en-US" sz="1799" kern="0" dirty="0"/>
              <a:t>監査プロセス運用手引き」にて、</a:t>
            </a:r>
            <a:r>
              <a:rPr lang="ja-JP" altLang="en-US" sz="1799" b="1" kern="0" dirty="0"/>
              <a:t>対象となるプロジェクト種別</a:t>
            </a:r>
            <a:r>
              <a:rPr lang="ja-JP" altLang="en-US" sz="1799" kern="0" dirty="0"/>
              <a:t>、</a:t>
            </a:r>
            <a:r>
              <a:rPr lang="ja-JP" altLang="en-US" sz="1799" b="1" kern="0" dirty="0"/>
              <a:t>対象となるフェーズ</a:t>
            </a:r>
            <a:r>
              <a:rPr lang="en-US" altLang="ja-JP" sz="1799" b="1" kern="0" dirty="0"/>
              <a:t>/</a:t>
            </a:r>
            <a:r>
              <a:rPr lang="ja-JP" altLang="en-US" sz="1799" b="1" kern="0" dirty="0"/>
              <a:t>工程</a:t>
            </a:r>
            <a:r>
              <a:rPr lang="ja-JP" altLang="en-US" sz="1799" kern="0" dirty="0"/>
              <a:t>、</a:t>
            </a:r>
            <a:r>
              <a:rPr lang="ja-JP" altLang="en-US" sz="1799" b="1" kern="0" dirty="0"/>
              <a:t>及び会議体を確認</a:t>
            </a:r>
            <a:r>
              <a:rPr lang="ja-JP" altLang="en-US" sz="1799" kern="0" dirty="0"/>
              <a:t>頂き、各プロジェクトにて監査の会議設計をしてください。</a:t>
            </a:r>
            <a:r>
              <a:rPr lang="ja-JP" altLang="en-US" sz="1799" b="1" kern="0" dirty="0"/>
              <a:t>会議体を計画し、プロジェクト計画書に記載</a:t>
            </a:r>
            <a:r>
              <a:rPr lang="ja-JP" altLang="en-US" sz="1799" kern="0" dirty="0"/>
              <a:t>してください。</a:t>
            </a:r>
            <a:endParaRPr lang="en-US" altLang="ja-JP" sz="1799" kern="0" dirty="0"/>
          </a:p>
          <a:p>
            <a:pPr marL="0" indent="0">
              <a:buNone/>
            </a:pPr>
            <a:endParaRPr lang="en-US" altLang="ja-JP" sz="1799" kern="0" dirty="0"/>
          </a:p>
          <a:p>
            <a:pPr marL="0" indent="0">
              <a:buNone/>
            </a:pPr>
            <a:r>
              <a:rPr lang="ja-JP" altLang="en-US" sz="1799" kern="0" dirty="0"/>
              <a:t>　</a:t>
            </a:r>
            <a:endParaRPr lang="en-US" altLang="ja-JP" sz="1799" kern="0" dirty="0"/>
          </a:p>
        </p:txBody>
      </p:sp>
      <p:sp>
        <p:nvSpPr>
          <p:cNvPr id="5" name="スライド番号プレースホルダー 4">
            <a:extLst>
              <a:ext uri="{FF2B5EF4-FFF2-40B4-BE49-F238E27FC236}">
                <a16:creationId xmlns:a16="http://schemas.microsoft.com/office/drawing/2014/main" id="{CF0617DE-DC1D-4DA0-88E3-74DCBF348F60}"/>
              </a:ext>
            </a:extLst>
          </p:cNvPr>
          <p:cNvSpPr>
            <a:spLocks noGrp="1"/>
          </p:cNvSpPr>
          <p:nvPr>
            <p:ph type="sldNum" sz="quarter" idx="11"/>
          </p:nvPr>
        </p:nvSpPr>
        <p:spPr/>
        <p:txBody>
          <a:bodyPr/>
          <a:lstStyle/>
          <a:p>
            <a:fld id="{72E657AC-4808-49C2-85C9-9B8A09B04136}" type="slidenum">
              <a:rPr lang="de-DE" altLang="ja-JP" smtClean="0"/>
              <a:pPr/>
              <a:t>14</a:t>
            </a:fld>
            <a:endParaRPr lang="de-DE" altLang="ja-JP"/>
          </a:p>
        </p:txBody>
      </p:sp>
    </p:spTree>
    <p:extLst>
      <p:ext uri="{BB962C8B-B14F-4D97-AF65-F5344CB8AC3E}">
        <p14:creationId xmlns:p14="http://schemas.microsoft.com/office/powerpoint/2010/main" val="1932072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０４．監査ドキュメント</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pic>
        <p:nvPicPr>
          <p:cNvPr id="50" name="図 49">
            <a:extLst>
              <a:ext uri="{FF2B5EF4-FFF2-40B4-BE49-F238E27FC236}">
                <a16:creationId xmlns:a16="http://schemas.microsoft.com/office/drawing/2014/main" id="{165D294B-F9E0-467A-ACF3-39615EF185AC}"/>
              </a:ext>
            </a:extLst>
          </p:cNvPr>
          <p:cNvPicPr>
            <a:picLocks noChangeAspect="1"/>
          </p:cNvPicPr>
          <p:nvPr/>
        </p:nvPicPr>
        <p:blipFill rotWithShape="1">
          <a:blip r:embed="rId2"/>
          <a:srcRect l="1963" t="16729" r="5114" b="52905"/>
          <a:stretch/>
        </p:blipFill>
        <p:spPr>
          <a:xfrm>
            <a:off x="253813" y="1923877"/>
            <a:ext cx="8494322" cy="1505067"/>
          </a:xfrm>
          <a:prstGeom prst="rect">
            <a:avLst/>
          </a:prstGeom>
          <a:ln>
            <a:solidFill>
              <a:schemeClr val="tx1"/>
            </a:solidFill>
          </a:ln>
        </p:spPr>
      </p:pic>
      <p:sp>
        <p:nvSpPr>
          <p:cNvPr id="52" name="四角形: 角を丸くする 51">
            <a:extLst>
              <a:ext uri="{FF2B5EF4-FFF2-40B4-BE49-F238E27FC236}">
                <a16:creationId xmlns:a16="http://schemas.microsoft.com/office/drawing/2014/main" id="{8284E182-D069-4DF2-884F-8E45FA2B09CA}"/>
              </a:ext>
            </a:extLst>
          </p:cNvPr>
          <p:cNvSpPr/>
          <p:nvPr/>
        </p:nvSpPr>
        <p:spPr bwMode="gray">
          <a:xfrm>
            <a:off x="5219872" y="1851892"/>
            <a:ext cx="1511701" cy="1655673"/>
          </a:xfrm>
          <a:prstGeom prst="roundRect">
            <a:avLst/>
          </a:prstGeom>
          <a:noFill/>
          <a:ln w="22225" cap="flat" cmpd="sng" algn="ctr">
            <a:solidFill>
              <a:schemeClr val="accent2"/>
            </a:solidFill>
            <a:prstDash val="sysDash"/>
            <a:round/>
            <a:headEnd type="none" w="med" len="med"/>
            <a:tailEnd type="none" w="med" len="med"/>
          </a:ln>
          <a:effectLst/>
        </p:spPr>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endParaRPr kumimoji="1" lang="ja-JP" altLang="en-US" sz="1600" dirty="0">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65A2CE4C-6BB9-4CBC-A49E-FEDAC091F708}"/>
              </a:ext>
            </a:extLst>
          </p:cNvPr>
          <p:cNvSpPr/>
          <p:nvPr/>
        </p:nvSpPr>
        <p:spPr bwMode="gray">
          <a:xfrm>
            <a:off x="234702" y="3723521"/>
            <a:ext cx="8513433" cy="719858"/>
          </a:xfrm>
          <a:prstGeom prst="rect">
            <a:avLst/>
          </a:prstGeom>
          <a:noFill/>
          <a:ln w="15875" cap="flat" cmpd="sng" algn="ctr">
            <a:solidFill>
              <a:schemeClr val="accent2"/>
            </a:solidFill>
            <a:prstDash val="solid"/>
            <a:round/>
            <a:headEnd type="none" w="med" len="med"/>
            <a:tailEnd type="none" w="med" len="med"/>
          </a:ln>
          <a:effectLst/>
        </p:spPr>
        <p:txBody>
          <a:bodyPr vert="horz" wrap="none" lIns="91412" tIns="45706" rIns="91412" bIns="45706" numCol="1" rtlCol="0" anchor="ctr" anchorCtr="0" compatLnSpc="1">
            <a:prstTxWarp prst="textNoShape">
              <a:avLst/>
            </a:prstTxWarp>
          </a:bodyPr>
          <a:lstStyle/>
          <a:p>
            <a:pPr marL="171399" indent="-171399" defTabSz="914126" fontAlgn="ctr">
              <a:spcBef>
                <a:spcPct val="0"/>
              </a:spcBef>
              <a:spcAft>
                <a:spcPct val="0"/>
              </a:spcAft>
              <a:buFont typeface="Wingdings" panose="05000000000000000000" pitchFamily="2" charset="2"/>
              <a:buChar char="Ø"/>
            </a:pPr>
            <a:r>
              <a:rPr kumimoji="1" lang="ja-JP" altLang="en-US" sz="1400" dirty="0">
                <a:latin typeface="Meiryo UI" panose="020B0604030504040204" pitchFamily="50" charset="-128"/>
                <a:ea typeface="Meiryo UI" panose="020B0604030504040204" pitchFamily="50" charset="-128"/>
              </a:rPr>
              <a:t>フォーマットが規定されいるもの（○印）は、「</a:t>
            </a:r>
            <a:r>
              <a:rPr kumimoji="1" lang="en-US" altLang="ja-JP" sz="1400" dirty="0">
                <a:latin typeface="Meiryo UI" panose="020B0604030504040204" pitchFamily="50" charset="-128"/>
                <a:ea typeface="Meiryo UI" panose="020B0604030504040204" pitchFamily="50" charset="-128"/>
              </a:rPr>
              <a:t>QMS</a:t>
            </a:r>
            <a:r>
              <a:rPr kumimoji="1" lang="ja-JP" altLang="en-US" sz="1400" dirty="0">
                <a:latin typeface="Meiryo UI" panose="020B0604030504040204" pitchFamily="50" charset="-128"/>
                <a:ea typeface="Meiryo UI" panose="020B0604030504040204" pitchFamily="50" charset="-128"/>
              </a:rPr>
              <a:t>」もしくは「</a:t>
            </a:r>
            <a:r>
              <a:rPr kumimoji="1" lang="en-US" altLang="ja-JP" sz="1400" dirty="0">
                <a:latin typeface="Meiryo UI" panose="020B0604030504040204" pitchFamily="50" charset="-128"/>
                <a:ea typeface="Meiryo UI" panose="020B0604030504040204" pitchFamily="50" charset="-128"/>
              </a:rPr>
              <a:t>Activate3.0</a:t>
            </a:r>
            <a:r>
              <a:rPr kumimoji="1" lang="ja-JP" altLang="en-US" sz="1400" dirty="0">
                <a:latin typeface="Meiryo UI" panose="020B0604030504040204" pitchFamily="50" charset="-128"/>
                <a:ea typeface="Meiryo UI" panose="020B0604030504040204" pitchFamily="50" charset="-128"/>
              </a:rPr>
              <a:t>」より取得し利用してください。</a:t>
            </a:r>
            <a:endParaRPr kumimoji="1" lang="en-US" altLang="ja-JP" sz="1400" dirty="0">
              <a:latin typeface="Meiryo UI" panose="020B0604030504040204" pitchFamily="50" charset="-128"/>
              <a:ea typeface="Meiryo UI" panose="020B0604030504040204" pitchFamily="50" charset="-128"/>
            </a:endParaRPr>
          </a:p>
          <a:p>
            <a:pPr marL="171399" indent="-171399" defTabSz="914126" fontAlgn="ctr">
              <a:spcBef>
                <a:spcPct val="0"/>
              </a:spcBef>
              <a:spcAft>
                <a:spcPct val="0"/>
              </a:spcAft>
              <a:buFont typeface="Wingdings" panose="05000000000000000000" pitchFamily="2" charset="2"/>
              <a:buChar char="Ø"/>
            </a:pPr>
            <a:r>
              <a:rPr lang="ja-JP" altLang="en-US" sz="1400" dirty="0">
                <a:latin typeface="Meiryo UI" panose="020B0604030504040204" pitchFamily="50" charset="-128"/>
                <a:ea typeface="Meiryo UI" panose="020B0604030504040204" pitchFamily="50" charset="-128"/>
              </a:rPr>
              <a:t>フォーマットが規定されていないもの（－印）は、フリーフォーマットになります。プロジェクトごとに作成してください。</a:t>
            </a:r>
            <a:endParaRPr kumimoji="1" lang="ja-JP" altLang="en-US" sz="1400" dirty="0">
              <a:latin typeface="Meiryo UI" panose="020B0604030504040204" pitchFamily="50" charset="-128"/>
              <a:ea typeface="Meiryo UI" panose="020B0604030504040204" pitchFamily="50" charset="-128"/>
            </a:endParaRPr>
          </a:p>
        </p:txBody>
      </p:sp>
      <p:cxnSp>
        <p:nvCxnSpPr>
          <p:cNvPr id="57" name="直線コネクタ 56">
            <a:extLst>
              <a:ext uri="{FF2B5EF4-FFF2-40B4-BE49-F238E27FC236}">
                <a16:creationId xmlns:a16="http://schemas.microsoft.com/office/drawing/2014/main" id="{3C3A29F6-DBA9-4D50-9953-5550DDB25E26}"/>
              </a:ext>
            </a:extLst>
          </p:cNvPr>
          <p:cNvCxnSpPr>
            <a:cxnSpLocks/>
            <a:stCxn id="52" idx="2"/>
            <a:endCxn id="53" idx="0"/>
          </p:cNvCxnSpPr>
          <p:nvPr/>
        </p:nvCxnSpPr>
        <p:spPr bwMode="auto">
          <a:xfrm flipH="1">
            <a:off x="4491419" y="3507566"/>
            <a:ext cx="1484304" cy="215956"/>
          </a:xfrm>
          <a:prstGeom prst="line">
            <a:avLst/>
          </a:prstGeom>
          <a:gradFill rotWithShape="0">
            <a:gsLst>
              <a:gs pos="0">
                <a:srgbClr val="FFFFFF"/>
              </a:gs>
              <a:gs pos="100000">
                <a:srgbClr val="CACAC7"/>
              </a:gs>
            </a:gsLst>
            <a:lin ang="5400000" scaled="1"/>
          </a:gradFill>
          <a:ln w="15875"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69" name="コンテンツ プレースホルダー 2">
            <a:extLst>
              <a:ext uri="{FF2B5EF4-FFF2-40B4-BE49-F238E27FC236}">
                <a16:creationId xmlns:a16="http://schemas.microsoft.com/office/drawing/2014/main" id="{7F591083-BE0D-45F7-8235-9B2FAEE6FBD8}"/>
              </a:ext>
            </a:extLst>
          </p:cNvPr>
          <p:cNvSpPr txBox="1">
            <a:spLocks/>
          </p:cNvSpPr>
          <p:nvPr/>
        </p:nvSpPr>
        <p:spPr>
          <a:xfrm>
            <a:off x="138586" y="916077"/>
            <a:ext cx="8680576" cy="1205483"/>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ja-JP" altLang="en-US" sz="1799" kern="0" dirty="0"/>
              <a:t>会議体にて使用する監査ドキュメントの種類、及びドキュメントフォーマットの取得元（</a:t>
            </a:r>
            <a:r>
              <a:rPr lang="en-US" altLang="ja-JP" sz="1799" kern="0" dirty="0"/>
              <a:t>QMS/Activate2.0</a:t>
            </a:r>
            <a:r>
              <a:rPr lang="ja-JP" altLang="en-US" sz="1799" kern="0" dirty="0"/>
              <a:t>）について、下記の「</a:t>
            </a:r>
            <a:r>
              <a:rPr lang="ja-JP" altLang="en-US" sz="1799" dirty="0"/>
              <a:t>会議体ドキュメント一覧」を確認してください。</a:t>
            </a:r>
            <a:endParaRPr lang="en-US" altLang="ja-JP" sz="1799" kern="0" dirty="0"/>
          </a:p>
        </p:txBody>
      </p:sp>
      <p:sp>
        <p:nvSpPr>
          <p:cNvPr id="5" name="スライド番号プレースホルダー 4">
            <a:extLst>
              <a:ext uri="{FF2B5EF4-FFF2-40B4-BE49-F238E27FC236}">
                <a16:creationId xmlns:a16="http://schemas.microsoft.com/office/drawing/2014/main" id="{40503818-6D5A-48BC-B5CE-CD0E58B3AA33}"/>
              </a:ext>
            </a:extLst>
          </p:cNvPr>
          <p:cNvSpPr>
            <a:spLocks noGrp="1"/>
          </p:cNvSpPr>
          <p:nvPr>
            <p:ph type="sldNum" sz="quarter" idx="11"/>
          </p:nvPr>
        </p:nvSpPr>
        <p:spPr/>
        <p:txBody>
          <a:bodyPr/>
          <a:lstStyle/>
          <a:p>
            <a:fld id="{72E657AC-4808-49C2-85C9-9B8A09B04136}" type="slidenum">
              <a:rPr lang="de-DE" altLang="ja-JP" smtClean="0"/>
              <a:pPr/>
              <a:t>15</a:t>
            </a:fld>
            <a:endParaRPr lang="de-DE" altLang="ja-JP"/>
          </a:p>
        </p:txBody>
      </p:sp>
    </p:spTree>
    <p:extLst>
      <p:ext uri="{BB962C8B-B14F-4D97-AF65-F5344CB8AC3E}">
        <p14:creationId xmlns:p14="http://schemas.microsoft.com/office/powerpoint/2010/main" val="3422591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０５．見積ツール</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6" name="コンテンツ プレースホルダー 2">
            <a:extLst>
              <a:ext uri="{FF2B5EF4-FFF2-40B4-BE49-F238E27FC236}">
                <a16:creationId xmlns:a16="http://schemas.microsoft.com/office/drawing/2014/main" id="{75A47E76-AD02-4919-A38F-E1EE1C45BE69}"/>
              </a:ext>
            </a:extLst>
          </p:cNvPr>
          <p:cNvSpPr txBox="1">
            <a:spLocks/>
          </p:cNvSpPr>
          <p:nvPr/>
        </p:nvSpPr>
        <p:spPr>
          <a:xfrm>
            <a:off x="252853" y="916509"/>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endParaRPr lang="en-US" altLang="ja-JP" sz="1400" kern="0" dirty="0"/>
          </a:p>
        </p:txBody>
      </p:sp>
      <p:sp>
        <p:nvSpPr>
          <p:cNvPr id="8" name="コンテンツ プレースホルダー 2">
            <a:extLst>
              <a:ext uri="{FF2B5EF4-FFF2-40B4-BE49-F238E27FC236}">
                <a16:creationId xmlns:a16="http://schemas.microsoft.com/office/drawing/2014/main" id="{B35E90A8-BDBD-44C0-B1EA-1B507A8452A3}"/>
              </a:ext>
            </a:extLst>
          </p:cNvPr>
          <p:cNvSpPr txBox="1">
            <a:spLocks/>
          </p:cNvSpPr>
          <p:nvPr/>
        </p:nvSpPr>
        <p:spPr>
          <a:xfrm>
            <a:off x="405206" y="1068862"/>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en-US" altLang="ja-JP" sz="1799" kern="0"/>
              <a:t>A</a:t>
            </a:r>
            <a:r>
              <a:rPr lang="ja-JP" altLang="en-US" sz="1799" kern="0"/>
              <a:t>社での</a:t>
            </a:r>
            <a:r>
              <a:rPr lang="ja-JP" altLang="en-US" sz="1799" kern="0" dirty="0"/>
              <a:t>課題を対応したバージョンの見積ツール</a:t>
            </a:r>
            <a:endParaRPr lang="en-US" altLang="ja-JP" sz="1799" kern="0" dirty="0"/>
          </a:p>
          <a:p>
            <a:pPr marL="0" indent="0">
              <a:buNone/>
            </a:pPr>
            <a:r>
              <a:rPr lang="ja-JP" altLang="en-US" sz="1799" dirty="0"/>
              <a:t>　</a:t>
            </a:r>
            <a:r>
              <a:rPr lang="en-US" altLang="ja-JP" sz="1799" dirty="0"/>
              <a:t>1</a:t>
            </a:r>
            <a:r>
              <a:rPr lang="ja-JP" altLang="en-US" sz="1799" dirty="0"/>
              <a:t>：アドオン見積にファンクションポイント法を採用</a:t>
            </a:r>
            <a:endParaRPr lang="en-US" altLang="ja-JP" sz="1799" dirty="0"/>
          </a:p>
          <a:p>
            <a:pPr marL="0" indent="0">
              <a:buNone/>
            </a:pPr>
            <a:r>
              <a:rPr lang="ja-JP" altLang="en-US" sz="1799" dirty="0"/>
              <a:t>　</a:t>
            </a:r>
            <a:r>
              <a:rPr lang="en-US" altLang="ja-JP" sz="1799" dirty="0"/>
              <a:t>2</a:t>
            </a:r>
            <a:r>
              <a:rPr lang="ja-JP" altLang="en-US" sz="1799" dirty="0"/>
              <a:t>：ジョブレベル毎の標準単金（売値、原価）を定義</a:t>
            </a:r>
            <a:endParaRPr lang="en-US" altLang="ja-JP" sz="1799" dirty="0"/>
          </a:p>
          <a:p>
            <a:pPr marL="0" indent="0">
              <a:buNone/>
            </a:pPr>
            <a:r>
              <a:rPr lang="ja-JP" altLang="en-US" sz="1799" dirty="0"/>
              <a:t>　</a:t>
            </a:r>
            <a:r>
              <a:rPr lang="en-US" altLang="ja-JP" sz="1799" dirty="0"/>
              <a:t>3</a:t>
            </a:r>
            <a:r>
              <a:rPr lang="ja-JP" altLang="en-US" sz="1799" dirty="0"/>
              <a:t>：見積手順の明確化、および、漏れがないかのチェックシートを追加</a:t>
            </a:r>
            <a:endParaRPr lang="en-US" altLang="ja-JP" sz="1799" dirty="0"/>
          </a:p>
          <a:p>
            <a:pPr marL="0" indent="0">
              <a:buNone/>
            </a:pPr>
            <a:r>
              <a:rPr lang="ja-JP" altLang="en-US" sz="1799" dirty="0"/>
              <a:t>　</a:t>
            </a:r>
            <a:r>
              <a:rPr lang="en-US" altLang="ja-JP" sz="1799" dirty="0"/>
              <a:t>4</a:t>
            </a:r>
            <a:r>
              <a:rPr lang="ja-JP" altLang="en-US" sz="1799" dirty="0"/>
              <a:t>：従来の見積ツールでは算出されない領域を明確化</a:t>
            </a:r>
            <a:endParaRPr lang="en-US" altLang="ja-JP" sz="1799" dirty="0"/>
          </a:p>
          <a:p>
            <a:endParaRPr lang="en-US" altLang="ja-JP" sz="1799" kern="0" dirty="0"/>
          </a:p>
          <a:p>
            <a:pPr>
              <a:buClr>
                <a:schemeClr val="accent4"/>
              </a:buClr>
              <a:buFont typeface="Wingdings" panose="05000000000000000000" pitchFamily="2" charset="2"/>
              <a:buChar char="ü"/>
            </a:pPr>
            <a:r>
              <a:rPr lang="ja-JP" altLang="en-US" sz="1799" kern="0" dirty="0"/>
              <a:t>　　　</a:t>
            </a:r>
            <a:r>
              <a:rPr lang="ja-JP" altLang="en-US" sz="1799" b="1" kern="0" dirty="0"/>
              <a:t>資料「見積ツール利用手引書」</a:t>
            </a:r>
            <a:r>
              <a:rPr lang="ja-JP" altLang="en-US" sz="1799" kern="0" dirty="0"/>
              <a:t>　</a:t>
            </a:r>
            <a:endParaRPr lang="en-US" altLang="ja-JP" sz="1799" u="sng" kern="0" dirty="0">
              <a:solidFill>
                <a:srgbClr val="1782DB"/>
              </a:solidFill>
            </a:endParaRPr>
          </a:p>
        </p:txBody>
      </p:sp>
      <p:sp>
        <p:nvSpPr>
          <p:cNvPr id="5" name="スライド番号プレースホルダー 4">
            <a:extLst>
              <a:ext uri="{FF2B5EF4-FFF2-40B4-BE49-F238E27FC236}">
                <a16:creationId xmlns:a16="http://schemas.microsoft.com/office/drawing/2014/main" id="{1C0E8DAD-3CA6-4658-8108-48034B7ED8E9}"/>
              </a:ext>
            </a:extLst>
          </p:cNvPr>
          <p:cNvSpPr>
            <a:spLocks noGrp="1"/>
          </p:cNvSpPr>
          <p:nvPr>
            <p:ph type="sldNum" sz="quarter" idx="11"/>
          </p:nvPr>
        </p:nvSpPr>
        <p:spPr/>
        <p:txBody>
          <a:bodyPr/>
          <a:lstStyle/>
          <a:p>
            <a:fld id="{72E657AC-4808-49C2-85C9-9B8A09B04136}" type="slidenum">
              <a:rPr lang="de-DE" altLang="ja-JP" smtClean="0"/>
              <a:pPr/>
              <a:t>16</a:t>
            </a:fld>
            <a:endParaRPr lang="de-DE" altLang="ja-JP"/>
          </a:p>
        </p:txBody>
      </p:sp>
    </p:spTree>
    <p:extLst>
      <p:ext uri="{BB962C8B-B14F-4D97-AF65-F5344CB8AC3E}">
        <p14:creationId xmlns:p14="http://schemas.microsoft.com/office/powerpoint/2010/main" val="2285815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０６．ドキュメント管理フォルダ構成</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6" name="コンテンツ プレースホルダー 2">
            <a:extLst>
              <a:ext uri="{FF2B5EF4-FFF2-40B4-BE49-F238E27FC236}">
                <a16:creationId xmlns:a16="http://schemas.microsoft.com/office/drawing/2014/main" id="{75A47E76-AD02-4919-A38F-E1EE1C45BE69}"/>
              </a:ext>
            </a:extLst>
          </p:cNvPr>
          <p:cNvSpPr txBox="1">
            <a:spLocks/>
          </p:cNvSpPr>
          <p:nvPr/>
        </p:nvSpPr>
        <p:spPr>
          <a:xfrm>
            <a:off x="252853" y="916509"/>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endParaRPr lang="en-US" altLang="ja-JP" sz="1400" kern="0" dirty="0"/>
          </a:p>
        </p:txBody>
      </p:sp>
      <p:sp>
        <p:nvSpPr>
          <p:cNvPr id="8" name="コンテンツ プレースホルダー 2">
            <a:extLst>
              <a:ext uri="{FF2B5EF4-FFF2-40B4-BE49-F238E27FC236}">
                <a16:creationId xmlns:a16="http://schemas.microsoft.com/office/drawing/2014/main" id="{B35E90A8-BDBD-44C0-B1EA-1B507A8452A3}"/>
              </a:ext>
            </a:extLst>
          </p:cNvPr>
          <p:cNvSpPr txBox="1">
            <a:spLocks/>
          </p:cNvSpPr>
          <p:nvPr/>
        </p:nvSpPr>
        <p:spPr>
          <a:xfrm>
            <a:off x="405206" y="1068862"/>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ja-JP" altLang="en-US" sz="1799" kern="0" dirty="0"/>
              <a:t>リソースのシェアードを意識し、プロジェクト間でドキュメント管理フォルダーが統一されるように</a:t>
            </a:r>
            <a:endParaRPr lang="en-US" altLang="ja-JP" sz="1799" kern="0" dirty="0"/>
          </a:p>
          <a:p>
            <a:pPr marL="0" indent="0">
              <a:buNone/>
            </a:pPr>
            <a:r>
              <a:rPr lang="ja-JP" altLang="en-US" sz="1799" dirty="0"/>
              <a:t>フォルダー構成を定義</a:t>
            </a:r>
            <a:endParaRPr lang="en-US" altLang="ja-JP" sz="1799" dirty="0"/>
          </a:p>
          <a:p>
            <a:pPr marL="0" indent="0">
              <a:buNone/>
            </a:pPr>
            <a:endParaRPr lang="en-US" altLang="ja-JP" sz="1799" kern="0" dirty="0"/>
          </a:p>
          <a:p>
            <a:pPr>
              <a:buClr>
                <a:schemeClr val="accent4"/>
              </a:buClr>
              <a:buFont typeface="Wingdings" panose="05000000000000000000" pitchFamily="2" charset="2"/>
              <a:buChar char="ü"/>
            </a:pPr>
            <a:r>
              <a:rPr lang="ja-JP" altLang="en-US" sz="1799" kern="0" dirty="0"/>
              <a:t>　　　</a:t>
            </a:r>
            <a:r>
              <a:rPr lang="ja-JP" altLang="en-US" sz="1799" b="1" kern="0" dirty="0"/>
              <a:t>資料「ドキュメント管理フォルダ構成利用手引書」」</a:t>
            </a:r>
            <a:r>
              <a:rPr lang="ja-JP" altLang="en-US" sz="1799" kern="0" dirty="0"/>
              <a:t>　</a:t>
            </a:r>
            <a:endParaRPr lang="en-US" altLang="ja-JP" sz="1799" u="sng" kern="0" dirty="0">
              <a:solidFill>
                <a:srgbClr val="1782DB"/>
              </a:solidFill>
            </a:endParaRPr>
          </a:p>
        </p:txBody>
      </p:sp>
      <p:sp>
        <p:nvSpPr>
          <p:cNvPr id="5" name="スライド番号プレースホルダー 4">
            <a:extLst>
              <a:ext uri="{FF2B5EF4-FFF2-40B4-BE49-F238E27FC236}">
                <a16:creationId xmlns:a16="http://schemas.microsoft.com/office/drawing/2014/main" id="{2EFF5526-6093-4A19-8DA0-4A12093D2B88}"/>
              </a:ext>
            </a:extLst>
          </p:cNvPr>
          <p:cNvSpPr>
            <a:spLocks noGrp="1"/>
          </p:cNvSpPr>
          <p:nvPr>
            <p:ph type="sldNum" sz="quarter" idx="11"/>
          </p:nvPr>
        </p:nvSpPr>
        <p:spPr/>
        <p:txBody>
          <a:bodyPr/>
          <a:lstStyle/>
          <a:p>
            <a:fld id="{72E657AC-4808-49C2-85C9-9B8A09B04136}" type="slidenum">
              <a:rPr lang="de-DE" altLang="ja-JP" smtClean="0"/>
              <a:pPr/>
              <a:t>17</a:t>
            </a:fld>
            <a:endParaRPr lang="de-DE" altLang="ja-JP"/>
          </a:p>
        </p:txBody>
      </p:sp>
    </p:spTree>
    <p:extLst>
      <p:ext uri="{BB962C8B-B14F-4D97-AF65-F5344CB8AC3E}">
        <p14:creationId xmlns:p14="http://schemas.microsoft.com/office/powerpoint/2010/main" val="2555481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０７．ＰＪ推進ルール</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6" name="コンテンツ プレースホルダー 2">
            <a:extLst>
              <a:ext uri="{FF2B5EF4-FFF2-40B4-BE49-F238E27FC236}">
                <a16:creationId xmlns:a16="http://schemas.microsoft.com/office/drawing/2014/main" id="{75A47E76-AD02-4919-A38F-E1EE1C45BE69}"/>
              </a:ext>
            </a:extLst>
          </p:cNvPr>
          <p:cNvSpPr txBox="1">
            <a:spLocks/>
          </p:cNvSpPr>
          <p:nvPr/>
        </p:nvSpPr>
        <p:spPr>
          <a:xfrm>
            <a:off x="252853" y="916509"/>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endParaRPr lang="en-US" altLang="ja-JP" sz="1400" kern="0" dirty="0"/>
          </a:p>
        </p:txBody>
      </p:sp>
      <p:sp>
        <p:nvSpPr>
          <p:cNvPr id="8" name="コンテンツ プレースホルダー 2">
            <a:extLst>
              <a:ext uri="{FF2B5EF4-FFF2-40B4-BE49-F238E27FC236}">
                <a16:creationId xmlns:a16="http://schemas.microsoft.com/office/drawing/2014/main" id="{B35E90A8-BDBD-44C0-B1EA-1B507A8452A3}"/>
              </a:ext>
            </a:extLst>
          </p:cNvPr>
          <p:cNvSpPr txBox="1">
            <a:spLocks/>
          </p:cNvSpPr>
          <p:nvPr/>
        </p:nvSpPr>
        <p:spPr>
          <a:xfrm>
            <a:off x="405206" y="1068862"/>
            <a:ext cx="8484981"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ja-JP" altLang="en-US" sz="1799" kern="0" dirty="0"/>
              <a:t>ＰＪ管理手法を共通化することで、ＰＪ管理作業の効率化やプロジェクト品質の向上を図る。</a:t>
            </a:r>
            <a:br>
              <a:rPr lang="en-US" altLang="ja-JP" sz="1799" kern="0" dirty="0"/>
            </a:br>
            <a:endParaRPr lang="en-US" altLang="ja-JP" sz="1799" kern="0" dirty="0"/>
          </a:p>
          <a:p>
            <a:pPr>
              <a:buClr>
                <a:schemeClr val="accent4"/>
              </a:buClr>
            </a:pPr>
            <a:r>
              <a:rPr lang="ja-JP" altLang="en-US" sz="1799" kern="0" dirty="0"/>
              <a:t>特に、上流工程でのフェーズ完了に向けた完了条件の見える化・共通化を図ることで、要件・仕様の確定度合を一定に保つ。</a:t>
            </a:r>
            <a:br>
              <a:rPr lang="en-US" altLang="ja-JP" sz="1799" kern="0" dirty="0"/>
            </a:br>
            <a:r>
              <a:rPr lang="ja-JP" altLang="en-US" sz="1799" kern="0" dirty="0"/>
              <a:t>（ＲＤ完了条件事例、変更完了事例など）</a:t>
            </a:r>
            <a:endParaRPr lang="en-US" altLang="ja-JP" sz="1799" kern="0" dirty="0"/>
          </a:p>
          <a:p>
            <a:endParaRPr lang="en-US" altLang="ja-JP" sz="1799" kern="0" dirty="0"/>
          </a:p>
          <a:p>
            <a:pPr>
              <a:buClr>
                <a:schemeClr val="accent4"/>
              </a:buClr>
            </a:pPr>
            <a:r>
              <a:rPr lang="ja-JP" altLang="en-US" sz="1799" kern="0" dirty="0"/>
              <a:t>各ルールは実プロジェクトでの教訓を踏まえて策定したものであり、全ての</a:t>
            </a:r>
            <a:r>
              <a:rPr lang="en-US" altLang="ja-JP" sz="1799" kern="0" dirty="0"/>
              <a:t>SAP</a:t>
            </a:r>
            <a:r>
              <a:rPr lang="ja-JP" altLang="en-US" sz="1799" kern="0" dirty="0"/>
              <a:t>プロジェクトでの適用を必須とする。（プロジェクトに合わせて一部、テーラリングを行う）</a:t>
            </a:r>
            <a:endParaRPr lang="en-US" altLang="ja-JP" sz="1799" kern="0" dirty="0"/>
          </a:p>
          <a:p>
            <a:pPr>
              <a:buClr>
                <a:schemeClr val="accent4"/>
              </a:buClr>
              <a:buFont typeface="Wingdings" panose="05000000000000000000" pitchFamily="2" charset="2"/>
              <a:buChar char="ü"/>
            </a:pPr>
            <a:r>
              <a:rPr lang="ja-JP" altLang="en-US" sz="1799" kern="0" dirty="0"/>
              <a:t>　　　</a:t>
            </a:r>
            <a:r>
              <a:rPr lang="ja-JP" altLang="en-US" sz="1799" b="1" kern="0" dirty="0"/>
              <a:t>資料「ＰＪ推進ルール手引書</a:t>
            </a:r>
            <a:r>
              <a:rPr lang="en-US" altLang="ja-JP" sz="1799" b="1" kern="0" dirty="0"/>
              <a:t>_v1.0-00.pptx</a:t>
            </a:r>
            <a:r>
              <a:rPr lang="ja-JP" altLang="en-US" sz="1799" b="1" kern="0" dirty="0"/>
              <a:t>」　</a:t>
            </a:r>
            <a:endParaRPr lang="en-US" altLang="ja-JP" sz="1799" kern="0" dirty="0"/>
          </a:p>
          <a:p>
            <a:pPr>
              <a:buFont typeface="Wingdings" panose="05000000000000000000" pitchFamily="2" charset="2"/>
              <a:buChar char="ü"/>
            </a:pPr>
            <a:endParaRPr lang="en-US" altLang="ja-JP" sz="1799" u="sng" kern="0" dirty="0">
              <a:solidFill>
                <a:srgbClr val="1782DB"/>
              </a:solidFill>
            </a:endParaRPr>
          </a:p>
        </p:txBody>
      </p:sp>
      <p:sp>
        <p:nvSpPr>
          <p:cNvPr id="7" name="楕円 6">
            <a:extLst>
              <a:ext uri="{FF2B5EF4-FFF2-40B4-BE49-F238E27FC236}">
                <a16:creationId xmlns:a16="http://schemas.microsoft.com/office/drawing/2014/main" id="{D64DAFE6-C0B8-4883-8D56-183022EE8362}"/>
              </a:ext>
            </a:extLst>
          </p:cNvPr>
          <p:cNvSpPr/>
          <p:nvPr/>
        </p:nvSpPr>
        <p:spPr bwMode="gray">
          <a:xfrm>
            <a:off x="7091502" y="340191"/>
            <a:ext cx="647872" cy="296944"/>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none" lIns="91412" tIns="45706" rIns="91412" bIns="45706" numCol="1" rtlCol="0" anchor="ctr" anchorCtr="0" compatLnSpc="1">
            <a:prstTxWarp prst="textNoShape">
              <a:avLst/>
            </a:prstTxWarp>
          </a:bodyPr>
          <a:lstStyle/>
          <a:p>
            <a:pPr algn="ctr" defTabSz="914126" fontAlgn="ctr">
              <a:spcBef>
                <a:spcPct val="0"/>
              </a:spcBef>
              <a:spcAft>
                <a:spcPct val="0"/>
              </a:spcAft>
            </a:pPr>
            <a:r>
              <a:rPr kumimoji="1" lang="ja-JP" altLang="en-US" sz="1000" dirty="0">
                <a:latin typeface="Meiryo UI" panose="020B0604030504040204" pitchFamily="50" charset="-128"/>
                <a:ea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rPr>
              <a:t>改訂</a:t>
            </a:r>
            <a:endParaRPr kumimoji="1" lang="ja-JP" altLang="en-US" sz="1000"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B056D616-D997-41A2-ADD9-3FE89838F856}"/>
              </a:ext>
            </a:extLst>
          </p:cNvPr>
          <p:cNvSpPr>
            <a:spLocks noGrp="1"/>
          </p:cNvSpPr>
          <p:nvPr>
            <p:ph type="sldNum" sz="quarter" idx="11"/>
          </p:nvPr>
        </p:nvSpPr>
        <p:spPr/>
        <p:txBody>
          <a:bodyPr/>
          <a:lstStyle/>
          <a:p>
            <a:fld id="{72E657AC-4808-49C2-85C9-9B8A09B04136}" type="slidenum">
              <a:rPr lang="de-DE" altLang="ja-JP" smtClean="0"/>
              <a:pPr/>
              <a:t>18</a:t>
            </a:fld>
            <a:endParaRPr lang="de-DE" altLang="ja-JP"/>
          </a:p>
        </p:txBody>
      </p:sp>
    </p:spTree>
    <p:extLst>
      <p:ext uri="{BB962C8B-B14F-4D97-AF65-F5344CB8AC3E}">
        <p14:creationId xmlns:p14="http://schemas.microsoft.com/office/powerpoint/2010/main" val="1891117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０８．品質管理</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5" name="コンテンツ プレースホルダー 2">
            <a:extLst>
              <a:ext uri="{FF2B5EF4-FFF2-40B4-BE49-F238E27FC236}">
                <a16:creationId xmlns:a16="http://schemas.microsoft.com/office/drawing/2014/main" id="{3A78B3D1-1218-4035-B30F-639E3ECB0335}"/>
              </a:ext>
            </a:extLst>
          </p:cNvPr>
          <p:cNvSpPr txBox="1">
            <a:spLocks/>
          </p:cNvSpPr>
          <p:nvPr/>
        </p:nvSpPr>
        <p:spPr>
          <a:xfrm>
            <a:off x="252853" y="916509"/>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endParaRPr lang="en-US" altLang="ja-JP" sz="1400" kern="0" dirty="0"/>
          </a:p>
        </p:txBody>
      </p:sp>
      <p:sp>
        <p:nvSpPr>
          <p:cNvPr id="19" name="コンテンツ プレースホルダー 2">
            <a:extLst>
              <a:ext uri="{FF2B5EF4-FFF2-40B4-BE49-F238E27FC236}">
                <a16:creationId xmlns:a16="http://schemas.microsoft.com/office/drawing/2014/main" id="{2C770618-7E9E-4011-A0D6-D504264BD70D}"/>
              </a:ext>
            </a:extLst>
          </p:cNvPr>
          <p:cNvSpPr txBox="1">
            <a:spLocks/>
          </p:cNvSpPr>
          <p:nvPr/>
        </p:nvSpPr>
        <p:spPr>
          <a:xfrm>
            <a:off x="252853" y="916509"/>
            <a:ext cx="8206379"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defTabSz="361833" eaLnBrk="0" fontAlgn="base" hangingPunct="0">
              <a:spcBef>
                <a:spcPct val="10000"/>
              </a:spcBef>
              <a:buClr>
                <a:schemeClr val="accent4"/>
              </a:buClr>
            </a:pPr>
            <a:r>
              <a:rPr lang="en-US" altLang="ja-JP" sz="1799" dirty="0">
                <a:solidFill>
                  <a:srgbClr val="000000"/>
                </a:solidFill>
                <a:cs typeface="Meiryo UI" panose="020B0604030504040204" pitchFamily="50" charset="-128"/>
              </a:rPr>
              <a:t>PJ</a:t>
            </a:r>
            <a:r>
              <a:rPr lang="ja-JP" altLang="en-US" sz="1799" dirty="0">
                <a:solidFill>
                  <a:srgbClr val="000000"/>
                </a:solidFill>
                <a:cs typeface="Meiryo UI" panose="020B0604030504040204" pitchFamily="50" charset="-128"/>
              </a:rPr>
              <a:t>ごとの独自品質管理ではなく、共通した手法、指標値で品質管理をおこなうことで</a:t>
            </a:r>
            <a:br>
              <a:rPr lang="en-US" altLang="ja-JP" sz="1799" dirty="0">
                <a:solidFill>
                  <a:srgbClr val="000000"/>
                </a:solidFill>
                <a:cs typeface="Meiryo UI" panose="020B0604030504040204" pitchFamily="50" charset="-128"/>
              </a:rPr>
            </a:br>
            <a:r>
              <a:rPr lang="ja-JP" altLang="en-US" sz="1799" b="1" dirty="0">
                <a:solidFill>
                  <a:srgbClr val="C00000"/>
                </a:solidFill>
                <a:cs typeface="Meiryo UI" panose="020B0604030504040204" pitchFamily="50" charset="-128"/>
              </a:rPr>
              <a:t>品質管理作業の効率化</a:t>
            </a:r>
            <a:r>
              <a:rPr lang="ja-JP" altLang="en-US" sz="1799" dirty="0">
                <a:solidFill>
                  <a:srgbClr val="000000"/>
                </a:solidFill>
                <a:cs typeface="Meiryo UI" panose="020B0604030504040204" pitchFamily="50" charset="-128"/>
              </a:rPr>
              <a:t>ならびに</a:t>
            </a:r>
            <a:r>
              <a:rPr lang="ja-JP" altLang="en-US" sz="1799" b="1" dirty="0">
                <a:solidFill>
                  <a:srgbClr val="C00000"/>
                </a:solidFill>
                <a:cs typeface="Meiryo UI" panose="020B0604030504040204" pitchFamily="50" charset="-128"/>
              </a:rPr>
              <a:t>プロジェクト品質の向上</a:t>
            </a:r>
            <a:r>
              <a:rPr lang="ja-JP" altLang="en-US" sz="1799" dirty="0">
                <a:solidFill>
                  <a:srgbClr val="000000"/>
                </a:solidFill>
                <a:cs typeface="Meiryo UI" panose="020B0604030504040204" pitchFamily="50" charset="-128"/>
              </a:rPr>
              <a:t>を目的とする。</a:t>
            </a:r>
            <a:endParaRPr lang="en-US" altLang="ja-JP" sz="1799" dirty="0">
              <a:solidFill>
                <a:srgbClr val="000000"/>
              </a:solidFill>
              <a:cs typeface="Meiryo UI" panose="020B0604030504040204" pitchFamily="50" charset="-128"/>
            </a:endParaRPr>
          </a:p>
          <a:p>
            <a:pPr defTabSz="361833" eaLnBrk="0" fontAlgn="base" hangingPunct="0">
              <a:spcBef>
                <a:spcPct val="10000"/>
              </a:spcBef>
              <a:buClr>
                <a:schemeClr val="accent4"/>
              </a:buClr>
            </a:pPr>
            <a:r>
              <a:rPr lang="ja-JP" altLang="en-US" sz="1799" dirty="0">
                <a:solidFill>
                  <a:srgbClr val="000000"/>
                </a:solidFill>
                <a:cs typeface="Meiryo UI" panose="020B0604030504040204" pitchFamily="50" charset="-128"/>
              </a:rPr>
              <a:t>一般的なプロジェクトマネジメント手法における品質管理プロセスを理解していることを前提に、</a:t>
            </a:r>
            <a:r>
              <a:rPr lang="en-US" altLang="ja-JP" sz="1799" dirty="0">
                <a:solidFill>
                  <a:srgbClr val="000000"/>
                </a:solidFill>
                <a:cs typeface="Meiryo UI" panose="020B0604030504040204" pitchFamily="50" charset="-128"/>
              </a:rPr>
              <a:t>SAP</a:t>
            </a:r>
            <a:r>
              <a:rPr lang="ja-JP" altLang="en-US" sz="1799" dirty="0">
                <a:solidFill>
                  <a:srgbClr val="000000"/>
                </a:solidFill>
                <a:cs typeface="Meiryo UI" panose="020B0604030504040204" pitchFamily="50" charset="-128"/>
              </a:rPr>
              <a:t>導入プロジェクト向けの品質管理ガイドラインおよび品質指標値を利用すること。</a:t>
            </a:r>
            <a:endParaRPr lang="en-US" altLang="ja-JP" sz="1799" dirty="0"/>
          </a:p>
          <a:p>
            <a:endParaRPr lang="en-US" altLang="ja-JP" sz="1799" kern="0" dirty="0"/>
          </a:p>
          <a:p>
            <a:pPr>
              <a:buClr>
                <a:schemeClr val="accent4"/>
              </a:buClr>
              <a:buFont typeface="Wingdings" panose="05000000000000000000" pitchFamily="2" charset="2"/>
              <a:buChar char="ü"/>
            </a:pPr>
            <a:r>
              <a:rPr lang="ja-JP" altLang="en-US" sz="1799" kern="0" dirty="0"/>
              <a:t>　　　</a:t>
            </a:r>
            <a:r>
              <a:rPr lang="ja-JP" altLang="en-US" sz="1799" b="1" kern="0" dirty="0"/>
              <a:t>資料「</a:t>
            </a:r>
            <a:r>
              <a:rPr lang="ja-JP" altLang="en-US" sz="1799" b="1" dirty="0"/>
              <a:t>品質管理ガイドライン手引書</a:t>
            </a:r>
            <a:r>
              <a:rPr lang="ja-JP" altLang="en-US" sz="1799" b="1" kern="0" dirty="0"/>
              <a:t>」</a:t>
            </a:r>
            <a:r>
              <a:rPr lang="ja-JP" altLang="en-US" sz="1799" kern="0" dirty="0"/>
              <a:t>　</a:t>
            </a:r>
            <a:endParaRPr lang="en-US" altLang="ja-JP" sz="1799" u="sng" kern="0" dirty="0">
              <a:solidFill>
                <a:srgbClr val="1782DB"/>
              </a:solidFill>
            </a:endParaRPr>
          </a:p>
        </p:txBody>
      </p:sp>
      <p:sp>
        <p:nvSpPr>
          <p:cNvPr id="6" name="スライド番号プレースホルダー 5">
            <a:extLst>
              <a:ext uri="{FF2B5EF4-FFF2-40B4-BE49-F238E27FC236}">
                <a16:creationId xmlns:a16="http://schemas.microsoft.com/office/drawing/2014/main" id="{9A6E7174-0041-4BB7-953C-62A11EC391BB}"/>
              </a:ext>
            </a:extLst>
          </p:cNvPr>
          <p:cNvSpPr>
            <a:spLocks noGrp="1"/>
          </p:cNvSpPr>
          <p:nvPr>
            <p:ph type="sldNum" sz="quarter" idx="11"/>
          </p:nvPr>
        </p:nvSpPr>
        <p:spPr/>
        <p:txBody>
          <a:bodyPr/>
          <a:lstStyle/>
          <a:p>
            <a:fld id="{72E657AC-4808-49C2-85C9-9B8A09B04136}" type="slidenum">
              <a:rPr lang="de-DE" altLang="ja-JP" smtClean="0"/>
              <a:pPr/>
              <a:t>19</a:t>
            </a:fld>
            <a:endParaRPr lang="de-DE" altLang="ja-JP"/>
          </a:p>
        </p:txBody>
      </p:sp>
    </p:spTree>
    <p:extLst>
      <p:ext uri="{BB962C8B-B14F-4D97-AF65-F5344CB8AC3E}">
        <p14:creationId xmlns:p14="http://schemas.microsoft.com/office/powerpoint/2010/main" val="945218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０９．</a:t>
            </a:r>
            <a:r>
              <a:rPr lang="en-US" altLang="ja-JP" sz="2800" dirty="0">
                <a:latin typeface="+mj-lt"/>
                <a:ea typeface="+mj-ea"/>
              </a:rPr>
              <a:t>SAP</a:t>
            </a:r>
            <a:r>
              <a:rPr lang="ja-JP" altLang="en-US" sz="2800" dirty="0">
                <a:latin typeface="+mj-lt"/>
                <a:ea typeface="+mj-ea"/>
              </a:rPr>
              <a:t> </a:t>
            </a:r>
            <a:r>
              <a:rPr lang="en-US" altLang="ja-JP" sz="2800" dirty="0">
                <a:latin typeface="+mj-lt"/>
                <a:ea typeface="+mj-ea"/>
              </a:rPr>
              <a:t>Leveling</a:t>
            </a:r>
            <a:endParaRPr lang="ja-JP" altLang="en-US" sz="2800" dirty="0">
              <a:latin typeface="+mj-lt"/>
              <a:ea typeface="+mj-ea"/>
            </a:endParaRP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6" name="コンテンツ プレースホルダー 2">
            <a:extLst>
              <a:ext uri="{FF2B5EF4-FFF2-40B4-BE49-F238E27FC236}">
                <a16:creationId xmlns:a16="http://schemas.microsoft.com/office/drawing/2014/main" id="{75A47E76-AD02-4919-A38F-E1EE1C45BE69}"/>
              </a:ext>
            </a:extLst>
          </p:cNvPr>
          <p:cNvSpPr txBox="1">
            <a:spLocks/>
          </p:cNvSpPr>
          <p:nvPr/>
        </p:nvSpPr>
        <p:spPr>
          <a:xfrm>
            <a:off x="252853" y="916509"/>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endParaRPr lang="en-US" altLang="ja-JP" sz="1400" kern="0" dirty="0"/>
          </a:p>
        </p:txBody>
      </p:sp>
      <p:sp>
        <p:nvSpPr>
          <p:cNvPr id="8" name="コンテンツ プレースホルダー 2">
            <a:extLst>
              <a:ext uri="{FF2B5EF4-FFF2-40B4-BE49-F238E27FC236}">
                <a16:creationId xmlns:a16="http://schemas.microsoft.com/office/drawing/2014/main" id="{B35E90A8-BDBD-44C0-B1EA-1B507A8452A3}"/>
              </a:ext>
            </a:extLst>
          </p:cNvPr>
          <p:cNvSpPr txBox="1">
            <a:spLocks/>
          </p:cNvSpPr>
          <p:nvPr/>
        </p:nvSpPr>
        <p:spPr>
          <a:xfrm>
            <a:off x="405206" y="1068862"/>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en-US" altLang="ja-JP" sz="1799" kern="0" dirty="0">
                <a:solidFill>
                  <a:srgbClr val="FF0000"/>
                </a:solidFill>
              </a:rPr>
              <a:t>SAP</a:t>
            </a:r>
            <a:r>
              <a:rPr lang="ja-JP" altLang="en-US" sz="1799" kern="0" dirty="0">
                <a:solidFill>
                  <a:srgbClr val="FF0000"/>
                </a:solidFill>
              </a:rPr>
              <a:t>　</a:t>
            </a:r>
            <a:r>
              <a:rPr lang="en-US" altLang="ja-JP" sz="1799" kern="0" dirty="0">
                <a:solidFill>
                  <a:srgbClr val="FF0000"/>
                </a:solidFill>
              </a:rPr>
              <a:t>Delivery</a:t>
            </a:r>
            <a:r>
              <a:rPr lang="ja-JP" altLang="en-US" sz="1799" kern="0" dirty="0">
                <a:solidFill>
                  <a:srgbClr val="FF0000"/>
                </a:solidFill>
              </a:rPr>
              <a:t>のジョブレベル定義</a:t>
            </a:r>
            <a:r>
              <a:rPr lang="ja-JP" altLang="en-US" sz="1799" kern="0" dirty="0"/>
              <a:t>。各ジョブ（</a:t>
            </a:r>
            <a:r>
              <a:rPr lang="en-US" altLang="ja-JP" sz="1799" kern="0" dirty="0"/>
              <a:t>PMPMO</a:t>
            </a:r>
            <a:r>
              <a:rPr lang="ja-JP" altLang="en-US" sz="1799" kern="0" dirty="0"/>
              <a:t>、コンサル、開発、</a:t>
            </a:r>
            <a:r>
              <a:rPr lang="en-US" altLang="ja-JP" sz="1799" kern="0" dirty="0"/>
              <a:t>Basis</a:t>
            </a:r>
            <a:r>
              <a:rPr lang="ja-JP" altLang="en-US" sz="1799" kern="0" dirty="0"/>
              <a:t>、</a:t>
            </a:r>
            <a:r>
              <a:rPr lang="en-US" altLang="ja-JP" sz="1799" kern="0" dirty="0"/>
              <a:t>AMS</a:t>
            </a:r>
            <a:r>
              <a:rPr lang="ja-JP" altLang="en-US" sz="1799" kern="0" dirty="0"/>
              <a:t>）で</a:t>
            </a:r>
            <a:r>
              <a:rPr lang="en-US" altLang="ja-JP" sz="1799" kern="0" dirty="0"/>
              <a:t>L1-L6</a:t>
            </a:r>
            <a:r>
              <a:rPr lang="ja-JP" altLang="en-US" sz="1799" kern="0" dirty="0"/>
              <a:t>の</a:t>
            </a:r>
            <a:r>
              <a:rPr lang="en-US" altLang="ja-JP" sz="1799" kern="0" dirty="0"/>
              <a:t>6</a:t>
            </a:r>
            <a:r>
              <a:rPr lang="ja-JP" altLang="en-US" sz="1799" kern="0" dirty="0"/>
              <a:t>階層でレベリングを実施。</a:t>
            </a:r>
            <a:br>
              <a:rPr lang="en-US" altLang="ja-JP" sz="1799" kern="0" dirty="0"/>
            </a:br>
            <a:r>
              <a:rPr lang="ja-JP" altLang="en-US" sz="1799" kern="0" dirty="0"/>
              <a:t>また、</a:t>
            </a:r>
            <a:r>
              <a:rPr lang="ja-JP" altLang="en-US" sz="1799" kern="0" dirty="0">
                <a:solidFill>
                  <a:srgbClr val="FF0000"/>
                </a:solidFill>
              </a:rPr>
              <a:t>プロジェクト規模毎に各ポジションのジョブレベルを定義</a:t>
            </a:r>
            <a:endParaRPr lang="en-US" altLang="ja-JP" sz="1799" kern="0" dirty="0">
              <a:solidFill>
                <a:srgbClr val="FF0000"/>
              </a:solidFill>
            </a:endParaRPr>
          </a:p>
          <a:p>
            <a:pPr marL="0" indent="0">
              <a:buNone/>
            </a:pPr>
            <a:endParaRPr lang="en-US" altLang="ja-JP" sz="1799" kern="0" dirty="0"/>
          </a:p>
          <a:p>
            <a:pPr>
              <a:buClr>
                <a:schemeClr val="accent4"/>
              </a:buClr>
              <a:buFont typeface="Wingdings" panose="05000000000000000000" pitchFamily="2" charset="2"/>
              <a:buChar char="ü"/>
            </a:pPr>
            <a:r>
              <a:rPr lang="ja-JP" altLang="en-US" sz="1799" kern="0" dirty="0"/>
              <a:t>　　　</a:t>
            </a:r>
            <a:r>
              <a:rPr lang="ja-JP" altLang="en-US" sz="1799" b="1" kern="0" dirty="0"/>
              <a:t>資料「</a:t>
            </a:r>
            <a:r>
              <a:rPr lang="en-US" altLang="ja-JP" sz="1799" b="1" kern="0" dirty="0"/>
              <a:t>SAP Leveling_v2.0-00.pptx</a:t>
            </a:r>
            <a:r>
              <a:rPr lang="ja-JP" altLang="en-US" sz="1799" b="1" kern="0" dirty="0"/>
              <a:t>」　</a:t>
            </a:r>
            <a:endParaRPr lang="en-US" altLang="ja-JP" sz="1799" kern="0" dirty="0"/>
          </a:p>
          <a:p>
            <a:pPr>
              <a:buFont typeface="Wingdings" panose="05000000000000000000" pitchFamily="2" charset="2"/>
              <a:buChar char="ü"/>
            </a:pPr>
            <a:endParaRPr lang="en-US" altLang="ja-JP" sz="1799" u="sng" kern="0" dirty="0">
              <a:solidFill>
                <a:srgbClr val="1782DB"/>
              </a:solidFill>
            </a:endParaRPr>
          </a:p>
        </p:txBody>
      </p:sp>
      <p:sp>
        <p:nvSpPr>
          <p:cNvPr id="5" name="スライド番号プレースホルダー 4">
            <a:extLst>
              <a:ext uri="{FF2B5EF4-FFF2-40B4-BE49-F238E27FC236}">
                <a16:creationId xmlns:a16="http://schemas.microsoft.com/office/drawing/2014/main" id="{E9E997F4-C53A-42E4-948F-1250526F10E3}"/>
              </a:ext>
            </a:extLst>
          </p:cNvPr>
          <p:cNvSpPr>
            <a:spLocks noGrp="1"/>
          </p:cNvSpPr>
          <p:nvPr>
            <p:ph type="sldNum" sz="quarter" idx="11"/>
          </p:nvPr>
        </p:nvSpPr>
        <p:spPr/>
        <p:txBody>
          <a:bodyPr/>
          <a:lstStyle/>
          <a:p>
            <a:fld id="{72E657AC-4808-49C2-85C9-9B8A09B04136}" type="slidenum">
              <a:rPr lang="de-DE" altLang="ja-JP" smtClean="0"/>
              <a:pPr/>
              <a:t>20</a:t>
            </a:fld>
            <a:endParaRPr lang="de-DE" altLang="ja-JP"/>
          </a:p>
        </p:txBody>
      </p:sp>
    </p:spTree>
    <p:extLst>
      <p:ext uri="{BB962C8B-B14F-4D97-AF65-F5344CB8AC3E}">
        <p14:creationId xmlns:p14="http://schemas.microsoft.com/office/powerpoint/2010/main" val="2166014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１０．</a:t>
            </a:r>
            <a:r>
              <a:rPr lang="en-US" altLang="ja-JP" sz="2800" dirty="0">
                <a:latin typeface="+mj-lt"/>
                <a:ea typeface="+mj-ea"/>
              </a:rPr>
              <a:t>GDC</a:t>
            </a:r>
            <a:r>
              <a:rPr lang="ja-JP" altLang="en-US" sz="2800" dirty="0">
                <a:latin typeface="+mj-lt"/>
                <a:ea typeface="+mj-ea"/>
              </a:rPr>
              <a:t>連携の型化</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6" name="コンテンツ プレースホルダー 2">
            <a:extLst>
              <a:ext uri="{FF2B5EF4-FFF2-40B4-BE49-F238E27FC236}">
                <a16:creationId xmlns:a16="http://schemas.microsoft.com/office/drawing/2014/main" id="{75A47E76-AD02-4919-A38F-E1EE1C45BE69}"/>
              </a:ext>
            </a:extLst>
          </p:cNvPr>
          <p:cNvSpPr txBox="1">
            <a:spLocks/>
          </p:cNvSpPr>
          <p:nvPr/>
        </p:nvSpPr>
        <p:spPr>
          <a:xfrm>
            <a:off x="252853" y="916509"/>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endParaRPr lang="en-US" altLang="ja-JP" sz="1400" kern="0" dirty="0"/>
          </a:p>
        </p:txBody>
      </p:sp>
      <p:sp>
        <p:nvSpPr>
          <p:cNvPr id="8" name="コンテンツ プレースホルダー 2">
            <a:extLst>
              <a:ext uri="{FF2B5EF4-FFF2-40B4-BE49-F238E27FC236}">
                <a16:creationId xmlns:a16="http://schemas.microsoft.com/office/drawing/2014/main" id="{B35E90A8-BDBD-44C0-B1EA-1B507A8452A3}"/>
              </a:ext>
            </a:extLst>
          </p:cNvPr>
          <p:cNvSpPr txBox="1">
            <a:spLocks/>
          </p:cNvSpPr>
          <p:nvPr/>
        </p:nvSpPr>
        <p:spPr>
          <a:xfrm>
            <a:off x="405206" y="1068862"/>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ja-JP" altLang="en-US" sz="1799" kern="0" dirty="0"/>
              <a:t>コンサル作業を型化することにより、スキル習得のスピードアップ・作業時間の短縮・品質の</a:t>
            </a:r>
            <a:br>
              <a:rPr lang="en-US" altLang="ja-JP" sz="1799" kern="0" dirty="0"/>
            </a:br>
            <a:r>
              <a:rPr lang="ja-JP" altLang="en-US" sz="1799" kern="0" dirty="0"/>
              <a:t>安定化を図る。</a:t>
            </a:r>
          </a:p>
          <a:p>
            <a:pPr>
              <a:buClr>
                <a:schemeClr val="accent4"/>
              </a:buClr>
            </a:pPr>
            <a:r>
              <a:rPr lang="ja-JP" altLang="en-US" sz="1799" kern="0" dirty="0"/>
              <a:t>コミュニケーションの型化</a:t>
            </a:r>
            <a:r>
              <a:rPr lang="en-US" altLang="ja-JP" sz="1799" kern="0" dirty="0"/>
              <a:t>(</a:t>
            </a:r>
            <a:r>
              <a:rPr lang="ja-JP" altLang="en-US" sz="1799" kern="0" dirty="0"/>
              <a:t>標準化</a:t>
            </a:r>
            <a:r>
              <a:rPr lang="en-US" altLang="ja-JP" sz="1799" kern="0" dirty="0"/>
              <a:t>)</a:t>
            </a:r>
            <a:r>
              <a:rPr lang="ja-JP" altLang="en-US" sz="1799" kern="0" dirty="0"/>
              <a:t>により、日本と</a:t>
            </a:r>
            <a:r>
              <a:rPr lang="en-US" altLang="ja-JP" sz="1799" kern="0" dirty="0"/>
              <a:t>GDC</a:t>
            </a:r>
            <a:r>
              <a:rPr lang="ja-JP" altLang="en-US" sz="1799" kern="0" dirty="0"/>
              <a:t>の信頼関係の醸成を図る。</a:t>
            </a:r>
            <a:endParaRPr lang="en-US" altLang="ja-JP" sz="1799" kern="0" dirty="0"/>
          </a:p>
          <a:p>
            <a:endParaRPr lang="en-US" altLang="ja-JP" sz="1799" kern="0" dirty="0"/>
          </a:p>
          <a:p>
            <a:pPr>
              <a:buClr>
                <a:schemeClr val="accent4"/>
              </a:buClr>
              <a:buFont typeface="Wingdings" panose="05000000000000000000" pitchFamily="2" charset="2"/>
              <a:buChar char="ü"/>
            </a:pPr>
            <a:r>
              <a:rPr lang="ja-JP" altLang="en-US" sz="1799" kern="0" dirty="0"/>
              <a:t>　　　</a:t>
            </a:r>
            <a:r>
              <a:rPr lang="ja-JP" altLang="en-US" sz="1799" b="1" kern="0" dirty="0"/>
              <a:t>資料「</a:t>
            </a:r>
            <a:r>
              <a:rPr lang="en-US" altLang="ja-JP" sz="1799" b="1" kern="0" dirty="0"/>
              <a:t>GDC</a:t>
            </a:r>
            <a:r>
              <a:rPr lang="ja-JP" altLang="en-US" sz="1799" b="1" kern="0" dirty="0"/>
              <a:t>連携ツール利用手引書</a:t>
            </a:r>
            <a:r>
              <a:rPr lang="en-US" altLang="ja-JP" sz="1799" b="1" kern="0" dirty="0"/>
              <a:t>_v2.2-00.pptx</a:t>
            </a:r>
            <a:r>
              <a:rPr lang="ja-JP" altLang="en-US" sz="1799" b="1" kern="0" dirty="0"/>
              <a:t>」　</a:t>
            </a:r>
            <a:endParaRPr lang="en-US" altLang="ja-JP" sz="1799" kern="0" dirty="0"/>
          </a:p>
          <a:p>
            <a:pPr>
              <a:buFont typeface="Wingdings" panose="05000000000000000000" pitchFamily="2" charset="2"/>
              <a:buChar char="ü"/>
            </a:pPr>
            <a:endParaRPr lang="en-US" altLang="ja-JP" sz="1799" u="sng" kern="0" dirty="0">
              <a:solidFill>
                <a:srgbClr val="1782DB"/>
              </a:solidFill>
            </a:endParaRPr>
          </a:p>
        </p:txBody>
      </p:sp>
      <p:sp>
        <p:nvSpPr>
          <p:cNvPr id="5" name="スライド番号プレースホルダー 4">
            <a:extLst>
              <a:ext uri="{FF2B5EF4-FFF2-40B4-BE49-F238E27FC236}">
                <a16:creationId xmlns:a16="http://schemas.microsoft.com/office/drawing/2014/main" id="{FEB6F868-208F-46B4-A345-0CD8BF500CBC}"/>
              </a:ext>
            </a:extLst>
          </p:cNvPr>
          <p:cNvSpPr>
            <a:spLocks noGrp="1"/>
          </p:cNvSpPr>
          <p:nvPr>
            <p:ph type="sldNum" sz="quarter" idx="11"/>
          </p:nvPr>
        </p:nvSpPr>
        <p:spPr/>
        <p:txBody>
          <a:bodyPr/>
          <a:lstStyle/>
          <a:p>
            <a:fld id="{72E657AC-4808-49C2-85C9-9B8A09B04136}" type="slidenum">
              <a:rPr lang="de-DE" altLang="ja-JP" smtClean="0"/>
              <a:pPr/>
              <a:t>21</a:t>
            </a:fld>
            <a:endParaRPr lang="de-DE" altLang="ja-JP"/>
          </a:p>
        </p:txBody>
      </p:sp>
    </p:spTree>
    <p:extLst>
      <p:ext uri="{BB962C8B-B14F-4D97-AF65-F5344CB8AC3E}">
        <p14:creationId xmlns:p14="http://schemas.microsoft.com/office/powerpoint/2010/main" val="1784604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vert="horz" lIns="0" tIns="108000" rIns="0" bIns="0" rtlCol="0" anchor="ctr">
            <a:normAutofit/>
          </a:bodyPr>
          <a:lstStyle/>
          <a:p>
            <a:r>
              <a:rPr lang="ja-JP" altLang="en-US" sz="2800" dirty="0">
                <a:latin typeface="+mj-lt"/>
                <a:ea typeface="+mj-ea"/>
              </a:rPr>
              <a:t>９０．プロジェクトガイドライン</a:t>
            </a:r>
          </a:p>
        </p:txBody>
      </p:sp>
      <p:sp>
        <p:nvSpPr>
          <p:cNvPr id="3" name="フッター プレースホルダー 2"/>
          <p:cNvSpPr>
            <a:spLocks noGrp="1"/>
          </p:cNvSpPr>
          <p:nvPr>
            <p:ph type="ftr" sz="quarter" idx="10"/>
          </p:nvPr>
        </p:nvSpPr>
        <p:spPr/>
        <p:txBody>
          <a:bodyPr/>
          <a:lstStyle/>
          <a:p>
            <a:r>
              <a:rPr lang="de-DE" altLang="ja-JP" dirty="0"/>
              <a:t>Copyright 2020 FUJITSU LIMITED</a:t>
            </a:r>
          </a:p>
        </p:txBody>
      </p:sp>
      <p:sp>
        <p:nvSpPr>
          <p:cNvPr id="5" name="コンテンツ プレースホルダー 2">
            <a:extLst>
              <a:ext uri="{FF2B5EF4-FFF2-40B4-BE49-F238E27FC236}">
                <a16:creationId xmlns:a16="http://schemas.microsoft.com/office/drawing/2014/main" id="{3A78B3D1-1218-4035-B30F-639E3ECB0335}"/>
              </a:ext>
            </a:extLst>
          </p:cNvPr>
          <p:cNvSpPr txBox="1">
            <a:spLocks/>
          </p:cNvSpPr>
          <p:nvPr/>
        </p:nvSpPr>
        <p:spPr>
          <a:xfrm>
            <a:off x="252853" y="916509"/>
            <a:ext cx="8637334"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endParaRPr lang="en-US" altLang="ja-JP" sz="1400" kern="0" dirty="0"/>
          </a:p>
        </p:txBody>
      </p:sp>
      <p:sp>
        <p:nvSpPr>
          <p:cNvPr id="19" name="コンテンツ プレースホルダー 2">
            <a:extLst>
              <a:ext uri="{FF2B5EF4-FFF2-40B4-BE49-F238E27FC236}">
                <a16:creationId xmlns:a16="http://schemas.microsoft.com/office/drawing/2014/main" id="{2C770618-7E9E-4011-A0D6-D504264BD70D}"/>
              </a:ext>
            </a:extLst>
          </p:cNvPr>
          <p:cNvSpPr txBox="1">
            <a:spLocks/>
          </p:cNvSpPr>
          <p:nvPr/>
        </p:nvSpPr>
        <p:spPr>
          <a:xfrm>
            <a:off x="252853" y="916509"/>
            <a:ext cx="8206379" cy="3886800"/>
          </a:xfrm>
          <a:prstGeom prst="rect">
            <a:avLst/>
          </a:prstGeom>
        </p:spPr>
        <p:txBody>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2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16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2000">
                <a:solidFill>
                  <a:schemeClr val="tx1"/>
                </a:solidFill>
                <a:latin typeface="+mn-lt"/>
                <a:ea typeface="+mn-ea"/>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Clr>
                <a:schemeClr val="accent4"/>
              </a:buClr>
            </a:pPr>
            <a:r>
              <a:rPr lang="en-US" altLang="ja-JP" sz="1799" kern="0" dirty="0"/>
              <a:t>SAP</a:t>
            </a:r>
            <a:r>
              <a:rPr lang="ja-JP" altLang="en-US" sz="1799" kern="0" dirty="0"/>
              <a:t>導入（</a:t>
            </a:r>
            <a:r>
              <a:rPr lang="en-US" altLang="ja-JP" sz="1799" kern="0" dirty="0"/>
              <a:t>RD</a:t>
            </a:r>
            <a:r>
              <a:rPr lang="ja-JP" altLang="en-US" sz="1799" kern="0" dirty="0"/>
              <a:t>～</a:t>
            </a:r>
            <a:r>
              <a:rPr lang="en-US" altLang="ja-JP" sz="1799" kern="0" dirty="0"/>
              <a:t>Test/Deploy</a:t>
            </a:r>
            <a:r>
              <a:rPr lang="ja-JP" altLang="en-US" sz="1799" kern="0" dirty="0"/>
              <a:t>）における、プロジェクトマネジメント観点での勘所、ガイドラインを整理したもの</a:t>
            </a:r>
            <a:endParaRPr lang="en-US" altLang="ja-JP" sz="1799" dirty="0"/>
          </a:p>
          <a:p>
            <a:pPr marL="539838">
              <a:buClr>
                <a:schemeClr val="accent4"/>
              </a:buClr>
              <a:buFont typeface="Wingdings" panose="05000000000000000000" pitchFamily="2" charset="2"/>
              <a:buChar char="ü"/>
            </a:pPr>
            <a:r>
              <a:rPr lang="ja-JP" altLang="en-US" sz="1799" b="1" kern="0" dirty="0"/>
              <a:t>概説書</a:t>
            </a:r>
            <a:endParaRPr lang="en-US" altLang="ja-JP" sz="1799" b="1" kern="0" dirty="0"/>
          </a:p>
          <a:p>
            <a:pPr marL="539838">
              <a:buClr>
                <a:schemeClr val="accent4"/>
              </a:buClr>
              <a:buFont typeface="Wingdings" panose="05000000000000000000" pitchFamily="2" charset="2"/>
              <a:buChar char="ü"/>
            </a:pPr>
            <a:r>
              <a:rPr lang="en-US" altLang="ja-JP" sz="1799" b="1" kern="0" dirty="0"/>
              <a:t>SAP</a:t>
            </a:r>
            <a:r>
              <a:rPr lang="ja-JP" altLang="en-US" sz="1799" b="1" kern="0" dirty="0"/>
              <a:t>導入勘所</a:t>
            </a:r>
            <a:endParaRPr lang="en-US" altLang="ja-JP" sz="1799" b="1" kern="0" dirty="0"/>
          </a:p>
          <a:p>
            <a:pPr marL="539838">
              <a:buClr>
                <a:schemeClr val="accent4"/>
              </a:buClr>
              <a:buFont typeface="Wingdings" panose="05000000000000000000" pitchFamily="2" charset="2"/>
              <a:buChar char="ü"/>
            </a:pPr>
            <a:r>
              <a:rPr lang="ja-JP" altLang="en-US" sz="1799" b="1" kern="0" dirty="0"/>
              <a:t>ガイドライン</a:t>
            </a:r>
            <a:endParaRPr lang="en-US" altLang="ja-JP" sz="1799" b="1" kern="0" dirty="0"/>
          </a:p>
          <a:p>
            <a:pPr marL="0" indent="0">
              <a:buNone/>
            </a:pPr>
            <a:endParaRPr lang="en-US" altLang="ja-JP" sz="2199" kern="0" dirty="0"/>
          </a:p>
        </p:txBody>
      </p:sp>
      <p:sp>
        <p:nvSpPr>
          <p:cNvPr id="6" name="スライド番号プレースホルダー 5">
            <a:extLst>
              <a:ext uri="{FF2B5EF4-FFF2-40B4-BE49-F238E27FC236}">
                <a16:creationId xmlns:a16="http://schemas.microsoft.com/office/drawing/2014/main" id="{4E554E15-A83F-4EF0-AFE7-A6B9927A111A}"/>
              </a:ext>
            </a:extLst>
          </p:cNvPr>
          <p:cNvSpPr>
            <a:spLocks noGrp="1"/>
          </p:cNvSpPr>
          <p:nvPr>
            <p:ph type="sldNum" sz="quarter" idx="11"/>
          </p:nvPr>
        </p:nvSpPr>
        <p:spPr/>
        <p:txBody>
          <a:bodyPr/>
          <a:lstStyle/>
          <a:p>
            <a:fld id="{72E657AC-4808-49C2-85C9-9B8A09B04136}" type="slidenum">
              <a:rPr lang="de-DE" altLang="ja-JP" smtClean="0"/>
              <a:pPr/>
              <a:t>22</a:t>
            </a:fld>
            <a:endParaRPr lang="de-DE" altLang="ja-JP"/>
          </a:p>
        </p:txBody>
      </p:sp>
    </p:spTree>
    <p:extLst>
      <p:ext uri="{BB962C8B-B14F-4D97-AF65-F5344CB8AC3E}">
        <p14:creationId xmlns:p14="http://schemas.microsoft.com/office/powerpoint/2010/main" val="1181016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7BD34961-8257-439E-B16C-F1DE6DAA98DE}"/>
              </a:ext>
            </a:extLst>
          </p:cNvPr>
          <p:cNvSpPr>
            <a:spLocks noGrp="1"/>
          </p:cNvSpPr>
          <p:nvPr>
            <p:ph type="ftr" sz="quarter" idx="11"/>
          </p:nvPr>
        </p:nvSpPr>
        <p:spPr/>
        <p:txBody>
          <a:bodyPr/>
          <a:lstStyle/>
          <a:p>
            <a:r>
              <a:rPr kumimoji="1" lang="en-US" altLang="ja-JP"/>
              <a:t>© 2022 Fujitsu Limited</a:t>
            </a:r>
            <a:endParaRPr kumimoji="1" lang="ja-JP" altLang="en-US"/>
          </a:p>
        </p:txBody>
      </p:sp>
      <p:sp>
        <p:nvSpPr>
          <p:cNvPr id="7" name="Title 1">
            <a:extLst>
              <a:ext uri="{FF2B5EF4-FFF2-40B4-BE49-F238E27FC236}">
                <a16:creationId xmlns:a16="http://schemas.microsoft.com/office/drawing/2014/main" id="{4BFF9200-35A7-4187-AC92-23F70E8F30A3}"/>
              </a:ext>
            </a:extLst>
          </p:cNvPr>
          <p:cNvSpPr txBox="1">
            <a:spLocks/>
          </p:cNvSpPr>
          <p:nvPr/>
        </p:nvSpPr>
        <p:spPr bwMode="gray">
          <a:xfrm>
            <a:off x="275677" y="2138594"/>
            <a:ext cx="3479289" cy="553998"/>
          </a:xfrm>
          <a:prstGeom prst="rect">
            <a:avLst/>
          </a:prstGeom>
        </p:spPr>
        <p:txBody>
          <a:bodyPr vert="horz" lIns="0" tIns="0" rIns="0" bIns="0" rtlCol="0" anchor="t" anchorCtr="0">
            <a:normAutofit/>
          </a:bodyPr>
          <a:lstStyle>
            <a:lvl1pPr algn="l" defTabSz="685800" rtl="0" eaLnBrk="1" latinLnBrk="0" hangingPunct="1">
              <a:lnSpc>
                <a:spcPct val="90000"/>
              </a:lnSpc>
              <a:spcBef>
                <a:spcPts val="0"/>
              </a:spcBef>
              <a:spcAft>
                <a:spcPts val="600"/>
              </a:spcAft>
              <a:buNone/>
              <a:defRPr kumimoji="1" sz="4000" b="1" kern="1200">
                <a:solidFill>
                  <a:schemeClr val="tx1"/>
                </a:solidFill>
                <a:latin typeface="Arial" panose="020B0604020202020204" pitchFamily="34" charset="0"/>
                <a:ea typeface="+mj-ea"/>
                <a:cs typeface="Arial" panose="020B0604020202020204" pitchFamily="34" charset="0"/>
              </a:defRPr>
            </a:lvl1pPr>
          </a:lstStyle>
          <a:p>
            <a:r>
              <a:rPr lang="en-US" dirty="0"/>
              <a:t>Thank you</a:t>
            </a:r>
          </a:p>
        </p:txBody>
      </p:sp>
    </p:spTree>
    <p:extLst>
      <p:ext uri="{BB962C8B-B14F-4D97-AF65-F5344CB8AC3E}">
        <p14:creationId xmlns:p14="http://schemas.microsoft.com/office/powerpoint/2010/main" val="8882915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EFORMAT" val="-1"/>
</p:tagLst>
</file>

<file path=ppt/theme/theme1.xml><?xml version="1.0" encoding="utf-8"?>
<a:theme xmlns:a="http://schemas.openxmlformats.org/drawingml/2006/main" name="F_Tool_T2_01_JP_Red">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FEFEF"/>
        </a:solidFill>
        <a:ln>
          <a:solidFill>
            <a:srgbClr val="DCDCDC"/>
          </a:solidFill>
        </a:ln>
      </a:spPr>
      <a:bodyPr rtlCol="0" anchor="ctr"/>
      <a:lstStyle>
        <a:defPPr algn="l">
          <a:defRPr kumimoji="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_Tool_T2_01_JP_Orange">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_Tool_T2_01_JP_Blue">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F_Tool_T2_01_JP_Emerald">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F_Tool_T2_01_JP_Yellow">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b84360c-a484-4a23-b45b-771d0fae43b0" xsi:nil="true"/>
    <lcf76f155ced4ddcb4097134ff3c332f xmlns="20d7c0fd-1794-42d5-91f7-05e729f7bb0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1D9D84106166446A8C44A34C38DBD01" ma:contentTypeVersion="12" ma:contentTypeDescription="Create a new document." ma:contentTypeScope="" ma:versionID="e9ee013934f62cf780dd32be8c167197">
  <xsd:schema xmlns:xsd="http://www.w3.org/2001/XMLSchema" xmlns:xs="http://www.w3.org/2001/XMLSchema" xmlns:p="http://schemas.microsoft.com/office/2006/metadata/properties" xmlns:ns2="20d7c0fd-1794-42d5-91f7-05e729f7bb09" xmlns:ns3="1b84360c-a484-4a23-b45b-771d0fae43b0" targetNamespace="http://schemas.microsoft.com/office/2006/metadata/properties" ma:root="true" ma:fieldsID="3afe81e8fd29f0a900286c7cb4b7e465" ns2:_="" ns3:_="">
    <xsd:import namespace="20d7c0fd-1794-42d5-91f7-05e729f7bb09"/>
    <xsd:import namespace="1b84360c-a484-4a23-b45b-771d0fae43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d7c0fd-1794-42d5-91f7-05e729f7bb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c4fd492-276b-4614-b3af-3a4c63b563f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84360c-a484-4a23-b45b-771d0fae43b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d64ca47-2c71-4046-8055-8d80361ca6bc}" ma:internalName="TaxCatchAll" ma:showField="CatchAllData" ma:web="1b84360c-a484-4a23-b45b-771d0fae43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58BF11-20B5-4856-B32E-11BB448B5C63}">
  <ds:schemaRefs>
    <ds:schemaRef ds:uri="http://schemas.microsoft.com/office/2006/metadata/properties"/>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3345a434-4a6e-490f-b40c-778c18ff745c"/>
    <ds:schemaRef ds:uri="http://purl.org/dc/terms/"/>
    <ds:schemaRef ds:uri="8c6df97e-211a-48c5-a8df-1f41b52f02a1"/>
    <ds:schemaRef ds:uri="http://www.w3.org/XML/1998/namespace"/>
    <ds:schemaRef ds:uri="http://purl.org/dc/elements/1.1/"/>
    <ds:schemaRef ds:uri="1b84360c-a484-4a23-b45b-771d0fae43b0"/>
    <ds:schemaRef ds:uri="20d7c0fd-1794-42d5-91f7-05e729f7bb09"/>
  </ds:schemaRefs>
</ds:datastoreItem>
</file>

<file path=customXml/itemProps2.xml><?xml version="1.0" encoding="utf-8"?>
<ds:datastoreItem xmlns:ds="http://schemas.openxmlformats.org/officeDocument/2006/customXml" ds:itemID="{258AD9CF-7F0C-4A76-966D-381FC88A489E}">
  <ds:schemaRefs>
    <ds:schemaRef ds:uri="http://schemas.microsoft.com/sharepoint/v3/contenttype/forms"/>
  </ds:schemaRefs>
</ds:datastoreItem>
</file>

<file path=customXml/itemProps3.xml><?xml version="1.0" encoding="utf-8"?>
<ds:datastoreItem xmlns:ds="http://schemas.openxmlformats.org/officeDocument/2006/customXml" ds:itemID="{E740CC25-AAEE-4321-B03C-1ECDE816A6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d7c0fd-1794-42d5-91f7-05e729f7bb09"/>
    <ds:schemaRef ds:uri="1b84360c-a484-4a23-b45b-771d0fae43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2218</Words>
  <Application>Microsoft Office PowerPoint</Application>
  <PresentationFormat>On-screen Show (16:9)</PresentationFormat>
  <Paragraphs>415</Paragraphs>
  <Slides>23</Slides>
  <Notes>5</Notes>
  <HiddenSlides>0</HiddenSlides>
  <MMClips>0</MMClips>
  <ScaleCrop>false</ScaleCrop>
  <HeadingPairs>
    <vt:vector size="4" baseType="variant">
      <vt:variant>
        <vt:lpstr>Theme</vt:lpstr>
      </vt:variant>
      <vt:variant>
        <vt:i4>5</vt:i4>
      </vt:variant>
      <vt:variant>
        <vt:lpstr>Slide Titles</vt:lpstr>
      </vt:variant>
      <vt:variant>
        <vt:i4>23</vt:i4>
      </vt:variant>
    </vt:vector>
  </HeadingPairs>
  <TitlesOfParts>
    <vt:vector size="28" baseType="lpstr">
      <vt:lpstr>F_Tool_T2_01_JP_Red</vt:lpstr>
      <vt:lpstr>F_Tool_T2_01_JP_Orange</vt:lpstr>
      <vt:lpstr>F_Tool_T2_01_JP_Blue</vt:lpstr>
      <vt:lpstr>F_Tool_T2_01_JP_Emerald</vt:lpstr>
      <vt:lpstr>F_Tool_T2_01_JP_Yellow</vt:lpstr>
      <vt:lpstr>  富士通版Activate3.0 利用手引書</vt:lpstr>
      <vt:lpstr>更新履歴</vt:lpstr>
      <vt:lpstr>目次</vt:lpstr>
      <vt:lpstr>PowerPoint Presentation</vt:lpstr>
      <vt:lpstr>富士通版Activate3.0とは</vt:lpstr>
      <vt:lpstr>富士通版Activate3.0 スコープ範囲</vt:lpstr>
      <vt:lpstr>富士通版Activate3.0 スコープ範囲</vt:lpstr>
      <vt:lpstr>富士通版Activate3.0 特長</vt:lpstr>
      <vt:lpstr>富士通版Activate3.0 コンテンツマップ</vt:lpstr>
      <vt:lpstr>富士通版Activate3.0 コンテンツマップ</vt:lpstr>
      <vt:lpstr>PowerPoint Presentation</vt:lpstr>
      <vt:lpstr>０１．ＷＢＳ</vt:lpstr>
      <vt:lpstr>０２．成果物</vt:lpstr>
      <vt:lpstr>０３．監査プロセス</vt:lpstr>
      <vt:lpstr>０４．監査ドキュメント</vt:lpstr>
      <vt:lpstr>０５．見積ツール</vt:lpstr>
      <vt:lpstr>０６．ドキュメント管理フォルダ構成</vt:lpstr>
      <vt:lpstr>０７．ＰＪ推進ルール</vt:lpstr>
      <vt:lpstr>０８．品質管理</vt:lpstr>
      <vt:lpstr>０９．SAP Leveling</vt:lpstr>
      <vt:lpstr>１０．GDC連携の型化</vt:lpstr>
      <vt:lpstr>９０．プロジェクトガイドライン</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2024-05-15T10:43:29Z</dcterms:created>
  <dcterms:modified xsi:type="dcterms:W3CDTF">2026-03-19T09:11:57Z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2024-05-15T10:43:29Z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fa5f9eb3-024d-4281-9873-236bf15b6543</vt:lpwstr>
  </property>
  <property fmtid="{D5CDD505-2E9C-101B-9397-08002B2CF9AE}" pid="8" name="MSIP_Label_a7295cc1-d279-42ac-ab4d-3b0f4fece050_ContentBits">
    <vt:lpwstr>0</vt:lpwstr>
  </property>
  <property fmtid="{D5CDD505-2E9C-101B-9397-08002B2CF9AE}" pid="9" name="ContentTypeId">
    <vt:lpwstr>0x01010091D9D84106166446A8C44A34C38DBD01</vt:lpwstr>
  </property>
  <property fmtid="{D5CDD505-2E9C-101B-9397-08002B2CF9AE}" pid="10" name="xd_Signature">
    <vt:bool>false</vt:bool>
  </property>
  <property fmtid="{D5CDD505-2E9C-101B-9397-08002B2CF9AE}" pid="11" name="表示・非表示">
    <vt:bool>false</vt:bool>
  </property>
  <property fmtid="{D5CDD505-2E9C-101B-9397-08002B2CF9AE}" pid="12" name="xd_ProgID">
    <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TemplateUrl">
    <vt:lpwstr/>
  </property>
  <property fmtid="{D5CDD505-2E9C-101B-9397-08002B2CF9AE}" pid="17" name="hiddenFolderPath">
    <vt:lpwstr>Activate20/</vt:lpwstr>
  </property>
  <property fmtid="{D5CDD505-2E9C-101B-9397-08002B2CF9AE}" pid="18" name="_ExtendedDescription">
    <vt:lpwstr/>
  </property>
  <property fmtid="{D5CDD505-2E9C-101B-9397-08002B2CF9AE}" pid="19" name="TriggerFlowInfo">
    <vt:lpwstr/>
  </property>
  <property fmtid="{D5CDD505-2E9C-101B-9397-08002B2CF9AE}" pid="20" name="MediaServiceImageTags">
    <vt:lpwstr/>
  </property>
</Properties>
</file>