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3.xml" ContentType="application/vnd.openxmlformats-officedocument.theme+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4.xml" ContentType="application/vnd.openxmlformats-officedocument.theme+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tags/tag1.xml" ContentType="application/vnd.openxmlformats-officedocument.presentationml.tags+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3" r:id="rId4"/>
    <p:sldMasterId id="2147483690" r:id="rId5"/>
    <p:sldMasterId id="2147483697" r:id="rId6"/>
    <p:sldMasterId id="2147483704" r:id="rId7"/>
    <p:sldMasterId id="2147483711" r:id="rId8"/>
  </p:sldMasterIdLst>
  <p:notesMasterIdLst>
    <p:notesMasterId r:id="rId23"/>
  </p:notesMasterIdLst>
  <p:handoutMasterIdLst>
    <p:handoutMasterId r:id="rId24"/>
  </p:handoutMasterIdLst>
  <p:sldIdLst>
    <p:sldId id="301" r:id="rId9"/>
    <p:sldId id="2076137488" r:id="rId10"/>
    <p:sldId id="377" r:id="rId11"/>
    <p:sldId id="347" r:id="rId12"/>
    <p:sldId id="2076137490" r:id="rId13"/>
    <p:sldId id="2076137491" r:id="rId14"/>
    <p:sldId id="2076137492" r:id="rId15"/>
    <p:sldId id="2076137498" r:id="rId16"/>
    <p:sldId id="2076137499" r:id="rId17"/>
    <p:sldId id="2076137500" r:id="rId18"/>
    <p:sldId id="2076137495" r:id="rId19"/>
    <p:sldId id="2076137496" r:id="rId20"/>
    <p:sldId id="2076137497" r:id="rId21"/>
    <p:sldId id="306" r:id="rId22"/>
  </p:sldIdLst>
  <p:sldSz cx="9144000" cy="5143500" type="screen16x9"/>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guide id="3" pos="5602" userDrawn="1">
          <p15:clr>
            <a:srgbClr val="A4A3A4"/>
          </p15:clr>
        </p15:guide>
        <p15:guide id="4" orient="horz" pos="577" userDrawn="1">
          <p15:clr>
            <a:srgbClr val="A4A3A4"/>
          </p15:clr>
        </p15:guide>
        <p15:guide id="5" orient="horz" pos="2981" userDrawn="1">
          <p15:clr>
            <a:srgbClr val="A4A3A4"/>
          </p15:clr>
        </p15:guide>
        <p15:guide id="6" pos="158"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000000"/>
    <a:srgbClr val="00E7EF"/>
    <a:srgbClr val="FFE700"/>
    <a:srgbClr val="EA0000"/>
    <a:srgbClr val="FF8000"/>
    <a:srgbClr val="D80084"/>
    <a:srgbClr val="2400B0"/>
    <a:srgbClr val="61D600"/>
    <a:srgbClr val="00822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144584F-76D4-42C1-0574-E840F4EA610F}" v="12" dt="2026-03-18T02:55:28.250"/>
  </p1510:revLst>
</p1510:revInfo>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中間スタイル 2 - アクセント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F5AB1C69-6EDB-4FF4-983F-18BD219EF322}" styleName="中間スタイル 2 - アクセント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21E4AEA4-8DFA-4A89-87EB-49C32662AFE0}" styleName="中間スタイル 2 - アクセント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C4B1156A-380E-4F78-BDF5-A606A8083BF9}" styleName="中間スタイル 4 - アクセント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3739" autoAdjust="0"/>
    <p:restoredTop sz="96353" autoAdjust="0"/>
  </p:normalViewPr>
  <p:slideViewPr>
    <p:cSldViewPr snapToGrid="0">
      <p:cViewPr>
        <p:scale>
          <a:sx n="80" d="100"/>
          <a:sy n="80" d="100"/>
        </p:scale>
        <p:origin x="568" y="288"/>
      </p:cViewPr>
      <p:guideLst>
        <p:guide orient="horz" pos="1620"/>
        <p:guide pos="2880"/>
        <p:guide pos="5602"/>
        <p:guide orient="horz" pos="577"/>
        <p:guide orient="horz" pos="2981"/>
        <p:guide pos="158"/>
      </p:guideLst>
    </p:cSldViewPr>
  </p:slideViewPr>
  <p:outlineViewPr>
    <p:cViewPr>
      <p:scale>
        <a:sx n="33" d="100"/>
        <a:sy n="33" d="100"/>
      </p:scale>
      <p:origin x="0" y="0"/>
    </p:cViewPr>
  </p:outlineViewPr>
  <p:notesTextViewPr>
    <p:cViewPr>
      <p:scale>
        <a:sx n="66" d="100"/>
        <a:sy n="66" d="100"/>
      </p:scale>
      <p:origin x="0" y="0"/>
    </p:cViewPr>
  </p:notesTextViewPr>
  <p:sorterViewPr>
    <p:cViewPr>
      <p:scale>
        <a:sx n="100" d="100"/>
        <a:sy n="100" d="100"/>
      </p:scale>
      <p:origin x="0" y="0"/>
    </p:cViewPr>
  </p:sorterViewPr>
  <p:notesViewPr>
    <p:cSldViewPr snapToGrid="0">
      <p:cViewPr>
        <p:scale>
          <a:sx n="75" d="100"/>
          <a:sy n="75" d="100"/>
        </p:scale>
        <p:origin x="2172" y="-760"/>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Master" Target="slideMasters/slideMaster5.xml"/><Relationship Id="rId13" Type="http://schemas.openxmlformats.org/officeDocument/2006/relationships/slide" Target="slides/slide5.xml"/><Relationship Id="rId18" Type="http://schemas.openxmlformats.org/officeDocument/2006/relationships/slide" Target="slides/slide10.xml"/><Relationship Id="rId26" Type="http://schemas.openxmlformats.org/officeDocument/2006/relationships/viewProps" Target="viewProps.xml"/><Relationship Id="rId3" Type="http://schemas.openxmlformats.org/officeDocument/2006/relationships/customXml" Target="../customXml/item3.xml"/><Relationship Id="rId21" Type="http://schemas.openxmlformats.org/officeDocument/2006/relationships/slide" Target="slides/slide13.xml"/><Relationship Id="rId7" Type="http://schemas.openxmlformats.org/officeDocument/2006/relationships/slideMaster" Target="slideMasters/slideMaster4.xml"/><Relationship Id="rId12" Type="http://schemas.openxmlformats.org/officeDocument/2006/relationships/slide" Target="slides/slide4.xml"/><Relationship Id="rId17" Type="http://schemas.openxmlformats.org/officeDocument/2006/relationships/slide" Target="slides/slide9.xml"/><Relationship Id="rId25"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slide" Target="slides/slide8.xml"/><Relationship Id="rId20" Type="http://schemas.openxmlformats.org/officeDocument/2006/relationships/slide" Target="slides/slide12.xml"/><Relationship Id="rId29"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3.xml"/><Relationship Id="rId24" Type="http://schemas.openxmlformats.org/officeDocument/2006/relationships/handoutMaster" Target="handoutMasters/handoutMaster1.xml"/><Relationship Id="rId5" Type="http://schemas.openxmlformats.org/officeDocument/2006/relationships/slideMaster" Target="slideMasters/slideMaster2.xml"/><Relationship Id="rId15" Type="http://schemas.openxmlformats.org/officeDocument/2006/relationships/slide" Target="slides/slide7.xml"/><Relationship Id="rId23" Type="http://schemas.openxmlformats.org/officeDocument/2006/relationships/notesMaster" Target="notesMasters/notesMaster1.xml"/><Relationship Id="rId28" Type="http://schemas.openxmlformats.org/officeDocument/2006/relationships/tableStyles" Target="tableStyles.xml"/><Relationship Id="rId10" Type="http://schemas.openxmlformats.org/officeDocument/2006/relationships/slide" Target="slides/slide2.xml"/><Relationship Id="rId19" Type="http://schemas.openxmlformats.org/officeDocument/2006/relationships/slide" Target="slides/slide11.xml"/><Relationship Id="rId4" Type="http://schemas.openxmlformats.org/officeDocument/2006/relationships/slideMaster" Target="slideMasters/slideMaster1.xml"/><Relationship Id="rId9" Type="http://schemas.openxmlformats.org/officeDocument/2006/relationships/slide" Target="slides/slide1.xml"/><Relationship Id="rId14" Type="http://schemas.openxmlformats.org/officeDocument/2006/relationships/slide" Target="slides/slide6.xml"/><Relationship Id="rId22" Type="http://schemas.openxmlformats.org/officeDocument/2006/relationships/slide" Target="slides/slide14.xml"/><Relationship Id="rId27"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theme" Target="../theme/theme7.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日付プレースホルダー 2">
            <a:extLst>
              <a:ext uri="{FF2B5EF4-FFF2-40B4-BE49-F238E27FC236}">
                <a16:creationId xmlns:a16="http://schemas.microsoft.com/office/drawing/2014/main" id="{6AED8D3B-9082-49AA-B4BC-F3F4425AA75A}"/>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389ACFA8-1AB5-47AD-8712-789ED582E266}" type="datetimeFigureOut">
              <a:rPr kumimoji="1" lang="ja-JP" altLang="en-US" smtClean="0"/>
              <a:t>2026/3/19</a:t>
            </a:fld>
            <a:endParaRPr kumimoji="1" lang="ja-JP" altLang="en-US"/>
          </a:p>
        </p:txBody>
      </p:sp>
      <p:sp>
        <p:nvSpPr>
          <p:cNvPr id="4" name="フッター プレースホルダー 3">
            <a:extLst>
              <a:ext uri="{FF2B5EF4-FFF2-40B4-BE49-F238E27FC236}">
                <a16:creationId xmlns:a16="http://schemas.microsoft.com/office/drawing/2014/main" id="{5DAB9B36-94C5-4135-B352-9570B260F3EC}"/>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r>
              <a:rPr lang="en-US" altLang="ja-JP" sz="1000"/>
              <a:t>© 2022 Fujitsu Limited</a:t>
            </a:r>
            <a:endParaRPr lang="en-US" altLang="ja-JP" sz="1000" dirty="0"/>
          </a:p>
        </p:txBody>
      </p:sp>
      <p:sp>
        <p:nvSpPr>
          <p:cNvPr id="5" name="スライド番号プレースホルダー 4">
            <a:extLst>
              <a:ext uri="{FF2B5EF4-FFF2-40B4-BE49-F238E27FC236}">
                <a16:creationId xmlns:a16="http://schemas.microsoft.com/office/drawing/2014/main" id="{91EDE976-DD9F-4E5B-8DD7-50A554BDD883}"/>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F2DA504E-F46D-4C99-BD4A-3BE220F742A8}" type="slidenum">
              <a:rPr kumimoji="1" lang="ja-JP" altLang="en-US" smtClean="0"/>
              <a:t>‹#›</a:t>
            </a:fld>
            <a:endParaRPr kumimoji="1" lang="ja-JP" altLang="en-US"/>
          </a:p>
        </p:txBody>
      </p:sp>
      <p:pic>
        <p:nvPicPr>
          <p:cNvPr id="11" name="SD_FUJITSU-RESTRICTED">
            <a:extLst>
              <a:ext uri="{FF2B5EF4-FFF2-40B4-BE49-F238E27FC236}">
                <a16:creationId xmlns:a16="http://schemas.microsoft.com/office/drawing/2014/main" id="{98CFFEB9-435A-434D-8B51-B36A4246B34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3975" y="53975"/>
            <a:ext cx="1292691" cy="166263"/>
          </a:xfrm>
          <a:prstGeom prst="rect">
            <a:avLst/>
          </a:prstGeom>
        </p:spPr>
      </p:pic>
    </p:spTree>
    <p:extLst>
      <p:ext uri="{BB962C8B-B14F-4D97-AF65-F5344CB8AC3E}">
        <p14:creationId xmlns:p14="http://schemas.microsoft.com/office/powerpoint/2010/main" val="95594160"/>
      </p:ext>
    </p:extLst>
  </p:cSld>
  <p:clrMap bg1="lt1" tx1="dk1" bg2="lt2" tx2="dk2" accent1="accent1" accent2="accent2" accent3="accent3" accent4="accent4" accent5="accent5" accent6="accent6" hlink="hlink" folHlink="folHlink"/>
  <p:hf hdr="0" dt="0"/>
</p:handoutMaster>
</file>

<file path=ppt/notesMasters/_rels/notesMaster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theme" Target="../theme/theme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mn-lt"/>
              </a:defRPr>
            </a:lvl1pPr>
          </a:lstStyle>
          <a:p>
            <a:fld id="{49E156C8-D1E6-4437-B817-0C57EC289493}" type="datetimeFigureOut">
              <a:rPr kumimoji="1" lang="ja-JP" altLang="en-US" smtClean="0"/>
              <a:pPr/>
              <a:t>2026/3/19</a:t>
            </a:fld>
            <a:endParaRPr kumimoji="1" lang="ja-JP" altLang="en-US"/>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en-US" altLang="ja-JP" dirty="0"/>
              <a:t>Headline</a:t>
            </a:r>
            <a:endParaRPr kumimoji="1" lang="ja-JP" altLang="en-US" dirty="0"/>
          </a:p>
          <a:p>
            <a:pPr lvl="1"/>
            <a:r>
              <a:rPr kumimoji="1" lang="en-US" altLang="ja-JP" dirty="0"/>
              <a:t>1st subhead</a:t>
            </a:r>
            <a:endParaRPr kumimoji="1" lang="ja-JP" altLang="en-US" dirty="0"/>
          </a:p>
          <a:p>
            <a:pPr lvl="2"/>
            <a:r>
              <a:rPr kumimoji="1" lang="en-US" altLang="ja-JP" dirty="0"/>
              <a:t>2nd subhead</a:t>
            </a:r>
            <a:endParaRPr kumimoji="1" lang="ja-JP" altLang="en-US" dirty="0"/>
          </a:p>
          <a:p>
            <a:pPr lvl="3"/>
            <a:r>
              <a:rPr kumimoji="1" lang="en-US" altLang="ja-JP" dirty="0"/>
              <a:t>Text</a:t>
            </a:r>
          </a:p>
          <a:p>
            <a:pPr lvl="4"/>
            <a:r>
              <a:rPr kumimoji="1" lang="en-US" altLang="ja-JP" dirty="0"/>
              <a:t>Text</a:t>
            </a:r>
            <a:endParaRPr kumimoji="1" lang="ja-JP" altLang="en-US" dirty="0"/>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000">
                <a:latin typeface="+mn-lt"/>
              </a:defRPr>
            </a:lvl1pPr>
          </a:lstStyle>
          <a:p>
            <a:r>
              <a:rPr kumimoji="1" lang="en-US" altLang="ja-JP"/>
              <a:t>© 2022 Fujitsu Limited</a:t>
            </a:r>
            <a:endParaRPr kumimoji="1" lang="ja-JP" altLang="en-US" dirty="0"/>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000">
                <a:latin typeface="+mn-lt"/>
              </a:defRPr>
            </a:lvl1pPr>
          </a:lstStyle>
          <a:p>
            <a:fld id="{C0644275-5C74-4E59-8F01-9B0DD8D2F6FE}" type="slidenum">
              <a:rPr kumimoji="1" lang="ja-JP" altLang="en-US" smtClean="0"/>
              <a:pPr/>
              <a:t>‹#›</a:t>
            </a:fld>
            <a:endParaRPr kumimoji="1" lang="ja-JP" altLang="en-US"/>
          </a:p>
        </p:txBody>
      </p:sp>
      <p:pic>
        <p:nvPicPr>
          <p:cNvPr id="13" name="SD_FUJITSU-RESTRICTED">
            <a:extLst>
              <a:ext uri="{FF2B5EF4-FFF2-40B4-BE49-F238E27FC236}">
                <a16:creationId xmlns:a16="http://schemas.microsoft.com/office/drawing/2014/main" id="{A95E613D-9675-4BB8-846D-FB567ABF0B4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3975" y="53975"/>
            <a:ext cx="1292691" cy="166263"/>
          </a:xfrm>
          <a:prstGeom prst="rect">
            <a:avLst/>
          </a:prstGeom>
        </p:spPr>
      </p:pic>
    </p:spTree>
    <p:extLst>
      <p:ext uri="{BB962C8B-B14F-4D97-AF65-F5344CB8AC3E}">
        <p14:creationId xmlns:p14="http://schemas.microsoft.com/office/powerpoint/2010/main" val="2664097101"/>
      </p:ext>
    </p:extLst>
  </p:cSld>
  <p:clrMap bg1="lt1" tx1="dk1" bg2="lt2" tx2="dk2" accent1="accent1" accent2="accent2" accent3="accent3" accent4="accent4" accent5="accent5" accent6="accent6" hlink="hlink" folHlink="folHlink"/>
  <p:hf hdr="0" dt="0"/>
  <p:notesStyle>
    <a:lvl1pPr marL="0" algn="l" defTabSz="685800" rtl="0" eaLnBrk="1" latinLnBrk="0" hangingPunct="1">
      <a:defRPr kumimoji="1" sz="900" kern="1200">
        <a:solidFill>
          <a:schemeClr val="tx1"/>
        </a:solidFill>
        <a:latin typeface="+mn-lt"/>
        <a:ea typeface="+mn-ea"/>
        <a:cs typeface="+mn-cs"/>
      </a:defRPr>
    </a:lvl1pPr>
    <a:lvl2pPr marL="342900" algn="l" defTabSz="685800" rtl="0" eaLnBrk="1" latinLnBrk="0" hangingPunct="1">
      <a:defRPr kumimoji="1" sz="900" kern="1200">
        <a:solidFill>
          <a:schemeClr val="tx1"/>
        </a:solidFill>
        <a:latin typeface="+mn-lt"/>
        <a:ea typeface="+mn-ea"/>
        <a:cs typeface="+mn-cs"/>
      </a:defRPr>
    </a:lvl2pPr>
    <a:lvl3pPr marL="685800" algn="l" defTabSz="685800" rtl="0" eaLnBrk="1" latinLnBrk="0" hangingPunct="1">
      <a:defRPr kumimoji="1" sz="900" kern="1200">
        <a:solidFill>
          <a:schemeClr val="tx1"/>
        </a:solidFill>
        <a:latin typeface="+mn-lt"/>
        <a:ea typeface="+mn-ea"/>
        <a:cs typeface="+mn-cs"/>
      </a:defRPr>
    </a:lvl3pPr>
    <a:lvl4pPr marL="1028700" algn="l" defTabSz="685800" rtl="0" eaLnBrk="1" latinLnBrk="0" hangingPunct="1">
      <a:defRPr kumimoji="1" sz="900" kern="1200">
        <a:solidFill>
          <a:schemeClr val="tx1"/>
        </a:solidFill>
        <a:latin typeface="+mn-lt"/>
        <a:ea typeface="+mn-ea"/>
        <a:cs typeface="+mn-cs"/>
      </a:defRPr>
    </a:lvl4pPr>
    <a:lvl5pPr marL="1371600" algn="l" defTabSz="685800" rtl="0" eaLnBrk="1" latinLnBrk="0" hangingPunct="1">
      <a:defRPr kumimoji="1" sz="900" kern="1200">
        <a:solidFill>
          <a:schemeClr val="tx1"/>
        </a:solidFill>
        <a:latin typeface="+mn-lt"/>
        <a:ea typeface="+mn-ea"/>
        <a:cs typeface="+mn-cs"/>
      </a:defRPr>
    </a:lvl5pPr>
    <a:lvl6pPr marL="1714500" algn="l" defTabSz="685800" rtl="0" eaLnBrk="1" latinLnBrk="0" hangingPunct="1">
      <a:defRPr kumimoji="1" sz="900" kern="1200">
        <a:solidFill>
          <a:schemeClr val="tx1"/>
        </a:solidFill>
        <a:latin typeface="+mn-lt"/>
        <a:ea typeface="+mn-ea"/>
        <a:cs typeface="+mn-cs"/>
      </a:defRPr>
    </a:lvl6pPr>
    <a:lvl7pPr marL="2057400" algn="l" defTabSz="685800" rtl="0" eaLnBrk="1" latinLnBrk="0" hangingPunct="1">
      <a:defRPr kumimoji="1" sz="900" kern="1200">
        <a:solidFill>
          <a:schemeClr val="tx1"/>
        </a:solidFill>
        <a:latin typeface="+mn-lt"/>
        <a:ea typeface="+mn-ea"/>
        <a:cs typeface="+mn-cs"/>
      </a:defRPr>
    </a:lvl7pPr>
    <a:lvl8pPr marL="2400300" algn="l" defTabSz="685800" rtl="0" eaLnBrk="1" latinLnBrk="0" hangingPunct="1">
      <a:defRPr kumimoji="1" sz="900" kern="1200">
        <a:solidFill>
          <a:schemeClr val="tx1"/>
        </a:solidFill>
        <a:latin typeface="+mn-lt"/>
        <a:ea typeface="+mn-ea"/>
        <a:cs typeface="+mn-cs"/>
      </a:defRPr>
    </a:lvl8pPr>
    <a:lvl9pPr marL="2743200" algn="l" defTabSz="685800" rtl="0" eaLnBrk="1" latinLnBrk="0" hangingPunct="1">
      <a:defRPr kumimoji="1" sz="9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フッター プレースホルダー 3"/>
          <p:cNvSpPr>
            <a:spLocks noGrp="1"/>
          </p:cNvSpPr>
          <p:nvPr>
            <p:ph type="ftr" sz="quarter" idx="4"/>
          </p:nvPr>
        </p:nvSpPr>
        <p:spPr/>
        <p:txBody>
          <a:bodyPr/>
          <a:lstStyle/>
          <a:p>
            <a:r>
              <a:rPr kumimoji="1" lang="en-US" altLang="ja-JP"/>
              <a:t>© 2022 Fujitsu Limited</a:t>
            </a:r>
            <a:endParaRPr kumimoji="1" lang="ja-JP" altLang="en-US" dirty="0"/>
          </a:p>
        </p:txBody>
      </p:sp>
      <p:sp>
        <p:nvSpPr>
          <p:cNvPr id="5" name="スライド番号プレースホルダー 4"/>
          <p:cNvSpPr>
            <a:spLocks noGrp="1"/>
          </p:cNvSpPr>
          <p:nvPr>
            <p:ph type="sldNum" sz="quarter" idx="5"/>
          </p:nvPr>
        </p:nvSpPr>
        <p:spPr/>
        <p:txBody>
          <a:bodyPr/>
          <a:lstStyle/>
          <a:p>
            <a:fld id="{C0644275-5C74-4E59-8F01-9B0DD8D2F6FE}" type="slidenum">
              <a:rPr kumimoji="1" lang="ja-JP" altLang="en-US" smtClean="0"/>
              <a:pPr/>
              <a:t>1</a:t>
            </a:fld>
            <a:endParaRPr kumimoji="1" lang="ja-JP" altLang="en-US"/>
          </a:p>
        </p:txBody>
      </p:sp>
    </p:spTree>
    <p:extLst>
      <p:ext uri="{BB962C8B-B14F-4D97-AF65-F5344CB8AC3E}">
        <p14:creationId xmlns:p14="http://schemas.microsoft.com/office/powerpoint/2010/main" val="272891604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6"/>
          <p:cNvSpPr>
            <a:spLocks noGrp="1" noChangeArrowheads="1"/>
          </p:cNvSpPr>
          <p:nvPr>
            <p:ph type="ftr" sz="quarter" idx="4"/>
          </p:nvPr>
        </p:nvSpPr>
        <p:spPr>
          <a:ln/>
        </p:spPr>
        <p:txBody>
          <a:bodyPr/>
          <a:lstStyle/>
          <a:p>
            <a:r>
              <a:rPr lang="en-US" altLang="ja-JP"/>
              <a:t>© 2022 Fujitsu Limited</a:t>
            </a:r>
            <a:endParaRPr lang="en-US" altLang="ja-JP" dirty="0"/>
          </a:p>
        </p:txBody>
      </p:sp>
      <p:sp>
        <p:nvSpPr>
          <p:cNvPr id="7" name="Rectangle 7"/>
          <p:cNvSpPr>
            <a:spLocks noGrp="1" noChangeArrowheads="1"/>
          </p:cNvSpPr>
          <p:nvPr>
            <p:ph type="sldNum" sz="quarter" idx="5"/>
          </p:nvPr>
        </p:nvSpPr>
        <p:spPr>
          <a:ln/>
        </p:spPr>
        <p:txBody>
          <a:bodyPr/>
          <a:lstStyle/>
          <a:p>
            <a:fld id="{52907734-A7B3-479F-9B48-BD0920DAB3E0}" type="slidenum">
              <a:rPr lang="en-US" altLang="ja-JP"/>
              <a:pPr/>
              <a:t>2</a:t>
            </a:fld>
            <a:endParaRPr lang="en-US" altLang="ja-JP"/>
          </a:p>
        </p:txBody>
      </p:sp>
      <p:sp>
        <p:nvSpPr>
          <p:cNvPr id="387074" name="Rectangle 2"/>
          <p:cNvSpPr>
            <a:spLocks noGrp="1" noRot="1" noChangeAspect="1" noChangeArrowheads="1" noTextEdit="1"/>
          </p:cNvSpPr>
          <p:nvPr>
            <p:ph type="sldImg"/>
          </p:nvPr>
        </p:nvSpPr>
        <p:spPr>
          <a:xfrm>
            <a:off x="88900" y="744538"/>
            <a:ext cx="6629400" cy="3729037"/>
          </a:xfrm>
          <a:ln/>
        </p:spPr>
      </p:sp>
      <p:sp>
        <p:nvSpPr>
          <p:cNvPr id="387075" name="Rectangle 3"/>
          <p:cNvSpPr>
            <a:spLocks noGrp="1" noChangeArrowheads="1"/>
          </p:cNvSpPr>
          <p:nvPr>
            <p:ph type="body" idx="1"/>
          </p:nvPr>
        </p:nvSpPr>
        <p:spPr>
          <a:xfrm>
            <a:off x="679450" y="4721225"/>
            <a:ext cx="5626100" cy="4891088"/>
          </a:xfrm>
        </p:spPr>
        <p:txBody>
          <a:bodyPr/>
          <a:lstStyle/>
          <a:p>
            <a:pPr>
              <a:spcBef>
                <a:spcPct val="20000"/>
              </a:spcBef>
              <a:buClr>
                <a:srgbClr val="FF0000"/>
              </a:buClr>
              <a:buSzPct val="80000"/>
              <a:buFont typeface="Wingdings" pitchFamily="2" charset="2"/>
              <a:buNone/>
            </a:pPr>
            <a:endParaRPr lang="en-GB" altLang="ja-JP"/>
          </a:p>
        </p:txBody>
      </p:sp>
    </p:spTree>
    <p:extLst>
      <p:ext uri="{BB962C8B-B14F-4D97-AF65-F5344CB8AC3E}">
        <p14:creationId xmlns:p14="http://schemas.microsoft.com/office/powerpoint/2010/main" val="81870301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フッター プレースホルダー 3"/>
          <p:cNvSpPr>
            <a:spLocks noGrp="1"/>
          </p:cNvSpPr>
          <p:nvPr>
            <p:ph type="ftr" sz="quarter" idx="4"/>
          </p:nvPr>
        </p:nvSpPr>
        <p:spPr/>
        <p:txBody>
          <a:bodyPr/>
          <a:lstStyle/>
          <a:p>
            <a:r>
              <a:rPr kumimoji="1" lang="en-US" altLang="ja-JP"/>
              <a:t>© 2022 Fujitsu Limited</a:t>
            </a:r>
            <a:endParaRPr kumimoji="1" lang="ja-JP" altLang="en-US" dirty="0"/>
          </a:p>
        </p:txBody>
      </p:sp>
      <p:sp>
        <p:nvSpPr>
          <p:cNvPr id="5" name="スライド番号プレースホルダー 4"/>
          <p:cNvSpPr>
            <a:spLocks noGrp="1"/>
          </p:cNvSpPr>
          <p:nvPr>
            <p:ph type="sldNum" sz="quarter" idx="5"/>
          </p:nvPr>
        </p:nvSpPr>
        <p:spPr/>
        <p:txBody>
          <a:bodyPr/>
          <a:lstStyle/>
          <a:p>
            <a:fld id="{C0644275-5C74-4E59-8F01-9B0DD8D2F6FE}" type="slidenum">
              <a:rPr kumimoji="1" lang="ja-JP" altLang="en-US" smtClean="0"/>
              <a:pPr/>
              <a:t>3</a:t>
            </a:fld>
            <a:endParaRPr kumimoji="1" lang="ja-JP" altLang="en-US"/>
          </a:p>
        </p:txBody>
      </p:sp>
    </p:spTree>
    <p:extLst>
      <p:ext uri="{BB962C8B-B14F-4D97-AF65-F5344CB8AC3E}">
        <p14:creationId xmlns:p14="http://schemas.microsoft.com/office/powerpoint/2010/main" val="98733035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6"/>
          <p:cNvSpPr>
            <a:spLocks noGrp="1" noChangeArrowheads="1"/>
          </p:cNvSpPr>
          <p:nvPr>
            <p:ph type="ftr" sz="quarter" idx="4"/>
          </p:nvPr>
        </p:nvSpPr>
        <p:spPr>
          <a:ln/>
        </p:spPr>
        <p:txBody>
          <a:bodyPr/>
          <a:lstStyle/>
          <a:p>
            <a:r>
              <a:rPr lang="en-US" altLang="ja-JP"/>
              <a:t>© 2022 Fujitsu Limited</a:t>
            </a:r>
          </a:p>
        </p:txBody>
      </p:sp>
      <p:sp>
        <p:nvSpPr>
          <p:cNvPr id="7" name="Rectangle 7"/>
          <p:cNvSpPr>
            <a:spLocks noGrp="1" noChangeArrowheads="1"/>
          </p:cNvSpPr>
          <p:nvPr>
            <p:ph type="sldNum" sz="quarter" idx="5"/>
          </p:nvPr>
        </p:nvSpPr>
        <p:spPr>
          <a:ln/>
        </p:spPr>
        <p:txBody>
          <a:bodyPr/>
          <a:lstStyle/>
          <a:p>
            <a:fld id="{C0B925CF-706D-4FCE-8C04-BCAA43F1C1B5}" type="slidenum">
              <a:rPr lang="en-US" altLang="ja-JP"/>
              <a:pPr/>
              <a:t>4</a:t>
            </a:fld>
            <a:endParaRPr lang="en-US" altLang="ja-JP"/>
          </a:p>
        </p:txBody>
      </p:sp>
      <p:sp>
        <p:nvSpPr>
          <p:cNvPr id="349186" name="Rectangle 2"/>
          <p:cNvSpPr>
            <a:spLocks noGrp="1" noRot="1" noChangeAspect="1" noChangeArrowheads="1" noTextEdit="1"/>
          </p:cNvSpPr>
          <p:nvPr>
            <p:ph type="sldImg"/>
          </p:nvPr>
        </p:nvSpPr>
        <p:spPr>
          <a:ln/>
        </p:spPr>
      </p:sp>
      <p:sp>
        <p:nvSpPr>
          <p:cNvPr id="349187" name="Rectangle 3"/>
          <p:cNvSpPr>
            <a:spLocks noGrp="1" noChangeArrowheads="1"/>
          </p:cNvSpPr>
          <p:nvPr>
            <p:ph type="body" idx="1"/>
          </p:nvPr>
        </p:nvSpPr>
        <p:spPr/>
        <p:txBody>
          <a:bodyPr/>
          <a:lstStyle/>
          <a:p>
            <a:endParaRPr lang="en-GB" altLang="ja-JP"/>
          </a:p>
        </p:txBody>
      </p:sp>
    </p:spTree>
    <p:extLst>
      <p:ext uri="{BB962C8B-B14F-4D97-AF65-F5344CB8AC3E}">
        <p14:creationId xmlns:p14="http://schemas.microsoft.com/office/powerpoint/2010/main" val="383652244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6"/>
          <p:cNvSpPr>
            <a:spLocks noGrp="1" noChangeArrowheads="1"/>
          </p:cNvSpPr>
          <p:nvPr>
            <p:ph type="ftr" sz="quarter" idx="4"/>
          </p:nvPr>
        </p:nvSpPr>
        <p:spPr>
          <a:ln/>
        </p:spPr>
        <p:txBody>
          <a:bodyPr/>
          <a:lstStyle/>
          <a:p>
            <a:r>
              <a:rPr lang="en-US" altLang="ja-JP"/>
              <a:t>© 2022 Fujitsu Limited</a:t>
            </a:r>
          </a:p>
        </p:txBody>
      </p:sp>
      <p:sp>
        <p:nvSpPr>
          <p:cNvPr id="7" name="Rectangle 7"/>
          <p:cNvSpPr>
            <a:spLocks noGrp="1" noChangeArrowheads="1"/>
          </p:cNvSpPr>
          <p:nvPr>
            <p:ph type="sldNum" sz="quarter" idx="5"/>
          </p:nvPr>
        </p:nvSpPr>
        <p:spPr>
          <a:ln/>
        </p:spPr>
        <p:txBody>
          <a:bodyPr/>
          <a:lstStyle/>
          <a:p>
            <a:fld id="{C0B925CF-706D-4FCE-8C04-BCAA43F1C1B5}" type="slidenum">
              <a:rPr lang="en-US" altLang="ja-JP"/>
              <a:pPr/>
              <a:t>5</a:t>
            </a:fld>
            <a:endParaRPr lang="en-US" altLang="ja-JP"/>
          </a:p>
        </p:txBody>
      </p:sp>
      <p:sp>
        <p:nvSpPr>
          <p:cNvPr id="349186" name="Rectangle 2"/>
          <p:cNvSpPr>
            <a:spLocks noGrp="1" noRot="1" noChangeAspect="1" noChangeArrowheads="1" noTextEdit="1"/>
          </p:cNvSpPr>
          <p:nvPr>
            <p:ph type="sldImg"/>
          </p:nvPr>
        </p:nvSpPr>
        <p:spPr>
          <a:ln/>
        </p:spPr>
      </p:sp>
      <p:sp>
        <p:nvSpPr>
          <p:cNvPr id="349187" name="Rectangle 3"/>
          <p:cNvSpPr>
            <a:spLocks noGrp="1" noChangeArrowheads="1"/>
          </p:cNvSpPr>
          <p:nvPr>
            <p:ph type="body" idx="1"/>
          </p:nvPr>
        </p:nvSpPr>
        <p:spPr/>
        <p:txBody>
          <a:bodyPr/>
          <a:lstStyle/>
          <a:p>
            <a:endParaRPr lang="en-GB" altLang="ja-JP"/>
          </a:p>
        </p:txBody>
      </p:sp>
    </p:spTree>
    <p:extLst>
      <p:ext uri="{BB962C8B-B14F-4D97-AF65-F5344CB8AC3E}">
        <p14:creationId xmlns:p14="http://schemas.microsoft.com/office/powerpoint/2010/main" val="119834728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6"/>
          <p:cNvSpPr>
            <a:spLocks noGrp="1" noChangeArrowheads="1"/>
          </p:cNvSpPr>
          <p:nvPr>
            <p:ph type="ftr" sz="quarter" idx="4"/>
          </p:nvPr>
        </p:nvSpPr>
        <p:spPr>
          <a:ln/>
        </p:spPr>
        <p:txBody>
          <a:bodyPr/>
          <a:lstStyle/>
          <a:p>
            <a:r>
              <a:rPr lang="en-US" altLang="ja-JP"/>
              <a:t>© 2022 Fujitsu Limited</a:t>
            </a:r>
          </a:p>
        </p:txBody>
      </p:sp>
      <p:sp>
        <p:nvSpPr>
          <p:cNvPr id="7" name="Rectangle 7"/>
          <p:cNvSpPr>
            <a:spLocks noGrp="1" noChangeArrowheads="1"/>
          </p:cNvSpPr>
          <p:nvPr>
            <p:ph type="sldNum" sz="quarter" idx="5"/>
          </p:nvPr>
        </p:nvSpPr>
        <p:spPr>
          <a:ln/>
        </p:spPr>
        <p:txBody>
          <a:bodyPr/>
          <a:lstStyle/>
          <a:p>
            <a:fld id="{C0B925CF-706D-4FCE-8C04-BCAA43F1C1B5}" type="slidenum">
              <a:rPr lang="en-US" altLang="ja-JP"/>
              <a:pPr/>
              <a:t>6</a:t>
            </a:fld>
            <a:endParaRPr lang="en-US" altLang="ja-JP"/>
          </a:p>
        </p:txBody>
      </p:sp>
      <p:sp>
        <p:nvSpPr>
          <p:cNvPr id="349186" name="Rectangle 2"/>
          <p:cNvSpPr>
            <a:spLocks noGrp="1" noRot="1" noChangeAspect="1" noChangeArrowheads="1" noTextEdit="1"/>
          </p:cNvSpPr>
          <p:nvPr>
            <p:ph type="sldImg"/>
          </p:nvPr>
        </p:nvSpPr>
        <p:spPr>
          <a:ln/>
        </p:spPr>
      </p:sp>
      <p:sp>
        <p:nvSpPr>
          <p:cNvPr id="349187" name="Rectangle 3"/>
          <p:cNvSpPr>
            <a:spLocks noGrp="1" noChangeArrowheads="1"/>
          </p:cNvSpPr>
          <p:nvPr>
            <p:ph type="body" idx="1"/>
          </p:nvPr>
        </p:nvSpPr>
        <p:spPr/>
        <p:txBody>
          <a:bodyPr/>
          <a:lstStyle/>
          <a:p>
            <a:endParaRPr lang="en-GB" altLang="ja-JP"/>
          </a:p>
        </p:txBody>
      </p:sp>
    </p:spTree>
    <p:extLst>
      <p:ext uri="{BB962C8B-B14F-4D97-AF65-F5344CB8AC3E}">
        <p14:creationId xmlns:p14="http://schemas.microsoft.com/office/powerpoint/2010/main" val="135543893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6"/>
          <p:cNvSpPr>
            <a:spLocks noGrp="1" noChangeArrowheads="1"/>
          </p:cNvSpPr>
          <p:nvPr>
            <p:ph type="ftr" sz="quarter" idx="4"/>
          </p:nvPr>
        </p:nvSpPr>
        <p:spPr>
          <a:ln/>
        </p:spPr>
        <p:txBody>
          <a:bodyPr/>
          <a:lstStyle/>
          <a:p>
            <a:r>
              <a:rPr lang="en-US" altLang="ja-JP"/>
              <a:t>© 2022 Fujitsu Limited</a:t>
            </a:r>
          </a:p>
        </p:txBody>
      </p:sp>
      <p:sp>
        <p:nvSpPr>
          <p:cNvPr id="7" name="Rectangle 7"/>
          <p:cNvSpPr>
            <a:spLocks noGrp="1" noChangeArrowheads="1"/>
          </p:cNvSpPr>
          <p:nvPr>
            <p:ph type="sldNum" sz="quarter" idx="5"/>
          </p:nvPr>
        </p:nvSpPr>
        <p:spPr>
          <a:ln/>
        </p:spPr>
        <p:txBody>
          <a:bodyPr/>
          <a:lstStyle/>
          <a:p>
            <a:fld id="{C0B925CF-706D-4FCE-8C04-BCAA43F1C1B5}" type="slidenum">
              <a:rPr lang="en-US" altLang="ja-JP"/>
              <a:pPr/>
              <a:t>7</a:t>
            </a:fld>
            <a:endParaRPr lang="en-US" altLang="ja-JP"/>
          </a:p>
        </p:txBody>
      </p:sp>
      <p:sp>
        <p:nvSpPr>
          <p:cNvPr id="349186" name="Rectangle 2"/>
          <p:cNvSpPr>
            <a:spLocks noGrp="1" noRot="1" noChangeAspect="1" noChangeArrowheads="1" noTextEdit="1"/>
          </p:cNvSpPr>
          <p:nvPr>
            <p:ph type="sldImg"/>
          </p:nvPr>
        </p:nvSpPr>
        <p:spPr>
          <a:ln/>
        </p:spPr>
      </p:sp>
      <p:sp>
        <p:nvSpPr>
          <p:cNvPr id="349187" name="Rectangle 3"/>
          <p:cNvSpPr>
            <a:spLocks noGrp="1" noChangeArrowheads="1"/>
          </p:cNvSpPr>
          <p:nvPr>
            <p:ph type="body" idx="1"/>
          </p:nvPr>
        </p:nvSpPr>
        <p:spPr/>
        <p:txBody>
          <a:bodyPr/>
          <a:lstStyle/>
          <a:p>
            <a:endParaRPr lang="en-GB" altLang="ja-JP"/>
          </a:p>
        </p:txBody>
      </p:sp>
    </p:spTree>
    <p:extLst>
      <p:ext uri="{BB962C8B-B14F-4D97-AF65-F5344CB8AC3E}">
        <p14:creationId xmlns:p14="http://schemas.microsoft.com/office/powerpoint/2010/main" val="178115358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6"/>
          <p:cNvSpPr>
            <a:spLocks noGrp="1" noChangeArrowheads="1"/>
          </p:cNvSpPr>
          <p:nvPr>
            <p:ph type="ftr" sz="quarter" idx="4"/>
          </p:nvPr>
        </p:nvSpPr>
        <p:spPr>
          <a:ln/>
        </p:spPr>
        <p:txBody>
          <a:bodyPr/>
          <a:lstStyle/>
          <a:p>
            <a:r>
              <a:rPr lang="en-US" altLang="ja-JP"/>
              <a:t>© 2022 Fujitsu Limited</a:t>
            </a:r>
          </a:p>
        </p:txBody>
      </p:sp>
      <p:sp>
        <p:nvSpPr>
          <p:cNvPr id="7" name="Rectangle 7"/>
          <p:cNvSpPr>
            <a:spLocks noGrp="1" noChangeArrowheads="1"/>
          </p:cNvSpPr>
          <p:nvPr>
            <p:ph type="sldNum" sz="quarter" idx="5"/>
          </p:nvPr>
        </p:nvSpPr>
        <p:spPr>
          <a:ln/>
        </p:spPr>
        <p:txBody>
          <a:bodyPr/>
          <a:lstStyle/>
          <a:p>
            <a:fld id="{C0B925CF-706D-4FCE-8C04-BCAA43F1C1B5}" type="slidenum">
              <a:rPr lang="en-US" altLang="ja-JP"/>
              <a:pPr/>
              <a:t>8</a:t>
            </a:fld>
            <a:endParaRPr lang="en-US" altLang="ja-JP"/>
          </a:p>
        </p:txBody>
      </p:sp>
      <p:sp>
        <p:nvSpPr>
          <p:cNvPr id="349186" name="Rectangle 2"/>
          <p:cNvSpPr>
            <a:spLocks noGrp="1" noRot="1" noChangeAspect="1" noChangeArrowheads="1" noTextEdit="1"/>
          </p:cNvSpPr>
          <p:nvPr>
            <p:ph type="sldImg"/>
          </p:nvPr>
        </p:nvSpPr>
        <p:spPr>
          <a:ln/>
        </p:spPr>
      </p:sp>
      <p:sp>
        <p:nvSpPr>
          <p:cNvPr id="349187" name="Rectangle 3"/>
          <p:cNvSpPr>
            <a:spLocks noGrp="1" noChangeArrowheads="1"/>
          </p:cNvSpPr>
          <p:nvPr>
            <p:ph type="body" idx="1"/>
          </p:nvPr>
        </p:nvSpPr>
        <p:spPr/>
        <p:txBody>
          <a:bodyPr/>
          <a:lstStyle/>
          <a:p>
            <a:endParaRPr lang="en-GB" altLang="ja-JP"/>
          </a:p>
        </p:txBody>
      </p:sp>
    </p:spTree>
    <p:extLst>
      <p:ext uri="{BB962C8B-B14F-4D97-AF65-F5344CB8AC3E}">
        <p14:creationId xmlns:p14="http://schemas.microsoft.com/office/powerpoint/2010/main" val="399608940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6"/>
          <p:cNvSpPr>
            <a:spLocks noGrp="1" noChangeArrowheads="1"/>
          </p:cNvSpPr>
          <p:nvPr>
            <p:ph type="ftr" sz="quarter" idx="4"/>
          </p:nvPr>
        </p:nvSpPr>
        <p:spPr>
          <a:ln/>
        </p:spPr>
        <p:txBody>
          <a:bodyPr/>
          <a:lstStyle/>
          <a:p>
            <a:r>
              <a:rPr lang="en-US" altLang="ja-JP"/>
              <a:t>© 2022 Fujitsu Limited</a:t>
            </a:r>
          </a:p>
        </p:txBody>
      </p:sp>
      <p:sp>
        <p:nvSpPr>
          <p:cNvPr id="7" name="Rectangle 7"/>
          <p:cNvSpPr>
            <a:spLocks noGrp="1" noChangeArrowheads="1"/>
          </p:cNvSpPr>
          <p:nvPr>
            <p:ph type="sldNum" sz="quarter" idx="5"/>
          </p:nvPr>
        </p:nvSpPr>
        <p:spPr>
          <a:ln/>
        </p:spPr>
        <p:txBody>
          <a:bodyPr/>
          <a:lstStyle/>
          <a:p>
            <a:fld id="{C0B925CF-706D-4FCE-8C04-BCAA43F1C1B5}" type="slidenum">
              <a:rPr lang="en-US" altLang="ja-JP"/>
              <a:pPr/>
              <a:t>9</a:t>
            </a:fld>
            <a:endParaRPr lang="en-US" altLang="ja-JP"/>
          </a:p>
        </p:txBody>
      </p:sp>
      <p:sp>
        <p:nvSpPr>
          <p:cNvPr id="349186" name="Rectangle 2"/>
          <p:cNvSpPr>
            <a:spLocks noGrp="1" noRot="1" noChangeAspect="1" noChangeArrowheads="1" noTextEdit="1"/>
          </p:cNvSpPr>
          <p:nvPr>
            <p:ph type="sldImg"/>
          </p:nvPr>
        </p:nvSpPr>
        <p:spPr>
          <a:ln/>
        </p:spPr>
      </p:sp>
      <p:sp>
        <p:nvSpPr>
          <p:cNvPr id="349187" name="Rectangle 3"/>
          <p:cNvSpPr>
            <a:spLocks noGrp="1" noChangeArrowheads="1"/>
          </p:cNvSpPr>
          <p:nvPr>
            <p:ph type="body" idx="1"/>
          </p:nvPr>
        </p:nvSpPr>
        <p:spPr/>
        <p:txBody>
          <a:bodyPr/>
          <a:lstStyle/>
          <a:p>
            <a:endParaRPr lang="en-GB" altLang="ja-JP"/>
          </a:p>
        </p:txBody>
      </p:sp>
    </p:spTree>
    <p:extLst>
      <p:ext uri="{BB962C8B-B14F-4D97-AF65-F5344CB8AC3E}">
        <p14:creationId xmlns:p14="http://schemas.microsoft.com/office/powerpoint/2010/main" val="344735644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6"/>
          <p:cNvSpPr>
            <a:spLocks noGrp="1" noChangeArrowheads="1"/>
          </p:cNvSpPr>
          <p:nvPr>
            <p:ph type="ftr" sz="quarter" idx="4"/>
          </p:nvPr>
        </p:nvSpPr>
        <p:spPr>
          <a:ln/>
        </p:spPr>
        <p:txBody>
          <a:bodyPr/>
          <a:lstStyle/>
          <a:p>
            <a:r>
              <a:rPr lang="en-US" altLang="ja-JP"/>
              <a:t>© 2022 Fujitsu Limited</a:t>
            </a:r>
          </a:p>
        </p:txBody>
      </p:sp>
      <p:sp>
        <p:nvSpPr>
          <p:cNvPr id="7" name="Rectangle 7"/>
          <p:cNvSpPr>
            <a:spLocks noGrp="1" noChangeArrowheads="1"/>
          </p:cNvSpPr>
          <p:nvPr>
            <p:ph type="sldNum" sz="quarter" idx="5"/>
          </p:nvPr>
        </p:nvSpPr>
        <p:spPr>
          <a:ln/>
        </p:spPr>
        <p:txBody>
          <a:bodyPr/>
          <a:lstStyle/>
          <a:p>
            <a:fld id="{C0B925CF-706D-4FCE-8C04-BCAA43F1C1B5}" type="slidenum">
              <a:rPr lang="en-US" altLang="ja-JP"/>
              <a:pPr/>
              <a:t>10</a:t>
            </a:fld>
            <a:endParaRPr lang="en-US" altLang="ja-JP"/>
          </a:p>
        </p:txBody>
      </p:sp>
      <p:sp>
        <p:nvSpPr>
          <p:cNvPr id="349186" name="Rectangle 2"/>
          <p:cNvSpPr>
            <a:spLocks noGrp="1" noRot="1" noChangeAspect="1" noChangeArrowheads="1" noTextEdit="1"/>
          </p:cNvSpPr>
          <p:nvPr>
            <p:ph type="sldImg"/>
          </p:nvPr>
        </p:nvSpPr>
        <p:spPr>
          <a:ln/>
        </p:spPr>
      </p:sp>
      <p:sp>
        <p:nvSpPr>
          <p:cNvPr id="349187" name="Rectangle 3"/>
          <p:cNvSpPr>
            <a:spLocks noGrp="1" noChangeArrowheads="1"/>
          </p:cNvSpPr>
          <p:nvPr>
            <p:ph type="body" idx="1"/>
          </p:nvPr>
        </p:nvSpPr>
        <p:spPr/>
        <p:txBody>
          <a:bodyPr/>
          <a:lstStyle/>
          <a:p>
            <a:endParaRPr lang="en-GB" altLang="ja-JP"/>
          </a:p>
        </p:txBody>
      </p:sp>
    </p:spTree>
    <p:extLst>
      <p:ext uri="{BB962C8B-B14F-4D97-AF65-F5344CB8AC3E}">
        <p14:creationId xmlns:p14="http://schemas.microsoft.com/office/powerpoint/2010/main" val="168193205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6"/>
          <p:cNvSpPr>
            <a:spLocks noGrp="1" noChangeArrowheads="1"/>
          </p:cNvSpPr>
          <p:nvPr>
            <p:ph type="ftr" sz="quarter" idx="4"/>
          </p:nvPr>
        </p:nvSpPr>
        <p:spPr>
          <a:ln/>
        </p:spPr>
        <p:txBody>
          <a:bodyPr/>
          <a:lstStyle/>
          <a:p>
            <a:r>
              <a:rPr lang="en-US" altLang="ja-JP"/>
              <a:t>© 2022 Fujitsu Limited</a:t>
            </a:r>
          </a:p>
        </p:txBody>
      </p:sp>
      <p:sp>
        <p:nvSpPr>
          <p:cNvPr id="7" name="Rectangle 7"/>
          <p:cNvSpPr>
            <a:spLocks noGrp="1" noChangeArrowheads="1"/>
          </p:cNvSpPr>
          <p:nvPr>
            <p:ph type="sldNum" sz="quarter" idx="5"/>
          </p:nvPr>
        </p:nvSpPr>
        <p:spPr>
          <a:ln/>
        </p:spPr>
        <p:txBody>
          <a:bodyPr/>
          <a:lstStyle/>
          <a:p>
            <a:fld id="{C0B925CF-706D-4FCE-8C04-BCAA43F1C1B5}" type="slidenum">
              <a:rPr lang="en-US" altLang="ja-JP"/>
              <a:pPr/>
              <a:t>11</a:t>
            </a:fld>
            <a:endParaRPr lang="en-US" altLang="ja-JP"/>
          </a:p>
        </p:txBody>
      </p:sp>
      <p:sp>
        <p:nvSpPr>
          <p:cNvPr id="349186" name="Rectangle 2"/>
          <p:cNvSpPr>
            <a:spLocks noGrp="1" noRot="1" noChangeAspect="1" noChangeArrowheads="1" noTextEdit="1"/>
          </p:cNvSpPr>
          <p:nvPr>
            <p:ph type="sldImg"/>
          </p:nvPr>
        </p:nvSpPr>
        <p:spPr>
          <a:ln/>
        </p:spPr>
      </p:sp>
      <p:sp>
        <p:nvSpPr>
          <p:cNvPr id="349187" name="Rectangle 3"/>
          <p:cNvSpPr>
            <a:spLocks noGrp="1" noChangeArrowheads="1"/>
          </p:cNvSpPr>
          <p:nvPr>
            <p:ph type="body" idx="1"/>
          </p:nvPr>
        </p:nvSpPr>
        <p:spPr/>
        <p:txBody>
          <a:bodyPr/>
          <a:lstStyle/>
          <a:p>
            <a:endParaRPr lang="en-GB" altLang="ja-JP"/>
          </a:p>
        </p:txBody>
      </p:sp>
    </p:spTree>
    <p:extLst>
      <p:ext uri="{BB962C8B-B14F-4D97-AF65-F5344CB8AC3E}">
        <p14:creationId xmlns:p14="http://schemas.microsoft.com/office/powerpoint/2010/main" val="94238014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6"/>
          <p:cNvSpPr>
            <a:spLocks noGrp="1" noChangeArrowheads="1"/>
          </p:cNvSpPr>
          <p:nvPr>
            <p:ph type="ftr" sz="quarter" idx="4"/>
          </p:nvPr>
        </p:nvSpPr>
        <p:spPr>
          <a:ln/>
        </p:spPr>
        <p:txBody>
          <a:bodyPr/>
          <a:lstStyle/>
          <a:p>
            <a:r>
              <a:rPr lang="en-US" altLang="ja-JP"/>
              <a:t>© 2022 Fujitsu Limited</a:t>
            </a:r>
          </a:p>
        </p:txBody>
      </p:sp>
      <p:sp>
        <p:nvSpPr>
          <p:cNvPr id="7" name="Rectangle 7"/>
          <p:cNvSpPr>
            <a:spLocks noGrp="1" noChangeArrowheads="1"/>
          </p:cNvSpPr>
          <p:nvPr>
            <p:ph type="sldNum" sz="quarter" idx="5"/>
          </p:nvPr>
        </p:nvSpPr>
        <p:spPr>
          <a:ln/>
        </p:spPr>
        <p:txBody>
          <a:bodyPr/>
          <a:lstStyle/>
          <a:p>
            <a:fld id="{C0B925CF-706D-4FCE-8C04-BCAA43F1C1B5}" type="slidenum">
              <a:rPr lang="en-US" altLang="ja-JP"/>
              <a:pPr/>
              <a:t>12</a:t>
            </a:fld>
            <a:endParaRPr lang="en-US" altLang="ja-JP"/>
          </a:p>
        </p:txBody>
      </p:sp>
      <p:sp>
        <p:nvSpPr>
          <p:cNvPr id="349186" name="Rectangle 2"/>
          <p:cNvSpPr>
            <a:spLocks noGrp="1" noRot="1" noChangeAspect="1" noChangeArrowheads="1" noTextEdit="1"/>
          </p:cNvSpPr>
          <p:nvPr>
            <p:ph type="sldImg"/>
          </p:nvPr>
        </p:nvSpPr>
        <p:spPr>
          <a:ln/>
        </p:spPr>
      </p:sp>
      <p:sp>
        <p:nvSpPr>
          <p:cNvPr id="349187" name="Rectangle 3"/>
          <p:cNvSpPr>
            <a:spLocks noGrp="1" noChangeArrowheads="1"/>
          </p:cNvSpPr>
          <p:nvPr>
            <p:ph type="body" idx="1"/>
          </p:nvPr>
        </p:nvSpPr>
        <p:spPr/>
        <p:txBody>
          <a:bodyPr/>
          <a:lstStyle/>
          <a:p>
            <a:endParaRPr lang="en-GB" altLang="ja-JP"/>
          </a:p>
        </p:txBody>
      </p:sp>
    </p:spTree>
    <p:extLst>
      <p:ext uri="{BB962C8B-B14F-4D97-AF65-F5344CB8AC3E}">
        <p14:creationId xmlns:p14="http://schemas.microsoft.com/office/powerpoint/2010/main" val="16743740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6"/>
          <p:cNvSpPr>
            <a:spLocks noGrp="1" noChangeArrowheads="1"/>
          </p:cNvSpPr>
          <p:nvPr>
            <p:ph type="ftr" sz="quarter" idx="4"/>
          </p:nvPr>
        </p:nvSpPr>
        <p:spPr>
          <a:ln/>
        </p:spPr>
        <p:txBody>
          <a:bodyPr/>
          <a:lstStyle/>
          <a:p>
            <a:r>
              <a:rPr lang="en-US" altLang="ja-JP"/>
              <a:t>© 2022 Fujitsu Limited</a:t>
            </a:r>
          </a:p>
        </p:txBody>
      </p:sp>
      <p:sp>
        <p:nvSpPr>
          <p:cNvPr id="7" name="Rectangle 7"/>
          <p:cNvSpPr>
            <a:spLocks noGrp="1" noChangeArrowheads="1"/>
          </p:cNvSpPr>
          <p:nvPr>
            <p:ph type="sldNum" sz="quarter" idx="5"/>
          </p:nvPr>
        </p:nvSpPr>
        <p:spPr>
          <a:ln/>
        </p:spPr>
        <p:txBody>
          <a:bodyPr/>
          <a:lstStyle/>
          <a:p>
            <a:fld id="{C0B925CF-706D-4FCE-8C04-BCAA43F1C1B5}" type="slidenum">
              <a:rPr lang="en-US" altLang="ja-JP"/>
              <a:pPr/>
              <a:t>13</a:t>
            </a:fld>
            <a:endParaRPr lang="en-US" altLang="ja-JP"/>
          </a:p>
        </p:txBody>
      </p:sp>
      <p:sp>
        <p:nvSpPr>
          <p:cNvPr id="349186" name="Rectangle 2"/>
          <p:cNvSpPr>
            <a:spLocks noGrp="1" noRot="1" noChangeAspect="1" noChangeArrowheads="1" noTextEdit="1"/>
          </p:cNvSpPr>
          <p:nvPr>
            <p:ph type="sldImg"/>
          </p:nvPr>
        </p:nvSpPr>
        <p:spPr>
          <a:ln/>
        </p:spPr>
      </p:sp>
      <p:sp>
        <p:nvSpPr>
          <p:cNvPr id="349187" name="Rectangle 3"/>
          <p:cNvSpPr>
            <a:spLocks noGrp="1" noChangeArrowheads="1"/>
          </p:cNvSpPr>
          <p:nvPr>
            <p:ph type="body" idx="1"/>
          </p:nvPr>
        </p:nvSpPr>
        <p:spPr/>
        <p:txBody>
          <a:bodyPr/>
          <a:lstStyle/>
          <a:p>
            <a:endParaRPr lang="en-GB" altLang="ja-JP"/>
          </a:p>
        </p:txBody>
      </p:sp>
    </p:spTree>
    <p:extLst>
      <p:ext uri="{BB962C8B-B14F-4D97-AF65-F5344CB8AC3E}">
        <p14:creationId xmlns:p14="http://schemas.microsoft.com/office/powerpoint/2010/main" val="53260697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フッター プレースホルダー 3"/>
          <p:cNvSpPr>
            <a:spLocks noGrp="1"/>
          </p:cNvSpPr>
          <p:nvPr>
            <p:ph type="ftr" sz="quarter" idx="4"/>
          </p:nvPr>
        </p:nvSpPr>
        <p:spPr/>
        <p:txBody>
          <a:bodyPr/>
          <a:lstStyle/>
          <a:p>
            <a:r>
              <a:rPr kumimoji="1" lang="en-US" altLang="ja-JP"/>
              <a:t>© 2022 Fujitsu Limited</a:t>
            </a:r>
            <a:endParaRPr kumimoji="1" lang="ja-JP" altLang="en-US" dirty="0"/>
          </a:p>
        </p:txBody>
      </p:sp>
      <p:sp>
        <p:nvSpPr>
          <p:cNvPr id="5" name="スライド番号プレースホルダー 4"/>
          <p:cNvSpPr>
            <a:spLocks noGrp="1"/>
          </p:cNvSpPr>
          <p:nvPr>
            <p:ph type="sldNum" sz="quarter" idx="5"/>
          </p:nvPr>
        </p:nvSpPr>
        <p:spPr/>
        <p:txBody>
          <a:bodyPr/>
          <a:lstStyle/>
          <a:p>
            <a:fld id="{C0644275-5C74-4E59-8F01-9B0DD8D2F6FE}" type="slidenum">
              <a:rPr kumimoji="1" lang="ja-JP" altLang="en-US" smtClean="0"/>
              <a:pPr/>
              <a:t>14</a:t>
            </a:fld>
            <a:endParaRPr kumimoji="1" lang="ja-JP" altLang="en-US"/>
          </a:p>
        </p:txBody>
      </p:sp>
    </p:spTree>
    <p:extLst>
      <p:ext uri="{BB962C8B-B14F-4D97-AF65-F5344CB8AC3E}">
        <p14:creationId xmlns:p14="http://schemas.microsoft.com/office/powerpoint/2010/main" val="2360816251"/>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5.jpg"/><Relationship Id="rId1" Type="http://schemas.openxmlformats.org/officeDocument/2006/relationships/slideMaster" Target="../slideMasters/slideMaster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6.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7.jpg"/><Relationship Id="rId1" Type="http://schemas.openxmlformats.org/officeDocument/2006/relationships/slideMaster" Target="../slideMasters/slideMaster1.xml"/><Relationship Id="rId5" Type="http://schemas.openxmlformats.org/officeDocument/2006/relationships/image" Target="../media/image4.png"/><Relationship Id="rId4" Type="http://schemas.openxmlformats.org/officeDocument/2006/relationships/image" Target="../media/image3.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8.jpg"/><Relationship Id="rId1" Type="http://schemas.openxmlformats.org/officeDocument/2006/relationships/slideMaster" Target="../slideMasters/slideMaster1.xml"/><Relationship Id="rId5" Type="http://schemas.openxmlformats.org/officeDocument/2006/relationships/image" Target="../media/image3.png"/><Relationship Id="rId4" Type="http://schemas.openxmlformats.org/officeDocument/2006/relationships/image" Target="../media/image6.png"/></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0.jpg"/><Relationship Id="rId1" Type="http://schemas.openxmlformats.org/officeDocument/2006/relationships/slideMaster" Target="../slideMasters/slideMaster2.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6.png"/></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1.jpg"/><Relationship Id="rId1" Type="http://schemas.openxmlformats.org/officeDocument/2006/relationships/slideMaster" Target="../slideMasters/slideMaster2.xml"/><Relationship Id="rId5" Type="http://schemas.openxmlformats.org/officeDocument/2006/relationships/image" Target="../media/image4.png"/><Relationship Id="rId4" Type="http://schemas.openxmlformats.org/officeDocument/2006/relationships/image" Target="../media/image3.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2.jpg"/><Relationship Id="rId1" Type="http://schemas.openxmlformats.org/officeDocument/2006/relationships/slideMaster" Target="../slideMasters/slideMaster2.xml"/><Relationship Id="rId5" Type="http://schemas.openxmlformats.org/officeDocument/2006/relationships/image" Target="../media/image3.png"/><Relationship Id="rId4" Type="http://schemas.openxmlformats.org/officeDocument/2006/relationships/image" Target="../media/image6.png"/></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4.jpg"/><Relationship Id="rId1" Type="http://schemas.openxmlformats.org/officeDocument/2006/relationships/slideMaster" Target="../slideMasters/slideMaster3.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15.png"/></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6.jpg"/><Relationship Id="rId1" Type="http://schemas.openxmlformats.org/officeDocument/2006/relationships/slideMaster" Target="../slideMasters/slideMaster3.xml"/><Relationship Id="rId5" Type="http://schemas.openxmlformats.org/officeDocument/2006/relationships/image" Target="../media/image4.png"/><Relationship Id="rId4" Type="http://schemas.openxmlformats.org/officeDocument/2006/relationships/image" Target="../media/image3.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7.jpg"/><Relationship Id="rId1" Type="http://schemas.openxmlformats.org/officeDocument/2006/relationships/slideMaster" Target="../slideMasters/slideMaster3.xml"/><Relationship Id="rId5" Type="http://schemas.openxmlformats.org/officeDocument/2006/relationships/image" Target="../media/image3.png"/><Relationship Id="rId4" Type="http://schemas.openxmlformats.org/officeDocument/2006/relationships/image" Target="../media/image15.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9.jpg"/><Relationship Id="rId1" Type="http://schemas.openxmlformats.org/officeDocument/2006/relationships/slideMaster" Target="../slideMasters/slideMaster4.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0.png"/></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21.jpg"/><Relationship Id="rId1" Type="http://schemas.openxmlformats.org/officeDocument/2006/relationships/slideMaster" Target="../slideMasters/slideMaster4.xml"/><Relationship Id="rId5" Type="http://schemas.openxmlformats.org/officeDocument/2006/relationships/image" Target="../media/image4.png"/><Relationship Id="rId4" Type="http://schemas.openxmlformats.org/officeDocument/2006/relationships/image" Target="../media/image3.pn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22.jpg"/><Relationship Id="rId1" Type="http://schemas.openxmlformats.org/officeDocument/2006/relationships/slideMaster" Target="../slideMasters/slideMaster4.xml"/><Relationship Id="rId5" Type="http://schemas.openxmlformats.org/officeDocument/2006/relationships/image" Target="../media/image3.png"/><Relationship Id="rId4" Type="http://schemas.openxmlformats.org/officeDocument/2006/relationships/image" Target="../media/image20.png"/></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5.jpg"/><Relationship Id="rId1" Type="http://schemas.openxmlformats.org/officeDocument/2006/relationships/slideMaster" Target="../slideMasters/slideMaster5.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6.png"/></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7.jpg"/><Relationship Id="rId1" Type="http://schemas.openxmlformats.org/officeDocument/2006/relationships/slideMaster" Target="../slideMasters/slideMaster5.xml"/><Relationship Id="rId5" Type="http://schemas.openxmlformats.org/officeDocument/2006/relationships/image" Target="../media/image4.png"/><Relationship Id="rId4" Type="http://schemas.openxmlformats.org/officeDocument/2006/relationships/image" Target="../media/image3.pn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8.jpg"/><Relationship Id="rId1" Type="http://schemas.openxmlformats.org/officeDocument/2006/relationships/slideMaster" Target="../slideMasters/slideMaster5.xml"/><Relationship Id="rId5" Type="http://schemas.openxmlformats.org/officeDocument/2006/relationships/image" Target="../media/image3.png"/><Relationship Id="rId4" Type="http://schemas.openxmlformats.org/officeDocument/2006/relationships/image" Target="../media/image26.png"/></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Master">
    <p:spTree>
      <p:nvGrpSpPr>
        <p:cNvPr id="1" name=""/>
        <p:cNvGrpSpPr/>
        <p:nvPr/>
      </p:nvGrpSpPr>
      <p:grpSpPr>
        <a:xfrm>
          <a:off x="0" y="0"/>
          <a:ext cx="0" cy="0"/>
          <a:chOff x="0" y="0"/>
          <a:chExt cx="0" cy="0"/>
        </a:xfrm>
      </p:grpSpPr>
      <p:pic>
        <p:nvPicPr>
          <p:cNvPr id="7" name="図 6">
            <a:extLst>
              <a:ext uri="{FF2B5EF4-FFF2-40B4-BE49-F238E27FC236}">
                <a16:creationId xmlns:a16="http://schemas.microsoft.com/office/drawing/2014/main" id="{95692AF0-2E90-4E8E-8159-82825E6818D7}"/>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6602027" y="0"/>
            <a:ext cx="2541278" cy="5143499"/>
          </a:xfrm>
          <a:prstGeom prst="rect">
            <a:avLst/>
          </a:prstGeom>
        </p:spPr>
      </p:pic>
      <p:sp>
        <p:nvSpPr>
          <p:cNvPr id="2" name="Title 1"/>
          <p:cNvSpPr>
            <a:spLocks noGrp="1"/>
          </p:cNvSpPr>
          <p:nvPr>
            <p:ph type="ctrTitle" hasCustomPrompt="1"/>
          </p:nvPr>
        </p:nvSpPr>
        <p:spPr>
          <a:xfrm>
            <a:off x="233999" y="1116000"/>
            <a:ext cx="5400000" cy="1440000"/>
          </a:xfrm>
        </p:spPr>
        <p:txBody>
          <a:bodyPr anchor="b">
            <a:noAutofit/>
          </a:bodyPr>
          <a:lstStyle>
            <a:lvl1pPr algn="l">
              <a:defRPr sz="3200">
                <a:solidFill>
                  <a:schemeClr val="tx1"/>
                </a:solidFill>
              </a:defRPr>
            </a:lvl1pPr>
          </a:lstStyle>
          <a:p>
            <a:r>
              <a:rPr lang="ja-JP" altLang="en-US" dirty="0"/>
              <a:t>タイトルを入力</a:t>
            </a:r>
            <a:endParaRPr lang="en-US" dirty="0"/>
          </a:p>
        </p:txBody>
      </p:sp>
      <p:sp>
        <p:nvSpPr>
          <p:cNvPr id="3" name="Subtitle 2"/>
          <p:cNvSpPr>
            <a:spLocks noGrp="1"/>
          </p:cNvSpPr>
          <p:nvPr>
            <p:ph type="subTitle" idx="1" hasCustomPrompt="1"/>
          </p:nvPr>
        </p:nvSpPr>
        <p:spPr>
          <a:xfrm>
            <a:off x="234000" y="3067200"/>
            <a:ext cx="4748400" cy="1260000"/>
          </a:xfrm>
        </p:spPr>
        <p:txBody>
          <a:bodyPr anchor="t" anchorCtr="0">
            <a:noAutofit/>
          </a:bodyPr>
          <a:lstStyle>
            <a:lvl1pPr marL="0" indent="0" algn="l">
              <a:buNone/>
              <a:defRPr sz="1800">
                <a:solidFill>
                  <a:schemeClr val="tx1"/>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ja-JP" altLang="en-US" dirty="0"/>
              <a:t>サブタイトルを入力</a:t>
            </a:r>
            <a:endParaRPr lang="en-US" dirty="0"/>
          </a:p>
        </p:txBody>
      </p:sp>
      <p:sp>
        <p:nvSpPr>
          <p:cNvPr id="5" name="Footer Placeholder 4"/>
          <p:cNvSpPr>
            <a:spLocks noGrp="1"/>
          </p:cNvSpPr>
          <p:nvPr>
            <p:ph type="ftr" sz="quarter" idx="11"/>
          </p:nvPr>
        </p:nvSpPr>
        <p:spPr/>
        <p:txBody>
          <a:bodyPr/>
          <a:lstStyle>
            <a:lvl1pPr>
              <a:defRPr>
                <a:solidFill>
                  <a:schemeClr val="bg1"/>
                </a:solidFill>
              </a:defRPr>
            </a:lvl1pPr>
          </a:lstStyle>
          <a:p>
            <a:r>
              <a:rPr kumimoji="1" lang="en-US" altLang="ja-JP"/>
              <a:t>© 2022 Fujitsu Limited</a:t>
            </a:r>
            <a:endParaRPr kumimoji="1" lang="ja-JP" altLang="en-US"/>
          </a:p>
        </p:txBody>
      </p:sp>
      <p:sp>
        <p:nvSpPr>
          <p:cNvPr id="17" name="Slide Number Placeholder 5">
            <a:extLst>
              <a:ext uri="{FF2B5EF4-FFF2-40B4-BE49-F238E27FC236}">
                <a16:creationId xmlns:a16="http://schemas.microsoft.com/office/drawing/2014/main" id="{56E86481-61F8-4C42-8460-E5C7072F0449}"/>
              </a:ext>
            </a:extLst>
          </p:cNvPr>
          <p:cNvSpPr>
            <a:spLocks noGrp="1"/>
          </p:cNvSpPr>
          <p:nvPr>
            <p:ph type="sldNum" sz="quarter" idx="4"/>
          </p:nvPr>
        </p:nvSpPr>
        <p:spPr bwMode="gray">
          <a:xfrm>
            <a:off x="4302000" y="4878000"/>
            <a:ext cx="540000" cy="122400"/>
          </a:xfrm>
          <a:prstGeom prst="rect">
            <a:avLst/>
          </a:prstGeom>
        </p:spPr>
        <p:txBody>
          <a:bodyPr vert="horz" lIns="0" tIns="0" rIns="0" bIns="0" rtlCol="0" anchor="ctr"/>
          <a:lstStyle>
            <a:lvl1pPr algn="ctr">
              <a:defRPr sz="800">
                <a:solidFill>
                  <a:schemeClr val="bg1"/>
                </a:solidFill>
                <a:latin typeface="Arial" panose="020B0604020202020204" pitchFamily="34" charset="0"/>
                <a:cs typeface="Arial" panose="020B0604020202020204" pitchFamily="34" charset="0"/>
              </a:defRPr>
            </a:lvl1pPr>
          </a:lstStyle>
          <a:p>
            <a:fld id="{4D029D89-7B63-4C94-AD4D-2E4D6BB83637}" type="slidenum">
              <a:rPr kumimoji="1" lang="ja-JP" altLang="en-US" smtClean="0"/>
              <a:pPr/>
              <a:t>‹#›</a:t>
            </a:fld>
            <a:endParaRPr kumimoji="1" lang="ja-JP" altLang="en-US"/>
          </a:p>
        </p:txBody>
      </p:sp>
      <p:pic>
        <p:nvPicPr>
          <p:cNvPr id="18" name="Picture 56" descr="Fujitsu">
            <a:extLst>
              <a:ext uri="{FF2B5EF4-FFF2-40B4-BE49-F238E27FC236}">
                <a16:creationId xmlns:a16="http://schemas.microsoft.com/office/drawing/2014/main" id="{288C24AB-C571-4162-A598-D428E9099DA3}"/>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7864250" y="4761"/>
            <a:ext cx="1126108" cy="685800"/>
          </a:xfrm>
          <a:prstGeom prst="rect">
            <a:avLst/>
          </a:prstGeom>
        </p:spPr>
      </p:pic>
      <p:pic>
        <p:nvPicPr>
          <p:cNvPr id="19" name="Picture 28">
            <a:extLst>
              <a:ext uri="{FF2B5EF4-FFF2-40B4-BE49-F238E27FC236}">
                <a16:creationId xmlns:a16="http://schemas.microsoft.com/office/drawing/2014/main" id="{BB97FB78-2B84-4EC8-85D8-DC0D58996FF3}"/>
              </a:ext>
              <a:ext uri="{C183D7F6-B498-43B3-948B-1728B52AA6E4}">
                <adec:decorative xmlns:adec="http://schemas.microsoft.com/office/drawing/2017/decorative" val="1"/>
              </a:ext>
            </a:extLst>
          </p:cNvPr>
          <p:cNvPicPr>
            <a:picLocks noChangeAspect="1"/>
          </p:cNvPicPr>
          <p:nvPr userDrawn="1"/>
        </p:nvPicPr>
        <p:blipFill>
          <a:blip r:embed="rId4">
            <a:extLst>
              <a:ext uri="{28A0092B-C50C-407E-A947-70E740481C1C}">
                <a14:useLocalDpi xmlns:a14="http://schemas.microsoft.com/office/drawing/2010/main" val="0"/>
              </a:ext>
            </a:extLst>
          </a:blip>
          <a:srcRect/>
          <a:stretch/>
        </p:blipFill>
        <p:spPr>
          <a:xfrm>
            <a:off x="4310377" y="816607"/>
            <a:ext cx="4543221" cy="3510284"/>
          </a:xfrm>
          <a:prstGeom prst="rect">
            <a:avLst/>
          </a:prstGeom>
        </p:spPr>
      </p:pic>
      <p:pic>
        <p:nvPicPr>
          <p:cNvPr id="10" name="Picture 23" descr="A picture containing icon&#10;&#10;Description automatically generated">
            <a:extLst>
              <a:ext uri="{FF2B5EF4-FFF2-40B4-BE49-F238E27FC236}">
                <a16:creationId xmlns:a16="http://schemas.microsoft.com/office/drawing/2014/main" id="{75C62D1B-0184-43C2-AF18-D86BFB15BB06}"/>
              </a:ext>
            </a:extLst>
          </p:cNvPr>
          <p:cNvPicPr>
            <a:picLocks noChangeAspect="1"/>
          </p:cNvPicPr>
          <p:nvPr userDrawn="1"/>
        </p:nvPicPr>
        <p:blipFill rotWithShape="1">
          <a:blip r:embed="rId5" cstate="print">
            <a:extLst>
              <a:ext uri="{28A0092B-C50C-407E-A947-70E740481C1C}">
                <a14:useLocalDpi xmlns:a14="http://schemas.microsoft.com/office/drawing/2010/main" val="0"/>
              </a:ext>
            </a:extLst>
          </a:blip>
          <a:srcRect/>
          <a:stretch/>
        </p:blipFill>
        <p:spPr>
          <a:xfrm>
            <a:off x="9264043" y="-14287"/>
            <a:ext cx="670272" cy="3374707"/>
          </a:xfrm>
          <a:prstGeom prst="rect">
            <a:avLst/>
          </a:prstGeom>
        </p:spPr>
      </p:pic>
      <p:pic>
        <p:nvPicPr>
          <p:cNvPr id="13" name="SD_FUJITSU-RESTRICTED">
            <a:extLst>
              <a:ext uri="{FF2B5EF4-FFF2-40B4-BE49-F238E27FC236}">
                <a16:creationId xmlns:a16="http://schemas.microsoft.com/office/drawing/2014/main" id="{D57F4451-41E0-46FA-98E9-C8DEED2CF071}"/>
              </a:ext>
            </a:extLst>
          </p:cNvPr>
          <p:cNvPicPr>
            <a:picLocks noChangeAspect="1"/>
          </p:cNvPicPr>
          <p:nvPr userDrawn="1"/>
        </p:nvPicPr>
        <p:blipFill>
          <a:blip r:embed="rId6">
            <a:extLst>
              <a:ext uri="{28A0092B-C50C-407E-A947-70E740481C1C}">
                <a14:useLocalDpi xmlns:a14="http://schemas.microsoft.com/office/drawing/2010/main" val="0"/>
              </a:ext>
            </a:extLst>
          </a:blip>
          <a:stretch>
            <a:fillRect/>
          </a:stretch>
        </p:blipFill>
        <p:spPr>
          <a:xfrm>
            <a:off x="230400" y="4863874"/>
            <a:ext cx="1292691" cy="166263"/>
          </a:xfrm>
          <a:prstGeom prst="rect">
            <a:avLst/>
          </a:prstGeom>
        </p:spPr>
      </p:pic>
    </p:spTree>
    <p:extLst>
      <p:ext uri="{BB962C8B-B14F-4D97-AF65-F5344CB8AC3E}">
        <p14:creationId xmlns:p14="http://schemas.microsoft.com/office/powerpoint/2010/main" val="3781008379"/>
      </p:ext>
    </p:extLst>
  </p:cSld>
  <p:clrMapOvr>
    <a:masterClrMapping/>
  </p:clrMapOvr>
  <p:hf hdr="0"/>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title" preserve="1">
  <p:cSld name="Section dividers">
    <p:spTree>
      <p:nvGrpSpPr>
        <p:cNvPr id="1" name=""/>
        <p:cNvGrpSpPr/>
        <p:nvPr/>
      </p:nvGrpSpPr>
      <p:grpSpPr>
        <a:xfrm>
          <a:off x="0" y="0"/>
          <a:ext cx="0" cy="0"/>
          <a:chOff x="0" y="0"/>
          <a:chExt cx="0" cy="0"/>
        </a:xfrm>
      </p:grpSpPr>
      <p:pic>
        <p:nvPicPr>
          <p:cNvPr id="18" name="図 14">
            <a:extLst>
              <a:ext uri="{FF2B5EF4-FFF2-40B4-BE49-F238E27FC236}">
                <a16:creationId xmlns:a16="http://schemas.microsoft.com/office/drawing/2014/main" id="{D112A58B-6135-49FE-9C7D-1017A0D39AC6}"/>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bwMode="gray">
          <a:xfrm>
            <a:off x="0" y="0"/>
            <a:ext cx="9144982" cy="5145576"/>
          </a:xfrm>
          <a:prstGeom prst="rect">
            <a:avLst/>
          </a:prstGeom>
        </p:spPr>
      </p:pic>
      <p:sp>
        <p:nvSpPr>
          <p:cNvPr id="2" name="Title 1"/>
          <p:cNvSpPr>
            <a:spLocks noGrp="1"/>
          </p:cNvSpPr>
          <p:nvPr>
            <p:ph type="ctrTitle" hasCustomPrompt="1"/>
          </p:nvPr>
        </p:nvSpPr>
        <p:spPr bwMode="gray">
          <a:xfrm>
            <a:off x="234000" y="1116000"/>
            <a:ext cx="8280000" cy="1440000"/>
          </a:xfrm>
        </p:spPr>
        <p:txBody>
          <a:bodyPr anchor="b">
            <a:noAutofit/>
          </a:bodyPr>
          <a:lstStyle>
            <a:lvl1pPr algn="l">
              <a:defRPr sz="3200">
                <a:solidFill>
                  <a:schemeClr val="bg1"/>
                </a:solidFill>
              </a:defRPr>
            </a:lvl1pPr>
          </a:lstStyle>
          <a:p>
            <a:r>
              <a:rPr lang="ja-JP" altLang="en-US" dirty="0"/>
              <a:t>タイトルを入力</a:t>
            </a:r>
            <a:endParaRPr lang="en-US" dirty="0"/>
          </a:p>
        </p:txBody>
      </p:sp>
      <p:sp>
        <p:nvSpPr>
          <p:cNvPr id="3" name="Subtitle 2"/>
          <p:cNvSpPr>
            <a:spLocks noGrp="1"/>
          </p:cNvSpPr>
          <p:nvPr>
            <p:ph type="subTitle" idx="1" hasCustomPrompt="1"/>
          </p:nvPr>
        </p:nvSpPr>
        <p:spPr bwMode="gray">
          <a:xfrm>
            <a:off x="234000" y="2710800"/>
            <a:ext cx="8280000" cy="1447200"/>
          </a:xfrm>
        </p:spPr>
        <p:txBody>
          <a:bodyPr>
            <a:noAutofit/>
          </a:bodyPr>
          <a:lstStyle>
            <a:lvl1pPr marL="0" indent="0" algn="l">
              <a:buNone/>
              <a:defRPr sz="2000">
                <a:solidFill>
                  <a:schemeClr val="bg1"/>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ja-JP" altLang="en-US" dirty="0"/>
              <a:t>サブタイトルを入力</a:t>
            </a:r>
            <a:endParaRPr lang="en-US" dirty="0"/>
          </a:p>
        </p:txBody>
      </p:sp>
      <p:sp>
        <p:nvSpPr>
          <p:cNvPr id="5" name="Footer Placeholder 4"/>
          <p:cNvSpPr>
            <a:spLocks noGrp="1"/>
          </p:cNvSpPr>
          <p:nvPr>
            <p:ph type="ftr" sz="quarter" idx="11"/>
          </p:nvPr>
        </p:nvSpPr>
        <p:spPr bwMode="gray"/>
        <p:txBody>
          <a:bodyPr/>
          <a:lstStyle>
            <a:lvl1pPr>
              <a:defRPr>
                <a:solidFill>
                  <a:schemeClr val="bg1"/>
                </a:solidFill>
              </a:defRPr>
            </a:lvl1pPr>
          </a:lstStyle>
          <a:p>
            <a:r>
              <a:rPr kumimoji="1" lang="en-US" altLang="ja-JP"/>
              <a:t>© 2022 Fujitsu Limited</a:t>
            </a:r>
            <a:endParaRPr kumimoji="1" lang="ja-JP" altLang="en-US"/>
          </a:p>
        </p:txBody>
      </p:sp>
      <p:sp>
        <p:nvSpPr>
          <p:cNvPr id="6" name="Slide Number Placeholder 5"/>
          <p:cNvSpPr>
            <a:spLocks noGrp="1"/>
          </p:cNvSpPr>
          <p:nvPr>
            <p:ph type="sldNum" sz="quarter" idx="12"/>
          </p:nvPr>
        </p:nvSpPr>
        <p:spPr bwMode="gray">
          <a:xfrm>
            <a:off x="4302000" y="4878000"/>
            <a:ext cx="540000" cy="122400"/>
          </a:xfrm>
          <a:prstGeom prst="rect">
            <a:avLst/>
          </a:prstGeom>
        </p:spPr>
        <p:txBody>
          <a:bodyPr/>
          <a:lstStyle>
            <a:lvl1pPr>
              <a:defRPr>
                <a:solidFill>
                  <a:schemeClr val="bg1"/>
                </a:solidFill>
              </a:defRPr>
            </a:lvl1pPr>
          </a:lstStyle>
          <a:p>
            <a:fld id="{4D029D89-7B63-4C94-AD4D-2E4D6BB83637}" type="slidenum">
              <a:rPr kumimoji="1" lang="ja-JP" altLang="en-US" smtClean="0"/>
              <a:pPr/>
              <a:t>‹#›</a:t>
            </a:fld>
            <a:endParaRPr kumimoji="1" lang="ja-JP" altLang="en-US"/>
          </a:p>
        </p:txBody>
      </p:sp>
      <p:pic>
        <p:nvPicPr>
          <p:cNvPr id="19" name="Picture 56" descr="Fujitsu">
            <a:extLst>
              <a:ext uri="{FF2B5EF4-FFF2-40B4-BE49-F238E27FC236}">
                <a16:creationId xmlns:a16="http://schemas.microsoft.com/office/drawing/2014/main" id="{296967A9-30A5-48C2-B859-CEC6385A1F8C}"/>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bwMode="gray">
          <a:xfrm>
            <a:off x="7864250" y="4761"/>
            <a:ext cx="1126108" cy="685800"/>
          </a:xfrm>
          <a:prstGeom prst="rect">
            <a:avLst/>
          </a:prstGeom>
        </p:spPr>
      </p:pic>
      <p:pic>
        <p:nvPicPr>
          <p:cNvPr id="9" name="Picture 23" descr="A picture containing icon&#10;&#10;Description automatically generated">
            <a:extLst>
              <a:ext uri="{FF2B5EF4-FFF2-40B4-BE49-F238E27FC236}">
                <a16:creationId xmlns:a16="http://schemas.microsoft.com/office/drawing/2014/main" id="{F75B6E70-1F42-4546-9D6E-5D5BA926A342}"/>
              </a:ext>
            </a:extLst>
          </p:cNvPr>
          <p:cNvPicPr>
            <a:picLocks noChangeAspect="1"/>
          </p:cNvPicPr>
          <p:nvPr userDrawn="1"/>
        </p:nvPicPr>
        <p:blipFill rotWithShape="1">
          <a:blip r:embed="rId4" cstate="print">
            <a:extLst>
              <a:ext uri="{28A0092B-C50C-407E-A947-70E740481C1C}">
                <a14:useLocalDpi xmlns:a14="http://schemas.microsoft.com/office/drawing/2010/main" val="0"/>
              </a:ext>
            </a:extLst>
          </a:blip>
          <a:srcRect/>
          <a:stretch/>
        </p:blipFill>
        <p:spPr>
          <a:xfrm>
            <a:off x="9264043" y="-14287"/>
            <a:ext cx="670272" cy="3374707"/>
          </a:xfrm>
          <a:prstGeom prst="rect">
            <a:avLst/>
          </a:prstGeom>
        </p:spPr>
      </p:pic>
      <p:pic>
        <p:nvPicPr>
          <p:cNvPr id="21" name="SD_FUJITSU-RESTRICTED">
            <a:extLst>
              <a:ext uri="{FF2B5EF4-FFF2-40B4-BE49-F238E27FC236}">
                <a16:creationId xmlns:a16="http://schemas.microsoft.com/office/drawing/2014/main" id="{F6FC1F79-5608-4523-9720-9EE52762A8B5}"/>
              </a:ext>
            </a:extLst>
          </p:cNvPr>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230400" y="4863874"/>
            <a:ext cx="1292691" cy="166263"/>
          </a:xfrm>
          <a:prstGeom prst="rect">
            <a:avLst/>
          </a:prstGeom>
        </p:spPr>
      </p:pic>
    </p:spTree>
    <p:extLst>
      <p:ext uri="{BB962C8B-B14F-4D97-AF65-F5344CB8AC3E}">
        <p14:creationId xmlns:p14="http://schemas.microsoft.com/office/powerpoint/2010/main" val="1206351164"/>
      </p:ext>
    </p:extLst>
  </p:cSld>
  <p:clrMapOvr>
    <a:masterClrMapping/>
  </p:clrMapOvr>
  <p:hf hdr="0"/>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ext 1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dirty="0"/>
              <a:t>マスター タイトルの書式設定</a:t>
            </a:r>
            <a:endParaRPr lang="en-US" dirty="0"/>
          </a:p>
        </p:txBody>
      </p:sp>
      <p:sp>
        <p:nvSpPr>
          <p:cNvPr id="3" name="Content Placeholder 2"/>
          <p:cNvSpPr>
            <a:spLocks noGrp="1"/>
          </p:cNvSpPr>
          <p:nvPr>
            <p:ph idx="1"/>
          </p:nvPr>
        </p:nvSpPr>
        <p:spPr/>
        <p:txBody>
          <a:bodyPr/>
          <a:lstStyle/>
          <a:p>
            <a:pPr lvl="0"/>
            <a:r>
              <a:rPr lang="ja-JP" altLang="en-US" dirty="0"/>
              <a:t>マスター テキストの書式設定</a:t>
            </a:r>
          </a:p>
          <a:p>
            <a:pPr lvl="1"/>
            <a:r>
              <a:rPr lang="ja-JP" altLang="en-US" dirty="0"/>
              <a:t>第</a:t>
            </a:r>
            <a:r>
              <a:rPr lang="en-US" altLang="ja-JP" dirty="0"/>
              <a:t>2 </a:t>
            </a:r>
            <a:r>
              <a:rPr lang="ja-JP" altLang="en-US" dirty="0"/>
              <a:t>レベル</a:t>
            </a:r>
          </a:p>
          <a:p>
            <a:pPr lvl="2"/>
            <a:r>
              <a:rPr lang="ja-JP" altLang="en-US" dirty="0"/>
              <a:t>第</a:t>
            </a:r>
            <a:r>
              <a:rPr lang="en-US" altLang="ja-JP" dirty="0"/>
              <a:t>3 </a:t>
            </a:r>
            <a:r>
              <a:rPr lang="ja-JP" altLang="en-US" dirty="0"/>
              <a:t>レベル</a:t>
            </a:r>
          </a:p>
          <a:p>
            <a:pPr lvl="3"/>
            <a:r>
              <a:rPr lang="ja-JP" altLang="en-US" dirty="0"/>
              <a:t>第</a:t>
            </a:r>
            <a:r>
              <a:rPr lang="en-US" altLang="ja-JP" dirty="0"/>
              <a:t>4 </a:t>
            </a:r>
            <a:r>
              <a:rPr lang="ja-JP" altLang="en-US" dirty="0"/>
              <a:t>レベル</a:t>
            </a:r>
          </a:p>
          <a:p>
            <a:pPr lvl="4"/>
            <a:r>
              <a:rPr lang="ja-JP" altLang="en-US" dirty="0"/>
              <a:t>第</a:t>
            </a:r>
            <a:r>
              <a:rPr lang="en-US" altLang="ja-JP" dirty="0"/>
              <a:t>5 </a:t>
            </a:r>
            <a:r>
              <a:rPr lang="ja-JP" altLang="en-US" dirty="0"/>
              <a:t>レベル</a:t>
            </a:r>
            <a:endParaRPr lang="en-US" altLang="ja-JP" dirty="0"/>
          </a:p>
          <a:p>
            <a:pPr lvl="5"/>
            <a:r>
              <a:rPr lang="ja-JP" altLang="en-US" dirty="0"/>
              <a:t>テキスト</a:t>
            </a:r>
            <a:endParaRPr lang="en-US" altLang="ja-JP" dirty="0"/>
          </a:p>
          <a:p>
            <a:pPr lvl="6"/>
            <a:r>
              <a:rPr lang="ja-JP" altLang="en-US" dirty="0"/>
              <a:t>テキスト</a:t>
            </a:r>
            <a:endParaRPr lang="en-US" altLang="ja-JP" dirty="0"/>
          </a:p>
          <a:p>
            <a:pPr lvl="7"/>
            <a:r>
              <a:rPr lang="ja-JP" altLang="en-US" dirty="0"/>
              <a:t>テキスト</a:t>
            </a:r>
            <a:endParaRPr lang="en-US" altLang="ja-JP" dirty="0"/>
          </a:p>
          <a:p>
            <a:pPr lvl="8"/>
            <a:r>
              <a:rPr lang="ja-JP" altLang="en-US" dirty="0"/>
              <a:t>テキスト</a:t>
            </a:r>
            <a:endParaRPr lang="en-US" dirty="0"/>
          </a:p>
        </p:txBody>
      </p:sp>
      <p:sp>
        <p:nvSpPr>
          <p:cNvPr id="5" name="Footer Placeholder 4"/>
          <p:cNvSpPr>
            <a:spLocks noGrp="1"/>
          </p:cNvSpPr>
          <p:nvPr>
            <p:ph type="ftr" sz="quarter" idx="11"/>
          </p:nvPr>
        </p:nvSpPr>
        <p:spPr/>
        <p:txBody>
          <a:bodyPr/>
          <a:lstStyle/>
          <a:p>
            <a:r>
              <a:rPr kumimoji="1" lang="en-US" altLang="ja-JP"/>
              <a:t>© 2022 Fujitsu Limited</a:t>
            </a:r>
            <a:endParaRPr kumimoji="1" lang="ja-JP" altLang="en-US"/>
          </a:p>
        </p:txBody>
      </p:sp>
      <p:sp>
        <p:nvSpPr>
          <p:cNvPr id="6" name="Slide Number Placeholder 5"/>
          <p:cNvSpPr>
            <a:spLocks noGrp="1"/>
          </p:cNvSpPr>
          <p:nvPr>
            <p:ph type="sldNum" sz="quarter" idx="12"/>
          </p:nvPr>
        </p:nvSpPr>
        <p:spPr>
          <a:xfrm>
            <a:off x="4302000" y="4878000"/>
            <a:ext cx="540000" cy="122400"/>
          </a:xfrm>
          <a:prstGeom prst="rect">
            <a:avLst/>
          </a:prstGeom>
        </p:spPr>
        <p:txBody>
          <a:bodyPr/>
          <a:lstStyle/>
          <a:p>
            <a:fld id="{4D029D89-7B63-4C94-AD4D-2E4D6BB83637}" type="slidenum">
              <a:rPr kumimoji="1" lang="ja-JP" altLang="en-US" smtClean="0"/>
              <a:t>‹#›</a:t>
            </a:fld>
            <a:endParaRPr kumimoji="1" lang="ja-JP" altLang="en-US"/>
          </a:p>
        </p:txBody>
      </p:sp>
    </p:spTree>
    <p:extLst>
      <p:ext uri="{BB962C8B-B14F-4D97-AF65-F5344CB8AC3E}">
        <p14:creationId xmlns:p14="http://schemas.microsoft.com/office/powerpoint/2010/main" val="755580214"/>
      </p:ext>
    </p:extLst>
  </p:cSld>
  <p:clrMapOvr>
    <a:masterClrMapping/>
  </p:clrMapOvr>
  <p:hf hdr="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ext 2 column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dirty="0"/>
              <a:t>マスター タイトルの書式設定</a:t>
            </a:r>
            <a:endParaRPr lang="en-US" dirty="0"/>
          </a:p>
        </p:txBody>
      </p:sp>
      <p:sp>
        <p:nvSpPr>
          <p:cNvPr id="3" name="Content Placeholder 2"/>
          <p:cNvSpPr>
            <a:spLocks noGrp="1"/>
          </p:cNvSpPr>
          <p:nvPr>
            <p:ph sz="half" idx="1"/>
          </p:nvPr>
        </p:nvSpPr>
        <p:spPr>
          <a:xfrm>
            <a:off x="230400" y="950400"/>
            <a:ext cx="4280400" cy="3787200"/>
          </a:xfrm>
        </p:spPr>
        <p:txBody>
          <a:bodyPr/>
          <a:lstStyle>
            <a:lvl4pPr>
              <a:defRPr sz="1400"/>
            </a:lvl4pPr>
            <a:lvl5pPr>
              <a:defRPr sz="1400"/>
            </a:lvl5pPr>
            <a:lvl6pPr>
              <a:defRPr sz="1400"/>
            </a:lvl6pPr>
            <a:lvl7pPr>
              <a:defRPr sz="1400"/>
            </a:lvl7pPr>
            <a:lvl8pPr>
              <a:defRPr sz="1400"/>
            </a:lvl8pPr>
            <a:lvl9pPr>
              <a:defRPr sz="1400"/>
            </a:lvl9pPr>
          </a:lstStyle>
          <a:p>
            <a:pPr lvl="0"/>
            <a:r>
              <a:rPr lang="ja-JP" altLang="en-US" dirty="0"/>
              <a:t>マスター テキストの書式設定</a:t>
            </a:r>
          </a:p>
          <a:p>
            <a:pPr lvl="1"/>
            <a:r>
              <a:rPr lang="ja-JP" altLang="en-US" dirty="0"/>
              <a:t>第</a:t>
            </a:r>
            <a:r>
              <a:rPr lang="en-US" altLang="ja-JP" dirty="0"/>
              <a:t>2 </a:t>
            </a:r>
            <a:r>
              <a:rPr lang="ja-JP" altLang="en-US" dirty="0"/>
              <a:t>レベル</a:t>
            </a:r>
          </a:p>
          <a:p>
            <a:pPr lvl="2"/>
            <a:r>
              <a:rPr lang="ja-JP" altLang="en-US" dirty="0"/>
              <a:t>第</a:t>
            </a:r>
            <a:r>
              <a:rPr lang="en-US" altLang="ja-JP" dirty="0"/>
              <a:t>3 </a:t>
            </a:r>
            <a:r>
              <a:rPr lang="ja-JP" altLang="en-US" dirty="0"/>
              <a:t>レベル</a:t>
            </a:r>
          </a:p>
          <a:p>
            <a:pPr lvl="3"/>
            <a:r>
              <a:rPr lang="ja-JP" altLang="en-US" dirty="0"/>
              <a:t>第</a:t>
            </a:r>
            <a:r>
              <a:rPr lang="en-US" altLang="ja-JP" dirty="0"/>
              <a:t>4 </a:t>
            </a:r>
            <a:r>
              <a:rPr lang="ja-JP" altLang="en-US" dirty="0"/>
              <a:t>レベル</a:t>
            </a:r>
          </a:p>
          <a:p>
            <a:pPr lvl="4"/>
            <a:r>
              <a:rPr lang="ja-JP" altLang="en-US" dirty="0"/>
              <a:t>第</a:t>
            </a:r>
            <a:r>
              <a:rPr lang="en-US" altLang="ja-JP" dirty="0"/>
              <a:t>5 </a:t>
            </a:r>
            <a:r>
              <a:rPr lang="ja-JP" altLang="en-US" dirty="0"/>
              <a:t>レベル</a:t>
            </a:r>
            <a:endParaRPr lang="en-US" altLang="ja-JP" dirty="0"/>
          </a:p>
          <a:p>
            <a:pPr lvl="5"/>
            <a:r>
              <a:rPr lang="ja-JP" altLang="en-US" dirty="0"/>
              <a:t>テキスト</a:t>
            </a:r>
            <a:endParaRPr lang="en-US" altLang="ja-JP" dirty="0"/>
          </a:p>
          <a:p>
            <a:pPr lvl="6"/>
            <a:r>
              <a:rPr lang="ja-JP" altLang="en-US" dirty="0"/>
              <a:t>テキスト</a:t>
            </a:r>
            <a:endParaRPr lang="en-US" altLang="ja-JP" dirty="0"/>
          </a:p>
          <a:p>
            <a:pPr lvl="7"/>
            <a:r>
              <a:rPr lang="ja-JP" altLang="en-US" dirty="0"/>
              <a:t>テキスト</a:t>
            </a:r>
            <a:endParaRPr lang="en-US" altLang="ja-JP" dirty="0"/>
          </a:p>
          <a:p>
            <a:pPr lvl="8"/>
            <a:r>
              <a:rPr lang="ja-JP" altLang="en-US" dirty="0"/>
              <a:t>テキスト</a:t>
            </a:r>
            <a:endParaRPr lang="en-US" dirty="0"/>
          </a:p>
        </p:txBody>
      </p:sp>
      <p:sp>
        <p:nvSpPr>
          <p:cNvPr id="4" name="Content Placeholder 3"/>
          <p:cNvSpPr>
            <a:spLocks noGrp="1"/>
          </p:cNvSpPr>
          <p:nvPr>
            <p:ph sz="half" idx="2"/>
          </p:nvPr>
        </p:nvSpPr>
        <p:spPr>
          <a:xfrm>
            <a:off x="4629600" y="950400"/>
            <a:ext cx="4280400" cy="3787200"/>
          </a:xfrm>
        </p:spPr>
        <p:txBody>
          <a:bodyPr/>
          <a:lstStyle>
            <a:lvl4pPr>
              <a:defRPr sz="1400"/>
            </a:lvl4pPr>
            <a:lvl5pPr>
              <a:defRPr sz="1400"/>
            </a:lvl5pPr>
            <a:lvl6pPr>
              <a:defRPr sz="1400"/>
            </a:lvl6pPr>
            <a:lvl7pPr>
              <a:defRPr sz="1400"/>
            </a:lvl7pPr>
            <a:lvl8pPr>
              <a:defRPr sz="1400"/>
            </a:lvl8pPr>
            <a:lvl9pPr>
              <a:defRPr sz="1400"/>
            </a:lvl9pPr>
          </a:lstStyle>
          <a:p>
            <a:pPr lvl="0"/>
            <a:r>
              <a:rPr lang="ja-JP" altLang="en-US" dirty="0"/>
              <a:t>マスター テキストの書式設定</a:t>
            </a:r>
          </a:p>
          <a:p>
            <a:pPr lvl="1"/>
            <a:r>
              <a:rPr lang="ja-JP" altLang="en-US" dirty="0"/>
              <a:t>第</a:t>
            </a:r>
            <a:r>
              <a:rPr lang="en-US" altLang="ja-JP" dirty="0"/>
              <a:t>2 </a:t>
            </a:r>
            <a:r>
              <a:rPr lang="ja-JP" altLang="en-US" dirty="0"/>
              <a:t>レベル</a:t>
            </a:r>
          </a:p>
          <a:p>
            <a:pPr lvl="2"/>
            <a:r>
              <a:rPr lang="ja-JP" altLang="en-US" dirty="0"/>
              <a:t>第</a:t>
            </a:r>
            <a:r>
              <a:rPr lang="en-US" altLang="ja-JP" dirty="0"/>
              <a:t>3 </a:t>
            </a:r>
            <a:r>
              <a:rPr lang="ja-JP" altLang="en-US" dirty="0"/>
              <a:t>レベル</a:t>
            </a:r>
          </a:p>
          <a:p>
            <a:pPr lvl="3"/>
            <a:r>
              <a:rPr lang="ja-JP" altLang="en-US" dirty="0"/>
              <a:t>第</a:t>
            </a:r>
            <a:r>
              <a:rPr lang="en-US" altLang="ja-JP" dirty="0"/>
              <a:t>4 </a:t>
            </a:r>
            <a:r>
              <a:rPr lang="ja-JP" altLang="en-US" dirty="0"/>
              <a:t>レベル</a:t>
            </a:r>
          </a:p>
          <a:p>
            <a:pPr lvl="4"/>
            <a:r>
              <a:rPr lang="ja-JP" altLang="en-US" dirty="0"/>
              <a:t>第</a:t>
            </a:r>
            <a:r>
              <a:rPr lang="en-US" altLang="ja-JP" dirty="0"/>
              <a:t>5 </a:t>
            </a:r>
            <a:r>
              <a:rPr lang="ja-JP" altLang="en-US" dirty="0"/>
              <a:t>レベル</a:t>
            </a:r>
            <a:endParaRPr lang="en-US" altLang="ja-JP" dirty="0"/>
          </a:p>
          <a:p>
            <a:pPr lvl="5"/>
            <a:r>
              <a:rPr lang="ja-JP" altLang="en-US" dirty="0"/>
              <a:t>テキスト</a:t>
            </a:r>
            <a:endParaRPr lang="en-US" altLang="ja-JP" dirty="0"/>
          </a:p>
          <a:p>
            <a:pPr lvl="6"/>
            <a:r>
              <a:rPr lang="ja-JP" altLang="en-US" dirty="0"/>
              <a:t>テキスト</a:t>
            </a:r>
            <a:endParaRPr lang="en-US" altLang="ja-JP" dirty="0"/>
          </a:p>
          <a:p>
            <a:pPr lvl="7"/>
            <a:r>
              <a:rPr lang="ja-JP" altLang="en-US" dirty="0"/>
              <a:t>テキスト</a:t>
            </a:r>
            <a:endParaRPr lang="en-US" altLang="ja-JP" dirty="0"/>
          </a:p>
          <a:p>
            <a:pPr lvl="8"/>
            <a:r>
              <a:rPr lang="ja-JP" altLang="en-US" dirty="0"/>
              <a:t>テキスト</a:t>
            </a:r>
            <a:endParaRPr lang="en-US" dirty="0"/>
          </a:p>
        </p:txBody>
      </p:sp>
      <p:sp>
        <p:nvSpPr>
          <p:cNvPr id="6" name="Footer Placeholder 5"/>
          <p:cNvSpPr>
            <a:spLocks noGrp="1"/>
          </p:cNvSpPr>
          <p:nvPr>
            <p:ph type="ftr" sz="quarter" idx="11"/>
          </p:nvPr>
        </p:nvSpPr>
        <p:spPr/>
        <p:txBody>
          <a:bodyPr/>
          <a:lstStyle/>
          <a:p>
            <a:r>
              <a:rPr kumimoji="1" lang="en-US" altLang="ja-JP"/>
              <a:t>© 2022 Fujitsu Limited</a:t>
            </a:r>
            <a:endParaRPr kumimoji="1" lang="ja-JP" altLang="en-US"/>
          </a:p>
        </p:txBody>
      </p:sp>
      <p:sp>
        <p:nvSpPr>
          <p:cNvPr id="7" name="Slide Number Placeholder 6"/>
          <p:cNvSpPr>
            <a:spLocks noGrp="1"/>
          </p:cNvSpPr>
          <p:nvPr>
            <p:ph type="sldNum" sz="quarter" idx="12"/>
          </p:nvPr>
        </p:nvSpPr>
        <p:spPr>
          <a:xfrm>
            <a:off x="4302000" y="4878000"/>
            <a:ext cx="540000" cy="122400"/>
          </a:xfrm>
          <a:prstGeom prst="rect">
            <a:avLst/>
          </a:prstGeom>
        </p:spPr>
        <p:txBody>
          <a:bodyPr/>
          <a:lstStyle/>
          <a:p>
            <a:fld id="{4D029D89-7B63-4C94-AD4D-2E4D6BB83637}" type="slidenum">
              <a:rPr kumimoji="1" lang="ja-JP" altLang="en-US" smtClean="0"/>
              <a:t>‹#›</a:t>
            </a:fld>
            <a:endParaRPr kumimoji="1" lang="ja-JP" altLang="en-US"/>
          </a:p>
        </p:txBody>
      </p:sp>
    </p:spTree>
    <p:extLst>
      <p:ext uri="{BB962C8B-B14F-4D97-AF65-F5344CB8AC3E}">
        <p14:creationId xmlns:p14="http://schemas.microsoft.com/office/powerpoint/2010/main" val="2146358904"/>
      </p:ext>
    </p:extLst>
  </p:cSld>
  <p:clrMapOvr>
    <a:masterClrMapping/>
  </p:clrMapOvr>
  <p:hf hdr="0"/>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dirty="0"/>
              <a:t>マスター タイトルの書式設定</a:t>
            </a:r>
            <a:endParaRPr lang="en-US" dirty="0"/>
          </a:p>
        </p:txBody>
      </p:sp>
      <p:sp>
        <p:nvSpPr>
          <p:cNvPr id="6" name="Footer Placeholder 5"/>
          <p:cNvSpPr>
            <a:spLocks noGrp="1"/>
          </p:cNvSpPr>
          <p:nvPr>
            <p:ph type="ftr" sz="quarter" idx="11"/>
          </p:nvPr>
        </p:nvSpPr>
        <p:spPr/>
        <p:txBody>
          <a:bodyPr/>
          <a:lstStyle/>
          <a:p>
            <a:r>
              <a:rPr kumimoji="1" lang="en-US" altLang="ja-JP"/>
              <a:t>© 2022 Fujitsu Limited</a:t>
            </a:r>
            <a:endParaRPr kumimoji="1" lang="ja-JP" altLang="en-US"/>
          </a:p>
        </p:txBody>
      </p:sp>
      <p:sp>
        <p:nvSpPr>
          <p:cNvPr id="7" name="Slide Number Placeholder 6"/>
          <p:cNvSpPr>
            <a:spLocks noGrp="1"/>
          </p:cNvSpPr>
          <p:nvPr>
            <p:ph type="sldNum" sz="quarter" idx="12"/>
          </p:nvPr>
        </p:nvSpPr>
        <p:spPr>
          <a:xfrm>
            <a:off x="4302000" y="4878000"/>
            <a:ext cx="540000" cy="122400"/>
          </a:xfrm>
          <a:prstGeom prst="rect">
            <a:avLst/>
          </a:prstGeom>
        </p:spPr>
        <p:txBody>
          <a:bodyPr/>
          <a:lstStyle/>
          <a:p>
            <a:fld id="{4D029D89-7B63-4C94-AD4D-2E4D6BB83637}" type="slidenum">
              <a:rPr kumimoji="1" lang="ja-JP" altLang="en-US" smtClean="0"/>
              <a:t>‹#›</a:t>
            </a:fld>
            <a:endParaRPr kumimoji="1" lang="ja-JP" altLang="en-US"/>
          </a:p>
        </p:txBody>
      </p:sp>
    </p:spTree>
    <p:extLst>
      <p:ext uri="{BB962C8B-B14F-4D97-AF65-F5344CB8AC3E}">
        <p14:creationId xmlns:p14="http://schemas.microsoft.com/office/powerpoint/2010/main" val="1216500278"/>
      </p:ext>
    </p:extLst>
  </p:cSld>
  <p:clrMapOvr>
    <a:masterClrMapping/>
  </p:clrMapOvr>
  <p:hf hdr="0"/>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Closing page">
    <p:spTree>
      <p:nvGrpSpPr>
        <p:cNvPr id="1" name=""/>
        <p:cNvGrpSpPr/>
        <p:nvPr/>
      </p:nvGrpSpPr>
      <p:grpSpPr>
        <a:xfrm>
          <a:off x="0" y="0"/>
          <a:ext cx="0" cy="0"/>
          <a:chOff x="0" y="0"/>
          <a:chExt cx="0" cy="0"/>
        </a:xfrm>
      </p:grpSpPr>
      <p:pic>
        <p:nvPicPr>
          <p:cNvPr id="3" name="図 2">
            <a:extLst>
              <a:ext uri="{FF2B5EF4-FFF2-40B4-BE49-F238E27FC236}">
                <a16:creationId xmlns:a16="http://schemas.microsoft.com/office/drawing/2014/main" id="{5F6C4905-9CC5-4C8D-803C-5F137C0C75C6}"/>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5377789" y="0"/>
            <a:ext cx="3766211" cy="5143499"/>
          </a:xfrm>
          <a:prstGeom prst="rect">
            <a:avLst/>
          </a:prstGeom>
        </p:spPr>
      </p:pic>
      <p:sp>
        <p:nvSpPr>
          <p:cNvPr id="5" name="Footer Placeholder 4"/>
          <p:cNvSpPr>
            <a:spLocks noGrp="1"/>
          </p:cNvSpPr>
          <p:nvPr>
            <p:ph type="ftr" sz="quarter" idx="11"/>
          </p:nvPr>
        </p:nvSpPr>
        <p:spPr/>
        <p:txBody>
          <a:bodyPr/>
          <a:lstStyle>
            <a:lvl1pPr>
              <a:defRPr>
                <a:solidFill>
                  <a:schemeClr val="bg1"/>
                </a:solidFill>
              </a:defRPr>
            </a:lvl1pPr>
          </a:lstStyle>
          <a:p>
            <a:r>
              <a:rPr kumimoji="1" lang="en-US" altLang="ja-JP"/>
              <a:t>© 2022 Fujitsu Limited</a:t>
            </a:r>
            <a:endParaRPr kumimoji="1" lang="ja-JP" altLang="en-US"/>
          </a:p>
        </p:txBody>
      </p:sp>
      <p:pic>
        <p:nvPicPr>
          <p:cNvPr id="16" name="Picture 56" descr="Fujitsu">
            <a:extLst>
              <a:ext uri="{FF2B5EF4-FFF2-40B4-BE49-F238E27FC236}">
                <a16:creationId xmlns:a16="http://schemas.microsoft.com/office/drawing/2014/main" id="{0FEDFFCC-820D-4931-B582-897789935D73}"/>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7864250" y="4761"/>
            <a:ext cx="1126108" cy="685800"/>
          </a:xfrm>
          <a:prstGeom prst="rect">
            <a:avLst/>
          </a:prstGeom>
        </p:spPr>
      </p:pic>
      <p:pic>
        <p:nvPicPr>
          <p:cNvPr id="17" name="Picture 6">
            <a:extLst>
              <a:ext uri="{FF2B5EF4-FFF2-40B4-BE49-F238E27FC236}">
                <a16:creationId xmlns:a16="http://schemas.microsoft.com/office/drawing/2014/main" id="{19799ACF-6992-4800-BD7A-ADAB4FB2F41C}"/>
              </a:ext>
              <a:ext uri="{C183D7F6-B498-43B3-948B-1728B52AA6E4}">
                <adec:decorative xmlns:adec="http://schemas.microsoft.com/office/drawing/2017/decorative" val="1"/>
              </a:ext>
            </a:extLst>
          </p:cNvPr>
          <p:cNvPicPr>
            <a:picLocks noChangeAspect="1"/>
          </p:cNvPicPr>
          <p:nvPr userDrawn="1"/>
        </p:nvPicPr>
        <p:blipFill>
          <a:blip r:embed="rId4">
            <a:extLst>
              <a:ext uri="{28A0092B-C50C-407E-A947-70E740481C1C}">
                <a14:useLocalDpi xmlns:a14="http://schemas.microsoft.com/office/drawing/2010/main" val="0"/>
              </a:ext>
            </a:extLst>
          </a:blip>
          <a:srcRect/>
          <a:stretch/>
        </p:blipFill>
        <p:spPr>
          <a:xfrm>
            <a:off x="3123792" y="816607"/>
            <a:ext cx="4543221" cy="3510284"/>
          </a:xfrm>
          <a:prstGeom prst="rect">
            <a:avLst/>
          </a:prstGeom>
        </p:spPr>
      </p:pic>
      <p:sp>
        <p:nvSpPr>
          <p:cNvPr id="8" name="Slide Number Placeholder 5">
            <a:extLst>
              <a:ext uri="{FF2B5EF4-FFF2-40B4-BE49-F238E27FC236}">
                <a16:creationId xmlns:a16="http://schemas.microsoft.com/office/drawing/2014/main" id="{6E341907-441C-477C-B054-57AB9FFF4679}"/>
              </a:ext>
            </a:extLst>
          </p:cNvPr>
          <p:cNvSpPr>
            <a:spLocks noGrp="1"/>
          </p:cNvSpPr>
          <p:nvPr>
            <p:ph type="sldNum" sz="quarter" idx="4"/>
          </p:nvPr>
        </p:nvSpPr>
        <p:spPr bwMode="gray">
          <a:xfrm>
            <a:off x="4302000" y="4878000"/>
            <a:ext cx="540000" cy="122400"/>
          </a:xfrm>
          <a:prstGeom prst="rect">
            <a:avLst/>
          </a:prstGeom>
        </p:spPr>
        <p:txBody>
          <a:bodyPr vert="horz" lIns="0" tIns="0" rIns="0" bIns="0" rtlCol="0" anchor="ctr"/>
          <a:lstStyle>
            <a:lvl1pPr algn="ctr">
              <a:defRPr sz="800">
                <a:solidFill>
                  <a:schemeClr val="bg1"/>
                </a:solidFill>
                <a:latin typeface="Arial" panose="020B0604020202020204" pitchFamily="34" charset="0"/>
                <a:cs typeface="Arial" panose="020B0604020202020204" pitchFamily="34" charset="0"/>
              </a:defRPr>
            </a:lvl1pPr>
          </a:lstStyle>
          <a:p>
            <a:fld id="{4D029D89-7B63-4C94-AD4D-2E4D6BB83637}" type="slidenum">
              <a:rPr kumimoji="1" lang="ja-JP" altLang="en-US" smtClean="0"/>
              <a:pPr/>
              <a:t>‹#›</a:t>
            </a:fld>
            <a:endParaRPr kumimoji="1" lang="ja-JP" altLang="en-US"/>
          </a:p>
        </p:txBody>
      </p:sp>
      <p:pic>
        <p:nvPicPr>
          <p:cNvPr id="7" name="Picture 23" descr="A picture containing icon&#10;&#10;Description automatically generated">
            <a:extLst>
              <a:ext uri="{FF2B5EF4-FFF2-40B4-BE49-F238E27FC236}">
                <a16:creationId xmlns:a16="http://schemas.microsoft.com/office/drawing/2014/main" id="{61B696FD-ECFF-45E9-9C5C-EFEF6B947AD0}"/>
              </a:ext>
            </a:extLst>
          </p:cNvPr>
          <p:cNvPicPr>
            <a:picLocks noChangeAspect="1"/>
          </p:cNvPicPr>
          <p:nvPr userDrawn="1"/>
        </p:nvPicPr>
        <p:blipFill rotWithShape="1">
          <a:blip r:embed="rId5" cstate="print">
            <a:extLst>
              <a:ext uri="{28A0092B-C50C-407E-A947-70E740481C1C}">
                <a14:useLocalDpi xmlns:a14="http://schemas.microsoft.com/office/drawing/2010/main" val="0"/>
              </a:ext>
            </a:extLst>
          </a:blip>
          <a:srcRect/>
          <a:stretch/>
        </p:blipFill>
        <p:spPr>
          <a:xfrm>
            <a:off x="9264043" y="-14287"/>
            <a:ext cx="670272" cy="3374707"/>
          </a:xfrm>
          <a:prstGeom prst="rect">
            <a:avLst/>
          </a:prstGeom>
        </p:spPr>
      </p:pic>
    </p:spTree>
    <p:extLst>
      <p:ext uri="{BB962C8B-B14F-4D97-AF65-F5344CB8AC3E}">
        <p14:creationId xmlns:p14="http://schemas.microsoft.com/office/powerpoint/2010/main" val="2597827290"/>
      </p:ext>
    </p:extLst>
  </p:cSld>
  <p:clrMapOvr>
    <a:masterClrMapping/>
  </p:clrMapOvr>
  <p:hf hdr="0"/>
  <p:extLst>
    <p:ext uri="{DCECCB84-F9BA-43D5-87BE-67443E8EF086}">
      <p15:sldGuideLst xmlns:p15="http://schemas.microsoft.com/office/powerpoint/2012/main">
        <p15:guide id="1" orient="horz" pos="1597">
          <p15:clr>
            <a:srgbClr val="FBAE40"/>
          </p15:clr>
        </p15:guide>
        <p15:guide id="2" pos="288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Title Master">
    <p:spTree>
      <p:nvGrpSpPr>
        <p:cNvPr id="1" name=""/>
        <p:cNvGrpSpPr/>
        <p:nvPr/>
      </p:nvGrpSpPr>
      <p:grpSpPr>
        <a:xfrm>
          <a:off x="0" y="0"/>
          <a:ext cx="0" cy="0"/>
          <a:chOff x="0" y="0"/>
          <a:chExt cx="0" cy="0"/>
        </a:xfrm>
      </p:grpSpPr>
      <p:pic>
        <p:nvPicPr>
          <p:cNvPr id="7" name="図 6">
            <a:extLst>
              <a:ext uri="{FF2B5EF4-FFF2-40B4-BE49-F238E27FC236}">
                <a16:creationId xmlns:a16="http://schemas.microsoft.com/office/drawing/2014/main" id="{459EA2C5-E74C-467E-A31E-22534610D348}"/>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6602027" y="0"/>
            <a:ext cx="2541278" cy="5143499"/>
          </a:xfrm>
          <a:prstGeom prst="rect">
            <a:avLst/>
          </a:prstGeom>
        </p:spPr>
      </p:pic>
      <p:sp>
        <p:nvSpPr>
          <p:cNvPr id="2" name="Title 1"/>
          <p:cNvSpPr>
            <a:spLocks noGrp="1"/>
          </p:cNvSpPr>
          <p:nvPr>
            <p:ph type="ctrTitle" hasCustomPrompt="1"/>
          </p:nvPr>
        </p:nvSpPr>
        <p:spPr>
          <a:xfrm>
            <a:off x="233999" y="1116000"/>
            <a:ext cx="5400000" cy="1440000"/>
          </a:xfrm>
        </p:spPr>
        <p:txBody>
          <a:bodyPr anchor="b">
            <a:noAutofit/>
          </a:bodyPr>
          <a:lstStyle>
            <a:lvl1pPr algn="l">
              <a:defRPr sz="3200">
                <a:solidFill>
                  <a:schemeClr val="tx1"/>
                </a:solidFill>
              </a:defRPr>
            </a:lvl1pPr>
          </a:lstStyle>
          <a:p>
            <a:r>
              <a:rPr lang="ja-JP" altLang="en-US" dirty="0"/>
              <a:t>タイトルを入力</a:t>
            </a:r>
            <a:endParaRPr lang="en-US" dirty="0"/>
          </a:p>
        </p:txBody>
      </p:sp>
      <p:sp>
        <p:nvSpPr>
          <p:cNvPr id="3" name="Subtitle 2"/>
          <p:cNvSpPr>
            <a:spLocks noGrp="1"/>
          </p:cNvSpPr>
          <p:nvPr>
            <p:ph type="subTitle" idx="1" hasCustomPrompt="1"/>
          </p:nvPr>
        </p:nvSpPr>
        <p:spPr>
          <a:xfrm>
            <a:off x="234000" y="3067200"/>
            <a:ext cx="4748400" cy="1260000"/>
          </a:xfrm>
        </p:spPr>
        <p:txBody>
          <a:bodyPr anchor="t" anchorCtr="0">
            <a:noAutofit/>
          </a:bodyPr>
          <a:lstStyle>
            <a:lvl1pPr marL="0" indent="0" algn="l">
              <a:buNone/>
              <a:defRPr sz="1800">
                <a:solidFill>
                  <a:schemeClr val="tx1"/>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ja-JP" altLang="en-US" dirty="0"/>
              <a:t>サブタイトルを入力</a:t>
            </a:r>
            <a:endParaRPr lang="en-US" dirty="0"/>
          </a:p>
        </p:txBody>
      </p:sp>
      <p:sp>
        <p:nvSpPr>
          <p:cNvPr id="5" name="Footer Placeholder 4"/>
          <p:cNvSpPr>
            <a:spLocks noGrp="1"/>
          </p:cNvSpPr>
          <p:nvPr>
            <p:ph type="ftr" sz="quarter" idx="11"/>
          </p:nvPr>
        </p:nvSpPr>
        <p:spPr/>
        <p:txBody>
          <a:bodyPr/>
          <a:lstStyle>
            <a:lvl1pPr>
              <a:defRPr>
                <a:solidFill>
                  <a:schemeClr val="tx1"/>
                </a:solidFill>
              </a:defRPr>
            </a:lvl1pPr>
          </a:lstStyle>
          <a:p>
            <a:r>
              <a:rPr kumimoji="1" lang="en-US" altLang="ja-JP"/>
              <a:t>© 2022 Fujitsu Limited</a:t>
            </a:r>
            <a:endParaRPr kumimoji="1" lang="ja-JP" altLang="en-US"/>
          </a:p>
        </p:txBody>
      </p:sp>
      <p:sp>
        <p:nvSpPr>
          <p:cNvPr id="17" name="Slide Number Placeholder 5">
            <a:extLst>
              <a:ext uri="{FF2B5EF4-FFF2-40B4-BE49-F238E27FC236}">
                <a16:creationId xmlns:a16="http://schemas.microsoft.com/office/drawing/2014/main" id="{0FD69642-505C-4956-AEE0-BFCB7823F26B}"/>
              </a:ext>
            </a:extLst>
          </p:cNvPr>
          <p:cNvSpPr>
            <a:spLocks noGrp="1"/>
          </p:cNvSpPr>
          <p:nvPr>
            <p:ph type="sldNum" sz="quarter" idx="4"/>
          </p:nvPr>
        </p:nvSpPr>
        <p:spPr bwMode="gray">
          <a:xfrm>
            <a:off x="4302000" y="4878000"/>
            <a:ext cx="540000" cy="122400"/>
          </a:xfrm>
          <a:prstGeom prst="rect">
            <a:avLst/>
          </a:prstGeom>
        </p:spPr>
        <p:txBody>
          <a:bodyPr vert="horz" lIns="0" tIns="0" rIns="0" bIns="0" rtlCol="0" anchor="ctr"/>
          <a:lstStyle>
            <a:lvl1pPr algn="ctr">
              <a:defRPr sz="800">
                <a:solidFill>
                  <a:schemeClr val="bg1"/>
                </a:solidFill>
                <a:latin typeface="Arial" panose="020B0604020202020204" pitchFamily="34" charset="0"/>
                <a:cs typeface="Arial" panose="020B0604020202020204" pitchFamily="34" charset="0"/>
              </a:defRPr>
            </a:lvl1pPr>
          </a:lstStyle>
          <a:p>
            <a:fld id="{4D029D89-7B63-4C94-AD4D-2E4D6BB83637}" type="slidenum">
              <a:rPr kumimoji="1" lang="ja-JP" altLang="en-US" smtClean="0"/>
              <a:pPr/>
              <a:t>‹#›</a:t>
            </a:fld>
            <a:endParaRPr kumimoji="1" lang="ja-JP" altLang="en-US"/>
          </a:p>
        </p:txBody>
      </p:sp>
      <p:pic>
        <p:nvPicPr>
          <p:cNvPr id="18" name="Picture 56" descr="Fujitsu">
            <a:extLst>
              <a:ext uri="{FF2B5EF4-FFF2-40B4-BE49-F238E27FC236}">
                <a16:creationId xmlns:a16="http://schemas.microsoft.com/office/drawing/2014/main" id="{A71021C1-F5F7-493F-9B6E-34F90D2AF51B}"/>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7864250" y="4761"/>
            <a:ext cx="1126108" cy="685800"/>
          </a:xfrm>
          <a:prstGeom prst="rect">
            <a:avLst/>
          </a:prstGeom>
        </p:spPr>
      </p:pic>
      <p:pic>
        <p:nvPicPr>
          <p:cNvPr id="32" name="Picture 28">
            <a:extLst>
              <a:ext uri="{FF2B5EF4-FFF2-40B4-BE49-F238E27FC236}">
                <a16:creationId xmlns:a16="http://schemas.microsoft.com/office/drawing/2014/main" id="{1F121A69-A96D-4E50-B853-9B7D639FE6E1}"/>
              </a:ext>
              <a:ext uri="{C183D7F6-B498-43B3-948B-1728B52AA6E4}">
                <adec:decorative xmlns:adec="http://schemas.microsoft.com/office/drawing/2017/decorative" val="1"/>
              </a:ext>
            </a:extLst>
          </p:cNvPr>
          <p:cNvPicPr>
            <a:picLocks noChangeAspect="1"/>
          </p:cNvPicPr>
          <p:nvPr userDrawn="1"/>
        </p:nvPicPr>
        <p:blipFill>
          <a:blip r:embed="rId4">
            <a:extLst>
              <a:ext uri="{28A0092B-C50C-407E-A947-70E740481C1C}">
                <a14:useLocalDpi xmlns:a14="http://schemas.microsoft.com/office/drawing/2010/main" val="0"/>
              </a:ext>
            </a:extLst>
          </a:blip>
          <a:srcRect/>
          <a:stretch/>
        </p:blipFill>
        <p:spPr>
          <a:xfrm>
            <a:off x="4310377" y="816607"/>
            <a:ext cx="4543221" cy="3510284"/>
          </a:xfrm>
          <a:prstGeom prst="rect">
            <a:avLst/>
          </a:prstGeom>
        </p:spPr>
      </p:pic>
      <p:pic>
        <p:nvPicPr>
          <p:cNvPr id="10" name="Picture 23" descr="A picture containing icon&#10;&#10;Description automatically generated">
            <a:extLst>
              <a:ext uri="{FF2B5EF4-FFF2-40B4-BE49-F238E27FC236}">
                <a16:creationId xmlns:a16="http://schemas.microsoft.com/office/drawing/2014/main" id="{847F7AD3-8A9E-4272-B529-3F5BCB212E0D}"/>
              </a:ext>
            </a:extLst>
          </p:cNvPr>
          <p:cNvPicPr>
            <a:picLocks noChangeAspect="1"/>
          </p:cNvPicPr>
          <p:nvPr userDrawn="1"/>
        </p:nvPicPr>
        <p:blipFill rotWithShape="1">
          <a:blip r:embed="rId5" cstate="print">
            <a:extLst>
              <a:ext uri="{28A0092B-C50C-407E-A947-70E740481C1C}">
                <a14:useLocalDpi xmlns:a14="http://schemas.microsoft.com/office/drawing/2010/main" val="0"/>
              </a:ext>
            </a:extLst>
          </a:blip>
          <a:srcRect/>
          <a:stretch/>
        </p:blipFill>
        <p:spPr>
          <a:xfrm>
            <a:off x="9264043" y="-14287"/>
            <a:ext cx="670272" cy="3374707"/>
          </a:xfrm>
          <a:prstGeom prst="rect">
            <a:avLst/>
          </a:prstGeom>
        </p:spPr>
      </p:pic>
      <p:pic>
        <p:nvPicPr>
          <p:cNvPr id="13" name="SD_FUJITSU-RESTRICTED">
            <a:extLst>
              <a:ext uri="{FF2B5EF4-FFF2-40B4-BE49-F238E27FC236}">
                <a16:creationId xmlns:a16="http://schemas.microsoft.com/office/drawing/2014/main" id="{A0B7561A-511D-4AF1-96E7-84D571EB5EBC}"/>
              </a:ext>
            </a:extLst>
          </p:cNvPr>
          <p:cNvPicPr>
            <a:picLocks noChangeAspect="1"/>
          </p:cNvPicPr>
          <p:nvPr userDrawn="1"/>
        </p:nvPicPr>
        <p:blipFill>
          <a:blip r:embed="rId6">
            <a:extLst>
              <a:ext uri="{28A0092B-C50C-407E-A947-70E740481C1C}">
                <a14:useLocalDpi xmlns:a14="http://schemas.microsoft.com/office/drawing/2010/main" val="0"/>
              </a:ext>
            </a:extLst>
          </a:blip>
          <a:stretch>
            <a:fillRect/>
          </a:stretch>
        </p:blipFill>
        <p:spPr>
          <a:xfrm>
            <a:off x="230400" y="4863874"/>
            <a:ext cx="1292691" cy="166263"/>
          </a:xfrm>
          <a:prstGeom prst="rect">
            <a:avLst/>
          </a:prstGeom>
        </p:spPr>
      </p:pic>
    </p:spTree>
    <p:extLst>
      <p:ext uri="{BB962C8B-B14F-4D97-AF65-F5344CB8AC3E}">
        <p14:creationId xmlns:p14="http://schemas.microsoft.com/office/powerpoint/2010/main" val="3040513619"/>
      </p:ext>
    </p:extLst>
  </p:cSld>
  <p:clrMapOvr>
    <a:masterClrMapping/>
  </p:clrMapOvr>
  <p:hf hdr="0"/>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title" preserve="1">
  <p:cSld name="Section dividers">
    <p:spTree>
      <p:nvGrpSpPr>
        <p:cNvPr id="1" name=""/>
        <p:cNvGrpSpPr/>
        <p:nvPr/>
      </p:nvGrpSpPr>
      <p:grpSpPr>
        <a:xfrm>
          <a:off x="0" y="0"/>
          <a:ext cx="0" cy="0"/>
          <a:chOff x="0" y="0"/>
          <a:chExt cx="0" cy="0"/>
        </a:xfrm>
      </p:grpSpPr>
      <p:pic>
        <p:nvPicPr>
          <p:cNvPr id="16" name="図 16">
            <a:extLst>
              <a:ext uri="{FF2B5EF4-FFF2-40B4-BE49-F238E27FC236}">
                <a16:creationId xmlns:a16="http://schemas.microsoft.com/office/drawing/2014/main" id="{DD823FC4-0E59-43A1-8BCD-EBD727ED30A1}"/>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0" y="0"/>
            <a:ext cx="9144000" cy="5145024"/>
          </a:xfrm>
          <a:prstGeom prst="rect">
            <a:avLst/>
          </a:prstGeom>
        </p:spPr>
      </p:pic>
      <p:sp>
        <p:nvSpPr>
          <p:cNvPr id="2" name="Title 1"/>
          <p:cNvSpPr>
            <a:spLocks noGrp="1"/>
          </p:cNvSpPr>
          <p:nvPr>
            <p:ph type="ctrTitle" hasCustomPrompt="1"/>
          </p:nvPr>
        </p:nvSpPr>
        <p:spPr>
          <a:xfrm>
            <a:off x="234000" y="1116000"/>
            <a:ext cx="8280000" cy="1440000"/>
          </a:xfrm>
        </p:spPr>
        <p:txBody>
          <a:bodyPr anchor="b">
            <a:noAutofit/>
          </a:bodyPr>
          <a:lstStyle>
            <a:lvl1pPr algn="l">
              <a:defRPr sz="3200">
                <a:solidFill>
                  <a:schemeClr val="bg1"/>
                </a:solidFill>
              </a:defRPr>
            </a:lvl1pPr>
          </a:lstStyle>
          <a:p>
            <a:r>
              <a:rPr lang="ja-JP" altLang="en-US" dirty="0"/>
              <a:t>タイトルを入力</a:t>
            </a:r>
            <a:endParaRPr lang="en-US" dirty="0"/>
          </a:p>
        </p:txBody>
      </p:sp>
      <p:sp>
        <p:nvSpPr>
          <p:cNvPr id="3" name="Subtitle 2"/>
          <p:cNvSpPr>
            <a:spLocks noGrp="1"/>
          </p:cNvSpPr>
          <p:nvPr>
            <p:ph type="subTitle" idx="1" hasCustomPrompt="1"/>
          </p:nvPr>
        </p:nvSpPr>
        <p:spPr>
          <a:xfrm>
            <a:off x="234000" y="2710800"/>
            <a:ext cx="8280000" cy="1447200"/>
          </a:xfrm>
        </p:spPr>
        <p:txBody>
          <a:bodyPr>
            <a:noAutofit/>
          </a:bodyPr>
          <a:lstStyle>
            <a:lvl1pPr marL="0" indent="0" algn="l">
              <a:buNone/>
              <a:defRPr sz="2000">
                <a:solidFill>
                  <a:schemeClr val="bg1"/>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ja-JP" altLang="en-US" dirty="0"/>
              <a:t>サブタイトルを入力</a:t>
            </a:r>
            <a:endParaRPr lang="en-US" dirty="0"/>
          </a:p>
        </p:txBody>
      </p:sp>
      <p:sp>
        <p:nvSpPr>
          <p:cNvPr id="5" name="Footer Placeholder 4"/>
          <p:cNvSpPr>
            <a:spLocks noGrp="1"/>
          </p:cNvSpPr>
          <p:nvPr>
            <p:ph type="ftr" sz="quarter" idx="11"/>
          </p:nvPr>
        </p:nvSpPr>
        <p:spPr/>
        <p:txBody>
          <a:bodyPr/>
          <a:lstStyle>
            <a:lvl1pPr>
              <a:defRPr>
                <a:solidFill>
                  <a:schemeClr val="tx1"/>
                </a:solidFill>
              </a:defRPr>
            </a:lvl1pPr>
          </a:lstStyle>
          <a:p>
            <a:r>
              <a:rPr kumimoji="1" lang="en-US" altLang="ja-JP"/>
              <a:t>© 2022 Fujitsu Limited</a:t>
            </a:r>
            <a:endParaRPr kumimoji="1" lang="ja-JP" altLang="en-US"/>
          </a:p>
        </p:txBody>
      </p:sp>
      <p:sp>
        <p:nvSpPr>
          <p:cNvPr id="6" name="Slide Number Placeholder 5"/>
          <p:cNvSpPr>
            <a:spLocks noGrp="1"/>
          </p:cNvSpPr>
          <p:nvPr>
            <p:ph type="sldNum" sz="quarter" idx="12"/>
          </p:nvPr>
        </p:nvSpPr>
        <p:spPr>
          <a:xfrm>
            <a:off x="4302000" y="4878000"/>
            <a:ext cx="540000" cy="122400"/>
          </a:xfrm>
          <a:prstGeom prst="rect">
            <a:avLst/>
          </a:prstGeom>
        </p:spPr>
        <p:txBody>
          <a:bodyPr/>
          <a:lstStyle>
            <a:lvl1pPr>
              <a:defRPr>
                <a:solidFill>
                  <a:schemeClr val="tx1"/>
                </a:solidFill>
              </a:defRPr>
            </a:lvl1pPr>
          </a:lstStyle>
          <a:p>
            <a:fld id="{4D029D89-7B63-4C94-AD4D-2E4D6BB83637}" type="slidenum">
              <a:rPr kumimoji="1" lang="ja-JP" altLang="en-US" smtClean="0"/>
              <a:pPr/>
              <a:t>‹#›</a:t>
            </a:fld>
            <a:endParaRPr kumimoji="1" lang="ja-JP" altLang="en-US"/>
          </a:p>
        </p:txBody>
      </p:sp>
      <p:pic>
        <p:nvPicPr>
          <p:cNvPr id="18" name="Picture 56" descr="Fujitsu">
            <a:extLst>
              <a:ext uri="{FF2B5EF4-FFF2-40B4-BE49-F238E27FC236}">
                <a16:creationId xmlns:a16="http://schemas.microsoft.com/office/drawing/2014/main" id="{072D9593-EFA5-4CE0-AEDC-2D5FC5E456FC}"/>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7864250" y="4761"/>
            <a:ext cx="1126108" cy="685800"/>
          </a:xfrm>
          <a:prstGeom prst="rect">
            <a:avLst/>
          </a:prstGeom>
        </p:spPr>
      </p:pic>
      <p:pic>
        <p:nvPicPr>
          <p:cNvPr id="9" name="Picture 23" descr="A picture containing icon&#10;&#10;Description automatically generated">
            <a:extLst>
              <a:ext uri="{FF2B5EF4-FFF2-40B4-BE49-F238E27FC236}">
                <a16:creationId xmlns:a16="http://schemas.microsoft.com/office/drawing/2014/main" id="{AA7895C7-B8EC-4AD7-B187-8830DBFD1C78}"/>
              </a:ext>
            </a:extLst>
          </p:cNvPr>
          <p:cNvPicPr>
            <a:picLocks noChangeAspect="1"/>
          </p:cNvPicPr>
          <p:nvPr userDrawn="1"/>
        </p:nvPicPr>
        <p:blipFill rotWithShape="1">
          <a:blip r:embed="rId4" cstate="print">
            <a:extLst>
              <a:ext uri="{28A0092B-C50C-407E-A947-70E740481C1C}">
                <a14:useLocalDpi xmlns:a14="http://schemas.microsoft.com/office/drawing/2010/main" val="0"/>
              </a:ext>
            </a:extLst>
          </a:blip>
          <a:srcRect/>
          <a:stretch/>
        </p:blipFill>
        <p:spPr>
          <a:xfrm>
            <a:off x="9264043" y="-14287"/>
            <a:ext cx="670272" cy="3374707"/>
          </a:xfrm>
          <a:prstGeom prst="rect">
            <a:avLst/>
          </a:prstGeom>
        </p:spPr>
      </p:pic>
      <p:pic>
        <p:nvPicPr>
          <p:cNvPr id="13" name="SD_FUJITSU-RESTRICTED">
            <a:extLst>
              <a:ext uri="{FF2B5EF4-FFF2-40B4-BE49-F238E27FC236}">
                <a16:creationId xmlns:a16="http://schemas.microsoft.com/office/drawing/2014/main" id="{1A0CE632-D1A5-4BAD-AC07-4C99BF8031F3}"/>
              </a:ext>
            </a:extLst>
          </p:cNvPr>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230400" y="4863874"/>
            <a:ext cx="1292691" cy="166263"/>
          </a:xfrm>
          <a:prstGeom prst="rect">
            <a:avLst/>
          </a:prstGeom>
        </p:spPr>
      </p:pic>
    </p:spTree>
    <p:extLst>
      <p:ext uri="{BB962C8B-B14F-4D97-AF65-F5344CB8AC3E}">
        <p14:creationId xmlns:p14="http://schemas.microsoft.com/office/powerpoint/2010/main" val="1296500900"/>
      </p:ext>
    </p:extLst>
  </p:cSld>
  <p:clrMapOvr>
    <a:masterClrMapping/>
  </p:clrMapOvr>
  <p:hf hdr="0"/>
</p:sldLayout>
</file>

<file path=ppt/slideLayouts/slideLayout9.xml><?xml version="1.0" encoding="utf-8"?>
<p:sldLayout xmlns:a="http://schemas.openxmlformats.org/drawingml/2006/main" xmlns:r="http://schemas.openxmlformats.org/officeDocument/2006/relationships" xmlns:p="http://schemas.openxmlformats.org/presentationml/2006/main" type="obj" preserve="1">
  <p:cSld name="Text 1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dirty="0"/>
              <a:t>マスター タイトルの書式設定</a:t>
            </a:r>
            <a:endParaRPr lang="en-US" dirty="0"/>
          </a:p>
        </p:txBody>
      </p:sp>
      <p:sp>
        <p:nvSpPr>
          <p:cNvPr id="3" name="Content Placeholder 2"/>
          <p:cNvSpPr>
            <a:spLocks noGrp="1"/>
          </p:cNvSpPr>
          <p:nvPr>
            <p:ph idx="1"/>
          </p:nvPr>
        </p:nvSpPr>
        <p:spPr/>
        <p:txBody>
          <a:bodyPr/>
          <a:lstStyle/>
          <a:p>
            <a:pPr lvl="0"/>
            <a:r>
              <a:rPr lang="ja-JP" altLang="en-US" dirty="0"/>
              <a:t>マスター テキストの書式設定</a:t>
            </a:r>
          </a:p>
          <a:p>
            <a:pPr lvl="1"/>
            <a:r>
              <a:rPr lang="ja-JP" altLang="en-US" dirty="0"/>
              <a:t>第</a:t>
            </a:r>
            <a:r>
              <a:rPr lang="en-US" altLang="ja-JP" dirty="0"/>
              <a:t>2 </a:t>
            </a:r>
            <a:r>
              <a:rPr lang="ja-JP" altLang="en-US" dirty="0"/>
              <a:t>レベル</a:t>
            </a:r>
          </a:p>
          <a:p>
            <a:pPr lvl="2"/>
            <a:r>
              <a:rPr lang="ja-JP" altLang="en-US" dirty="0"/>
              <a:t>第</a:t>
            </a:r>
            <a:r>
              <a:rPr lang="en-US" altLang="ja-JP" dirty="0"/>
              <a:t>3 </a:t>
            </a:r>
            <a:r>
              <a:rPr lang="ja-JP" altLang="en-US" dirty="0"/>
              <a:t>レベル</a:t>
            </a:r>
          </a:p>
          <a:p>
            <a:pPr lvl="3"/>
            <a:r>
              <a:rPr lang="ja-JP" altLang="en-US" dirty="0"/>
              <a:t>第</a:t>
            </a:r>
            <a:r>
              <a:rPr lang="en-US" altLang="ja-JP" dirty="0"/>
              <a:t>4 </a:t>
            </a:r>
            <a:r>
              <a:rPr lang="ja-JP" altLang="en-US" dirty="0"/>
              <a:t>レベル</a:t>
            </a:r>
          </a:p>
          <a:p>
            <a:pPr lvl="4"/>
            <a:r>
              <a:rPr lang="ja-JP" altLang="en-US" dirty="0"/>
              <a:t>第</a:t>
            </a:r>
            <a:r>
              <a:rPr lang="en-US" altLang="ja-JP" dirty="0"/>
              <a:t>5 </a:t>
            </a:r>
            <a:r>
              <a:rPr lang="ja-JP" altLang="en-US" dirty="0"/>
              <a:t>レベル</a:t>
            </a:r>
            <a:endParaRPr lang="en-US" altLang="ja-JP" dirty="0"/>
          </a:p>
          <a:p>
            <a:pPr lvl="5"/>
            <a:r>
              <a:rPr lang="ja-JP" altLang="en-US" dirty="0"/>
              <a:t>テキスト</a:t>
            </a:r>
            <a:endParaRPr lang="en-US" altLang="ja-JP" dirty="0"/>
          </a:p>
          <a:p>
            <a:pPr lvl="6"/>
            <a:r>
              <a:rPr lang="ja-JP" altLang="en-US" dirty="0"/>
              <a:t>テキスト</a:t>
            </a:r>
            <a:endParaRPr lang="en-US" altLang="ja-JP" dirty="0"/>
          </a:p>
          <a:p>
            <a:pPr lvl="7"/>
            <a:r>
              <a:rPr lang="ja-JP" altLang="en-US" dirty="0"/>
              <a:t>テキスト</a:t>
            </a:r>
            <a:endParaRPr lang="en-US" altLang="ja-JP" dirty="0"/>
          </a:p>
          <a:p>
            <a:pPr lvl="8"/>
            <a:r>
              <a:rPr lang="ja-JP" altLang="en-US" dirty="0"/>
              <a:t>テキスト</a:t>
            </a:r>
            <a:endParaRPr lang="en-US" dirty="0"/>
          </a:p>
        </p:txBody>
      </p:sp>
      <p:sp>
        <p:nvSpPr>
          <p:cNvPr id="5" name="Footer Placeholder 4"/>
          <p:cNvSpPr>
            <a:spLocks noGrp="1"/>
          </p:cNvSpPr>
          <p:nvPr>
            <p:ph type="ftr" sz="quarter" idx="11"/>
          </p:nvPr>
        </p:nvSpPr>
        <p:spPr/>
        <p:txBody>
          <a:bodyPr/>
          <a:lstStyle/>
          <a:p>
            <a:r>
              <a:rPr kumimoji="1" lang="en-US" altLang="ja-JP"/>
              <a:t>© 2022 Fujitsu Limited</a:t>
            </a:r>
            <a:endParaRPr kumimoji="1" lang="ja-JP" altLang="en-US"/>
          </a:p>
        </p:txBody>
      </p:sp>
      <p:sp>
        <p:nvSpPr>
          <p:cNvPr id="6" name="Slide Number Placeholder 5"/>
          <p:cNvSpPr>
            <a:spLocks noGrp="1"/>
          </p:cNvSpPr>
          <p:nvPr>
            <p:ph type="sldNum" sz="quarter" idx="12"/>
          </p:nvPr>
        </p:nvSpPr>
        <p:spPr>
          <a:xfrm>
            <a:off x="4302000" y="4878000"/>
            <a:ext cx="540000" cy="122400"/>
          </a:xfrm>
          <a:prstGeom prst="rect">
            <a:avLst/>
          </a:prstGeom>
        </p:spPr>
        <p:txBody>
          <a:bodyPr/>
          <a:lstStyle/>
          <a:p>
            <a:fld id="{4D029D89-7B63-4C94-AD4D-2E4D6BB83637}" type="slidenum">
              <a:rPr kumimoji="1" lang="ja-JP" altLang="en-US" smtClean="0"/>
              <a:t>‹#›</a:t>
            </a:fld>
            <a:endParaRPr kumimoji="1" lang="ja-JP" altLang="en-US"/>
          </a:p>
        </p:txBody>
      </p:sp>
    </p:spTree>
    <p:extLst>
      <p:ext uri="{BB962C8B-B14F-4D97-AF65-F5344CB8AC3E}">
        <p14:creationId xmlns:p14="http://schemas.microsoft.com/office/powerpoint/2010/main" val="4008773608"/>
      </p:ext>
    </p:extLst>
  </p:cSld>
  <p:clrMapOvr>
    <a:masterClrMapping/>
  </p:clrMapOvr>
  <p:hf hdr="0"/>
</p:sldLayout>
</file>

<file path=ppt/slideLayouts/slideLayout10.xml><?xml version="1.0" encoding="utf-8"?>
<p:sldLayout xmlns:a="http://schemas.openxmlformats.org/drawingml/2006/main" xmlns:r="http://schemas.openxmlformats.org/officeDocument/2006/relationships" xmlns:p="http://schemas.openxmlformats.org/presentationml/2006/main" type="twoObj" preserve="1">
  <p:cSld name="Text 2 column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dirty="0"/>
              <a:t>マスター タイトルの書式設定</a:t>
            </a:r>
            <a:endParaRPr lang="en-US" dirty="0"/>
          </a:p>
        </p:txBody>
      </p:sp>
      <p:sp>
        <p:nvSpPr>
          <p:cNvPr id="3" name="Content Placeholder 2"/>
          <p:cNvSpPr>
            <a:spLocks noGrp="1"/>
          </p:cNvSpPr>
          <p:nvPr>
            <p:ph sz="half" idx="1"/>
          </p:nvPr>
        </p:nvSpPr>
        <p:spPr>
          <a:xfrm>
            <a:off x="230400" y="950400"/>
            <a:ext cx="4280400" cy="3787200"/>
          </a:xfrm>
        </p:spPr>
        <p:txBody>
          <a:bodyPr/>
          <a:lstStyle>
            <a:lvl4pPr>
              <a:defRPr sz="1400"/>
            </a:lvl4pPr>
            <a:lvl5pPr>
              <a:defRPr sz="1400"/>
            </a:lvl5pPr>
            <a:lvl6pPr>
              <a:defRPr sz="1400"/>
            </a:lvl6pPr>
            <a:lvl7pPr>
              <a:defRPr sz="1400"/>
            </a:lvl7pPr>
            <a:lvl8pPr>
              <a:defRPr sz="1400"/>
            </a:lvl8pPr>
            <a:lvl9pPr>
              <a:defRPr sz="1400"/>
            </a:lvl9pPr>
          </a:lstStyle>
          <a:p>
            <a:pPr lvl="0"/>
            <a:r>
              <a:rPr lang="ja-JP" altLang="en-US" dirty="0"/>
              <a:t>マスター テキストの書式設定</a:t>
            </a:r>
          </a:p>
          <a:p>
            <a:pPr lvl="1"/>
            <a:r>
              <a:rPr lang="ja-JP" altLang="en-US" dirty="0"/>
              <a:t>第</a:t>
            </a:r>
            <a:r>
              <a:rPr lang="en-US" altLang="ja-JP" dirty="0"/>
              <a:t>2 </a:t>
            </a:r>
            <a:r>
              <a:rPr lang="ja-JP" altLang="en-US" dirty="0"/>
              <a:t>レベル</a:t>
            </a:r>
          </a:p>
          <a:p>
            <a:pPr lvl="2"/>
            <a:r>
              <a:rPr lang="ja-JP" altLang="en-US" dirty="0"/>
              <a:t>第</a:t>
            </a:r>
            <a:r>
              <a:rPr lang="en-US" altLang="ja-JP" dirty="0"/>
              <a:t>3 </a:t>
            </a:r>
            <a:r>
              <a:rPr lang="ja-JP" altLang="en-US" dirty="0"/>
              <a:t>レベル</a:t>
            </a:r>
          </a:p>
          <a:p>
            <a:pPr lvl="3"/>
            <a:r>
              <a:rPr lang="ja-JP" altLang="en-US" dirty="0"/>
              <a:t>第</a:t>
            </a:r>
            <a:r>
              <a:rPr lang="en-US" altLang="ja-JP" dirty="0"/>
              <a:t>4 </a:t>
            </a:r>
            <a:r>
              <a:rPr lang="ja-JP" altLang="en-US" dirty="0"/>
              <a:t>レベル</a:t>
            </a:r>
          </a:p>
          <a:p>
            <a:pPr lvl="4"/>
            <a:r>
              <a:rPr lang="ja-JP" altLang="en-US" dirty="0"/>
              <a:t>第</a:t>
            </a:r>
            <a:r>
              <a:rPr lang="en-US" altLang="ja-JP" dirty="0"/>
              <a:t>5 </a:t>
            </a:r>
            <a:r>
              <a:rPr lang="ja-JP" altLang="en-US" dirty="0"/>
              <a:t>レベル</a:t>
            </a:r>
            <a:endParaRPr lang="en-US" altLang="ja-JP" dirty="0"/>
          </a:p>
          <a:p>
            <a:pPr lvl="5"/>
            <a:r>
              <a:rPr lang="ja-JP" altLang="en-US" dirty="0"/>
              <a:t>テキスト</a:t>
            </a:r>
            <a:endParaRPr lang="en-US" altLang="ja-JP" dirty="0"/>
          </a:p>
          <a:p>
            <a:pPr lvl="6"/>
            <a:r>
              <a:rPr lang="ja-JP" altLang="en-US" dirty="0"/>
              <a:t>テキスト</a:t>
            </a:r>
            <a:endParaRPr lang="en-US" altLang="ja-JP" dirty="0"/>
          </a:p>
          <a:p>
            <a:pPr lvl="7"/>
            <a:r>
              <a:rPr lang="ja-JP" altLang="en-US" dirty="0"/>
              <a:t>テキスト</a:t>
            </a:r>
            <a:endParaRPr lang="en-US" altLang="ja-JP" dirty="0"/>
          </a:p>
          <a:p>
            <a:pPr lvl="8"/>
            <a:r>
              <a:rPr lang="ja-JP" altLang="en-US" dirty="0"/>
              <a:t>テキスト</a:t>
            </a:r>
            <a:endParaRPr lang="en-US" dirty="0"/>
          </a:p>
        </p:txBody>
      </p:sp>
      <p:sp>
        <p:nvSpPr>
          <p:cNvPr id="4" name="Content Placeholder 3"/>
          <p:cNvSpPr>
            <a:spLocks noGrp="1"/>
          </p:cNvSpPr>
          <p:nvPr>
            <p:ph sz="half" idx="2"/>
          </p:nvPr>
        </p:nvSpPr>
        <p:spPr>
          <a:xfrm>
            <a:off x="4629600" y="950400"/>
            <a:ext cx="4280400" cy="3787200"/>
          </a:xfrm>
        </p:spPr>
        <p:txBody>
          <a:bodyPr/>
          <a:lstStyle>
            <a:lvl4pPr>
              <a:defRPr sz="1400"/>
            </a:lvl4pPr>
            <a:lvl5pPr>
              <a:defRPr sz="1400"/>
            </a:lvl5pPr>
            <a:lvl6pPr>
              <a:defRPr sz="1400"/>
            </a:lvl6pPr>
            <a:lvl7pPr>
              <a:defRPr sz="1400"/>
            </a:lvl7pPr>
            <a:lvl8pPr>
              <a:defRPr sz="1400"/>
            </a:lvl8pPr>
            <a:lvl9pPr>
              <a:defRPr sz="1400"/>
            </a:lvl9pPr>
          </a:lstStyle>
          <a:p>
            <a:pPr lvl="0"/>
            <a:r>
              <a:rPr lang="ja-JP" altLang="en-US" dirty="0"/>
              <a:t>マスター テキストの書式設定</a:t>
            </a:r>
          </a:p>
          <a:p>
            <a:pPr lvl="1"/>
            <a:r>
              <a:rPr lang="ja-JP" altLang="en-US" dirty="0"/>
              <a:t>第</a:t>
            </a:r>
            <a:r>
              <a:rPr lang="en-US" altLang="ja-JP" dirty="0"/>
              <a:t>2 </a:t>
            </a:r>
            <a:r>
              <a:rPr lang="ja-JP" altLang="en-US" dirty="0"/>
              <a:t>レベル</a:t>
            </a:r>
          </a:p>
          <a:p>
            <a:pPr lvl="2"/>
            <a:r>
              <a:rPr lang="ja-JP" altLang="en-US" dirty="0"/>
              <a:t>第</a:t>
            </a:r>
            <a:r>
              <a:rPr lang="en-US" altLang="ja-JP" dirty="0"/>
              <a:t>3 </a:t>
            </a:r>
            <a:r>
              <a:rPr lang="ja-JP" altLang="en-US" dirty="0"/>
              <a:t>レベル</a:t>
            </a:r>
          </a:p>
          <a:p>
            <a:pPr lvl="3"/>
            <a:r>
              <a:rPr lang="ja-JP" altLang="en-US" dirty="0"/>
              <a:t>第</a:t>
            </a:r>
            <a:r>
              <a:rPr lang="en-US" altLang="ja-JP" dirty="0"/>
              <a:t>4 </a:t>
            </a:r>
            <a:r>
              <a:rPr lang="ja-JP" altLang="en-US" dirty="0"/>
              <a:t>レベル</a:t>
            </a:r>
          </a:p>
          <a:p>
            <a:pPr lvl="4"/>
            <a:r>
              <a:rPr lang="ja-JP" altLang="en-US" dirty="0"/>
              <a:t>第</a:t>
            </a:r>
            <a:r>
              <a:rPr lang="en-US" altLang="ja-JP" dirty="0"/>
              <a:t>5 </a:t>
            </a:r>
            <a:r>
              <a:rPr lang="ja-JP" altLang="en-US" dirty="0"/>
              <a:t>レベル</a:t>
            </a:r>
            <a:endParaRPr lang="en-US" altLang="ja-JP" dirty="0"/>
          </a:p>
          <a:p>
            <a:pPr lvl="5"/>
            <a:r>
              <a:rPr lang="ja-JP" altLang="en-US" dirty="0"/>
              <a:t>テキスト</a:t>
            </a:r>
            <a:endParaRPr lang="en-US" altLang="ja-JP" dirty="0"/>
          </a:p>
          <a:p>
            <a:pPr lvl="6"/>
            <a:r>
              <a:rPr lang="ja-JP" altLang="en-US" dirty="0"/>
              <a:t>テキスト</a:t>
            </a:r>
            <a:endParaRPr lang="en-US" altLang="ja-JP" dirty="0"/>
          </a:p>
          <a:p>
            <a:pPr lvl="7"/>
            <a:r>
              <a:rPr lang="ja-JP" altLang="en-US" dirty="0"/>
              <a:t>テキスト</a:t>
            </a:r>
            <a:endParaRPr lang="en-US" altLang="ja-JP" dirty="0"/>
          </a:p>
          <a:p>
            <a:pPr lvl="8"/>
            <a:r>
              <a:rPr lang="ja-JP" altLang="en-US" dirty="0"/>
              <a:t>テキスト</a:t>
            </a:r>
            <a:endParaRPr lang="en-US" dirty="0"/>
          </a:p>
        </p:txBody>
      </p:sp>
      <p:sp>
        <p:nvSpPr>
          <p:cNvPr id="6" name="Footer Placeholder 5"/>
          <p:cNvSpPr>
            <a:spLocks noGrp="1"/>
          </p:cNvSpPr>
          <p:nvPr>
            <p:ph type="ftr" sz="quarter" idx="11"/>
          </p:nvPr>
        </p:nvSpPr>
        <p:spPr/>
        <p:txBody>
          <a:bodyPr/>
          <a:lstStyle/>
          <a:p>
            <a:r>
              <a:rPr kumimoji="1" lang="en-US" altLang="ja-JP"/>
              <a:t>© 2022 Fujitsu Limited</a:t>
            </a:r>
            <a:endParaRPr kumimoji="1" lang="ja-JP" altLang="en-US"/>
          </a:p>
        </p:txBody>
      </p:sp>
      <p:sp>
        <p:nvSpPr>
          <p:cNvPr id="7" name="Slide Number Placeholder 6"/>
          <p:cNvSpPr>
            <a:spLocks noGrp="1"/>
          </p:cNvSpPr>
          <p:nvPr>
            <p:ph type="sldNum" sz="quarter" idx="12"/>
          </p:nvPr>
        </p:nvSpPr>
        <p:spPr>
          <a:xfrm>
            <a:off x="4302000" y="4878000"/>
            <a:ext cx="540000" cy="122400"/>
          </a:xfrm>
          <a:prstGeom prst="rect">
            <a:avLst/>
          </a:prstGeom>
        </p:spPr>
        <p:txBody>
          <a:bodyPr/>
          <a:lstStyle/>
          <a:p>
            <a:fld id="{4D029D89-7B63-4C94-AD4D-2E4D6BB83637}" type="slidenum">
              <a:rPr kumimoji="1" lang="ja-JP" altLang="en-US" smtClean="0"/>
              <a:t>‹#›</a:t>
            </a:fld>
            <a:endParaRPr kumimoji="1" lang="ja-JP" altLang="en-US"/>
          </a:p>
        </p:txBody>
      </p:sp>
    </p:spTree>
    <p:extLst>
      <p:ext uri="{BB962C8B-B14F-4D97-AF65-F5344CB8AC3E}">
        <p14:creationId xmlns:p14="http://schemas.microsoft.com/office/powerpoint/2010/main" val="1190966388"/>
      </p:ext>
    </p:extLst>
  </p:cSld>
  <p:clrMapOvr>
    <a:masterClrMapping/>
  </p:clrMapOvr>
  <p:hf hdr="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dirty="0"/>
              <a:t>マスター タイトルの書式設定</a:t>
            </a:r>
            <a:endParaRPr lang="en-US" dirty="0"/>
          </a:p>
        </p:txBody>
      </p:sp>
      <p:sp>
        <p:nvSpPr>
          <p:cNvPr id="6" name="Footer Placeholder 5"/>
          <p:cNvSpPr>
            <a:spLocks noGrp="1"/>
          </p:cNvSpPr>
          <p:nvPr>
            <p:ph type="ftr" sz="quarter" idx="11"/>
          </p:nvPr>
        </p:nvSpPr>
        <p:spPr/>
        <p:txBody>
          <a:bodyPr/>
          <a:lstStyle/>
          <a:p>
            <a:r>
              <a:rPr kumimoji="1" lang="en-US" altLang="ja-JP"/>
              <a:t>© 2022 Fujitsu Limited</a:t>
            </a:r>
            <a:endParaRPr kumimoji="1" lang="ja-JP" altLang="en-US"/>
          </a:p>
        </p:txBody>
      </p:sp>
      <p:sp>
        <p:nvSpPr>
          <p:cNvPr id="7" name="Slide Number Placeholder 6"/>
          <p:cNvSpPr>
            <a:spLocks noGrp="1"/>
          </p:cNvSpPr>
          <p:nvPr>
            <p:ph type="sldNum" sz="quarter" idx="12"/>
          </p:nvPr>
        </p:nvSpPr>
        <p:spPr>
          <a:xfrm>
            <a:off x="4302000" y="4878000"/>
            <a:ext cx="540000" cy="122400"/>
          </a:xfrm>
          <a:prstGeom prst="rect">
            <a:avLst/>
          </a:prstGeom>
        </p:spPr>
        <p:txBody>
          <a:bodyPr/>
          <a:lstStyle/>
          <a:p>
            <a:fld id="{4D029D89-7B63-4C94-AD4D-2E4D6BB83637}" type="slidenum">
              <a:rPr kumimoji="1" lang="ja-JP" altLang="en-US" smtClean="0"/>
              <a:t>‹#›</a:t>
            </a:fld>
            <a:endParaRPr kumimoji="1" lang="ja-JP" altLang="en-US"/>
          </a:p>
        </p:txBody>
      </p:sp>
    </p:spTree>
    <p:extLst>
      <p:ext uri="{BB962C8B-B14F-4D97-AF65-F5344CB8AC3E}">
        <p14:creationId xmlns:p14="http://schemas.microsoft.com/office/powerpoint/2010/main" val="3862839899"/>
      </p:ext>
    </p:extLst>
  </p:cSld>
  <p:clrMapOvr>
    <a:masterClrMapping/>
  </p:clrMapOvr>
  <p:hf hdr="0"/>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Closing page">
    <p:spTree>
      <p:nvGrpSpPr>
        <p:cNvPr id="1" name=""/>
        <p:cNvGrpSpPr/>
        <p:nvPr/>
      </p:nvGrpSpPr>
      <p:grpSpPr>
        <a:xfrm>
          <a:off x="0" y="0"/>
          <a:ext cx="0" cy="0"/>
          <a:chOff x="0" y="0"/>
          <a:chExt cx="0" cy="0"/>
        </a:xfrm>
      </p:grpSpPr>
      <p:pic>
        <p:nvPicPr>
          <p:cNvPr id="3" name="図 2">
            <a:extLst>
              <a:ext uri="{FF2B5EF4-FFF2-40B4-BE49-F238E27FC236}">
                <a16:creationId xmlns:a16="http://schemas.microsoft.com/office/drawing/2014/main" id="{023CC6D9-6EFF-494A-BF84-DA0874602A24}"/>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5377789" y="0"/>
            <a:ext cx="3766211" cy="5143499"/>
          </a:xfrm>
          <a:prstGeom prst="rect">
            <a:avLst/>
          </a:prstGeom>
        </p:spPr>
      </p:pic>
      <p:sp>
        <p:nvSpPr>
          <p:cNvPr id="5" name="Footer Placeholder 4"/>
          <p:cNvSpPr>
            <a:spLocks noGrp="1"/>
          </p:cNvSpPr>
          <p:nvPr>
            <p:ph type="ftr" sz="quarter" idx="11"/>
          </p:nvPr>
        </p:nvSpPr>
        <p:spPr/>
        <p:txBody>
          <a:bodyPr/>
          <a:lstStyle>
            <a:lvl1pPr>
              <a:defRPr>
                <a:solidFill>
                  <a:schemeClr val="tx1"/>
                </a:solidFill>
              </a:defRPr>
            </a:lvl1pPr>
          </a:lstStyle>
          <a:p>
            <a:r>
              <a:rPr kumimoji="1" lang="en-US" altLang="ja-JP"/>
              <a:t>© 2022 Fujitsu Limited</a:t>
            </a:r>
            <a:endParaRPr kumimoji="1" lang="ja-JP" altLang="en-US"/>
          </a:p>
        </p:txBody>
      </p:sp>
      <p:sp>
        <p:nvSpPr>
          <p:cNvPr id="15" name="Slide Number Placeholder 5">
            <a:extLst>
              <a:ext uri="{FF2B5EF4-FFF2-40B4-BE49-F238E27FC236}">
                <a16:creationId xmlns:a16="http://schemas.microsoft.com/office/drawing/2014/main" id="{68C48CA2-E9BB-4DBD-914E-E14EDEF3BEB9}"/>
              </a:ext>
            </a:extLst>
          </p:cNvPr>
          <p:cNvSpPr>
            <a:spLocks noGrp="1"/>
          </p:cNvSpPr>
          <p:nvPr>
            <p:ph type="sldNum" sz="quarter" idx="4"/>
          </p:nvPr>
        </p:nvSpPr>
        <p:spPr bwMode="gray">
          <a:xfrm>
            <a:off x="4302000" y="4878000"/>
            <a:ext cx="540000" cy="122400"/>
          </a:xfrm>
          <a:prstGeom prst="rect">
            <a:avLst/>
          </a:prstGeom>
        </p:spPr>
        <p:txBody>
          <a:bodyPr vert="horz" lIns="0" tIns="0" rIns="0" bIns="0" rtlCol="0" anchor="ctr"/>
          <a:lstStyle>
            <a:lvl1pPr algn="ctr">
              <a:defRPr sz="800">
                <a:solidFill>
                  <a:schemeClr val="bg1"/>
                </a:solidFill>
                <a:latin typeface="Arial" panose="020B0604020202020204" pitchFamily="34" charset="0"/>
                <a:cs typeface="Arial" panose="020B0604020202020204" pitchFamily="34" charset="0"/>
              </a:defRPr>
            </a:lvl1pPr>
          </a:lstStyle>
          <a:p>
            <a:fld id="{4D029D89-7B63-4C94-AD4D-2E4D6BB83637}" type="slidenum">
              <a:rPr kumimoji="1" lang="ja-JP" altLang="en-US" smtClean="0"/>
              <a:pPr/>
              <a:t>‹#›</a:t>
            </a:fld>
            <a:endParaRPr kumimoji="1" lang="ja-JP" altLang="en-US"/>
          </a:p>
        </p:txBody>
      </p:sp>
      <p:pic>
        <p:nvPicPr>
          <p:cNvPr id="16" name="Picture 56" descr="Fujitsu">
            <a:extLst>
              <a:ext uri="{FF2B5EF4-FFF2-40B4-BE49-F238E27FC236}">
                <a16:creationId xmlns:a16="http://schemas.microsoft.com/office/drawing/2014/main" id="{19B60C56-1286-4F63-9EEC-36A128640C4B}"/>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7864250" y="4761"/>
            <a:ext cx="1126108" cy="685800"/>
          </a:xfrm>
          <a:prstGeom prst="rect">
            <a:avLst/>
          </a:prstGeom>
        </p:spPr>
      </p:pic>
      <p:pic>
        <p:nvPicPr>
          <p:cNvPr id="18" name="Picture 6">
            <a:extLst>
              <a:ext uri="{FF2B5EF4-FFF2-40B4-BE49-F238E27FC236}">
                <a16:creationId xmlns:a16="http://schemas.microsoft.com/office/drawing/2014/main" id="{3C4F5463-4F92-46D5-932F-97908BC5AD39}"/>
              </a:ext>
              <a:ext uri="{C183D7F6-B498-43B3-948B-1728B52AA6E4}">
                <adec:decorative xmlns:adec="http://schemas.microsoft.com/office/drawing/2017/decorative" val="1"/>
              </a:ext>
            </a:extLst>
          </p:cNvPr>
          <p:cNvPicPr>
            <a:picLocks noChangeAspect="1"/>
          </p:cNvPicPr>
          <p:nvPr userDrawn="1"/>
        </p:nvPicPr>
        <p:blipFill>
          <a:blip r:embed="rId4">
            <a:extLst>
              <a:ext uri="{28A0092B-C50C-407E-A947-70E740481C1C}">
                <a14:useLocalDpi xmlns:a14="http://schemas.microsoft.com/office/drawing/2010/main" val="0"/>
              </a:ext>
            </a:extLst>
          </a:blip>
          <a:srcRect/>
          <a:stretch/>
        </p:blipFill>
        <p:spPr>
          <a:xfrm>
            <a:off x="3123792" y="816607"/>
            <a:ext cx="4543221" cy="3510284"/>
          </a:xfrm>
          <a:prstGeom prst="rect">
            <a:avLst/>
          </a:prstGeom>
        </p:spPr>
      </p:pic>
      <p:pic>
        <p:nvPicPr>
          <p:cNvPr id="7" name="Picture 23" descr="A picture containing icon&#10;&#10;Description automatically generated">
            <a:extLst>
              <a:ext uri="{FF2B5EF4-FFF2-40B4-BE49-F238E27FC236}">
                <a16:creationId xmlns:a16="http://schemas.microsoft.com/office/drawing/2014/main" id="{9F00A419-6A05-45CE-8BD8-E2B605B78EAE}"/>
              </a:ext>
            </a:extLst>
          </p:cNvPr>
          <p:cNvPicPr>
            <a:picLocks noChangeAspect="1"/>
          </p:cNvPicPr>
          <p:nvPr userDrawn="1"/>
        </p:nvPicPr>
        <p:blipFill rotWithShape="1">
          <a:blip r:embed="rId5" cstate="print">
            <a:extLst>
              <a:ext uri="{28A0092B-C50C-407E-A947-70E740481C1C}">
                <a14:useLocalDpi xmlns:a14="http://schemas.microsoft.com/office/drawing/2010/main" val="0"/>
              </a:ext>
            </a:extLst>
          </a:blip>
          <a:srcRect/>
          <a:stretch/>
        </p:blipFill>
        <p:spPr>
          <a:xfrm>
            <a:off x="9264043" y="-14287"/>
            <a:ext cx="670272" cy="3374707"/>
          </a:xfrm>
          <a:prstGeom prst="rect">
            <a:avLst/>
          </a:prstGeom>
        </p:spPr>
      </p:pic>
    </p:spTree>
    <p:extLst>
      <p:ext uri="{BB962C8B-B14F-4D97-AF65-F5344CB8AC3E}">
        <p14:creationId xmlns:p14="http://schemas.microsoft.com/office/powerpoint/2010/main" val="2562629755"/>
      </p:ext>
    </p:extLst>
  </p:cSld>
  <p:clrMapOvr>
    <a:masterClrMapping/>
  </p:clrMapOvr>
  <p:hf hdr="0"/>
  <p:extLst>
    <p:ext uri="{DCECCB84-F9BA-43D5-87BE-67443E8EF086}">
      <p15:sldGuideLst xmlns:p15="http://schemas.microsoft.com/office/powerpoint/2012/main">
        <p15:guide id="1" orient="horz" pos="1597">
          <p15:clr>
            <a:srgbClr val="FBAE40"/>
          </p15:clr>
        </p15:guide>
        <p15:guide id="2" pos="2880">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Title Master">
    <p:spTree>
      <p:nvGrpSpPr>
        <p:cNvPr id="1" name=""/>
        <p:cNvGrpSpPr/>
        <p:nvPr/>
      </p:nvGrpSpPr>
      <p:grpSpPr>
        <a:xfrm>
          <a:off x="0" y="0"/>
          <a:ext cx="0" cy="0"/>
          <a:chOff x="0" y="0"/>
          <a:chExt cx="0" cy="0"/>
        </a:xfrm>
      </p:grpSpPr>
      <p:pic>
        <p:nvPicPr>
          <p:cNvPr id="7" name="図 6">
            <a:extLst>
              <a:ext uri="{FF2B5EF4-FFF2-40B4-BE49-F238E27FC236}">
                <a16:creationId xmlns:a16="http://schemas.microsoft.com/office/drawing/2014/main" id="{AF46A06C-9A3F-471C-999E-CB75C4DB07A9}"/>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6603386" y="673"/>
            <a:ext cx="2540614" cy="5142153"/>
          </a:xfrm>
          <a:prstGeom prst="rect">
            <a:avLst/>
          </a:prstGeom>
        </p:spPr>
      </p:pic>
      <p:sp>
        <p:nvSpPr>
          <p:cNvPr id="2" name="Title 1"/>
          <p:cNvSpPr>
            <a:spLocks noGrp="1"/>
          </p:cNvSpPr>
          <p:nvPr>
            <p:ph type="ctrTitle" hasCustomPrompt="1"/>
          </p:nvPr>
        </p:nvSpPr>
        <p:spPr>
          <a:xfrm>
            <a:off x="233999" y="1116000"/>
            <a:ext cx="5400000" cy="1440000"/>
          </a:xfrm>
        </p:spPr>
        <p:txBody>
          <a:bodyPr anchor="b">
            <a:noAutofit/>
          </a:bodyPr>
          <a:lstStyle>
            <a:lvl1pPr algn="l">
              <a:defRPr sz="3200">
                <a:solidFill>
                  <a:schemeClr val="tx1"/>
                </a:solidFill>
              </a:defRPr>
            </a:lvl1pPr>
          </a:lstStyle>
          <a:p>
            <a:r>
              <a:rPr lang="ja-JP" altLang="en-US" dirty="0"/>
              <a:t>タイトルを入力</a:t>
            </a:r>
            <a:endParaRPr lang="en-US" dirty="0"/>
          </a:p>
        </p:txBody>
      </p:sp>
      <p:sp>
        <p:nvSpPr>
          <p:cNvPr id="3" name="Subtitle 2"/>
          <p:cNvSpPr>
            <a:spLocks noGrp="1"/>
          </p:cNvSpPr>
          <p:nvPr>
            <p:ph type="subTitle" idx="1" hasCustomPrompt="1"/>
          </p:nvPr>
        </p:nvSpPr>
        <p:spPr>
          <a:xfrm>
            <a:off x="234000" y="3067200"/>
            <a:ext cx="4748400" cy="1260000"/>
          </a:xfrm>
        </p:spPr>
        <p:txBody>
          <a:bodyPr anchor="t" anchorCtr="0">
            <a:noAutofit/>
          </a:bodyPr>
          <a:lstStyle>
            <a:lvl1pPr marL="0" indent="0" algn="l">
              <a:buNone/>
              <a:defRPr sz="1800">
                <a:solidFill>
                  <a:schemeClr val="tx1"/>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ja-JP" altLang="en-US" dirty="0"/>
              <a:t>サブタイトルを入力</a:t>
            </a:r>
            <a:endParaRPr lang="en-US" dirty="0"/>
          </a:p>
        </p:txBody>
      </p:sp>
      <p:sp>
        <p:nvSpPr>
          <p:cNvPr id="5" name="Footer Placeholder 4"/>
          <p:cNvSpPr>
            <a:spLocks noGrp="1"/>
          </p:cNvSpPr>
          <p:nvPr>
            <p:ph type="ftr" sz="quarter" idx="11"/>
          </p:nvPr>
        </p:nvSpPr>
        <p:spPr/>
        <p:txBody>
          <a:bodyPr/>
          <a:lstStyle>
            <a:lvl1pPr>
              <a:defRPr>
                <a:solidFill>
                  <a:schemeClr val="tx1"/>
                </a:solidFill>
              </a:defRPr>
            </a:lvl1pPr>
          </a:lstStyle>
          <a:p>
            <a:r>
              <a:rPr kumimoji="1" lang="en-US" altLang="ja-JP"/>
              <a:t>© 2022 Fujitsu Limited</a:t>
            </a:r>
            <a:endParaRPr kumimoji="1" lang="ja-JP" altLang="en-US"/>
          </a:p>
        </p:txBody>
      </p:sp>
      <p:sp>
        <p:nvSpPr>
          <p:cNvPr id="17" name="Slide Number Placeholder 5">
            <a:extLst>
              <a:ext uri="{FF2B5EF4-FFF2-40B4-BE49-F238E27FC236}">
                <a16:creationId xmlns:a16="http://schemas.microsoft.com/office/drawing/2014/main" id="{F2A2B3EE-7C59-4DF5-A28E-640979443623}"/>
              </a:ext>
            </a:extLst>
          </p:cNvPr>
          <p:cNvSpPr>
            <a:spLocks noGrp="1"/>
          </p:cNvSpPr>
          <p:nvPr>
            <p:ph type="sldNum" sz="quarter" idx="4"/>
          </p:nvPr>
        </p:nvSpPr>
        <p:spPr bwMode="gray">
          <a:xfrm>
            <a:off x="4302000" y="4878000"/>
            <a:ext cx="540000" cy="122400"/>
          </a:xfrm>
          <a:prstGeom prst="rect">
            <a:avLst/>
          </a:prstGeom>
        </p:spPr>
        <p:txBody>
          <a:bodyPr vert="horz" lIns="0" tIns="0" rIns="0" bIns="0" rtlCol="0" anchor="ctr"/>
          <a:lstStyle>
            <a:lvl1pPr algn="ctr">
              <a:defRPr sz="800">
                <a:solidFill>
                  <a:schemeClr val="bg1"/>
                </a:solidFill>
                <a:latin typeface="Arial" panose="020B0604020202020204" pitchFamily="34" charset="0"/>
                <a:cs typeface="Arial" panose="020B0604020202020204" pitchFamily="34" charset="0"/>
              </a:defRPr>
            </a:lvl1pPr>
          </a:lstStyle>
          <a:p>
            <a:fld id="{4D029D89-7B63-4C94-AD4D-2E4D6BB83637}" type="slidenum">
              <a:rPr kumimoji="1" lang="ja-JP" altLang="en-US" smtClean="0"/>
              <a:pPr/>
              <a:t>‹#›</a:t>
            </a:fld>
            <a:endParaRPr kumimoji="1" lang="ja-JP" altLang="en-US"/>
          </a:p>
        </p:txBody>
      </p:sp>
      <p:pic>
        <p:nvPicPr>
          <p:cNvPr id="18" name="Picture 56" descr="Fujitsu">
            <a:extLst>
              <a:ext uri="{FF2B5EF4-FFF2-40B4-BE49-F238E27FC236}">
                <a16:creationId xmlns:a16="http://schemas.microsoft.com/office/drawing/2014/main" id="{29DDC893-3971-42A8-9ED2-0EADDB6AFEE2}"/>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7864250" y="4761"/>
            <a:ext cx="1126108" cy="685800"/>
          </a:xfrm>
          <a:prstGeom prst="rect">
            <a:avLst/>
          </a:prstGeom>
        </p:spPr>
      </p:pic>
      <p:pic>
        <p:nvPicPr>
          <p:cNvPr id="19" name="Picture 28">
            <a:extLst>
              <a:ext uri="{FF2B5EF4-FFF2-40B4-BE49-F238E27FC236}">
                <a16:creationId xmlns:a16="http://schemas.microsoft.com/office/drawing/2014/main" id="{3E857FA4-FCDF-4D3A-913E-96937E78B57C}"/>
              </a:ext>
              <a:ext uri="{C183D7F6-B498-43B3-948B-1728B52AA6E4}">
                <adec:decorative xmlns:adec="http://schemas.microsoft.com/office/drawing/2017/decorative" val="1"/>
              </a:ext>
            </a:extLst>
          </p:cNvPr>
          <p:cNvPicPr>
            <a:picLocks noChangeAspect="1"/>
          </p:cNvPicPr>
          <p:nvPr userDrawn="1"/>
        </p:nvPicPr>
        <p:blipFill>
          <a:blip r:embed="rId4">
            <a:extLst>
              <a:ext uri="{28A0092B-C50C-407E-A947-70E740481C1C}">
                <a14:useLocalDpi xmlns:a14="http://schemas.microsoft.com/office/drawing/2010/main" val="0"/>
              </a:ext>
            </a:extLst>
          </a:blip>
          <a:srcRect/>
          <a:stretch/>
        </p:blipFill>
        <p:spPr>
          <a:xfrm>
            <a:off x="4310377" y="816608"/>
            <a:ext cx="4543220" cy="3510283"/>
          </a:xfrm>
          <a:prstGeom prst="rect">
            <a:avLst/>
          </a:prstGeom>
        </p:spPr>
      </p:pic>
      <p:pic>
        <p:nvPicPr>
          <p:cNvPr id="10" name="Picture 23" descr="A picture containing icon&#10;&#10;Description automatically generated">
            <a:extLst>
              <a:ext uri="{FF2B5EF4-FFF2-40B4-BE49-F238E27FC236}">
                <a16:creationId xmlns:a16="http://schemas.microsoft.com/office/drawing/2014/main" id="{8B2BCC5B-F069-4ED1-A700-090A5F1D93DD}"/>
              </a:ext>
            </a:extLst>
          </p:cNvPr>
          <p:cNvPicPr>
            <a:picLocks noChangeAspect="1"/>
          </p:cNvPicPr>
          <p:nvPr userDrawn="1"/>
        </p:nvPicPr>
        <p:blipFill rotWithShape="1">
          <a:blip r:embed="rId5" cstate="print">
            <a:extLst>
              <a:ext uri="{28A0092B-C50C-407E-A947-70E740481C1C}">
                <a14:useLocalDpi xmlns:a14="http://schemas.microsoft.com/office/drawing/2010/main" val="0"/>
              </a:ext>
            </a:extLst>
          </a:blip>
          <a:srcRect/>
          <a:stretch/>
        </p:blipFill>
        <p:spPr>
          <a:xfrm>
            <a:off x="9264043" y="-14287"/>
            <a:ext cx="670272" cy="3374707"/>
          </a:xfrm>
          <a:prstGeom prst="rect">
            <a:avLst/>
          </a:prstGeom>
        </p:spPr>
      </p:pic>
      <p:pic>
        <p:nvPicPr>
          <p:cNvPr id="13" name="SD_FUJITSU-RESTRICTED">
            <a:extLst>
              <a:ext uri="{FF2B5EF4-FFF2-40B4-BE49-F238E27FC236}">
                <a16:creationId xmlns:a16="http://schemas.microsoft.com/office/drawing/2014/main" id="{17076BFF-9109-4AA4-9E68-D7F54739E732}"/>
              </a:ext>
            </a:extLst>
          </p:cNvPr>
          <p:cNvPicPr>
            <a:picLocks noChangeAspect="1"/>
          </p:cNvPicPr>
          <p:nvPr userDrawn="1"/>
        </p:nvPicPr>
        <p:blipFill>
          <a:blip r:embed="rId6">
            <a:extLst>
              <a:ext uri="{28A0092B-C50C-407E-A947-70E740481C1C}">
                <a14:useLocalDpi xmlns:a14="http://schemas.microsoft.com/office/drawing/2010/main" val="0"/>
              </a:ext>
            </a:extLst>
          </a:blip>
          <a:stretch>
            <a:fillRect/>
          </a:stretch>
        </p:blipFill>
        <p:spPr>
          <a:xfrm>
            <a:off x="230400" y="4863874"/>
            <a:ext cx="1292691" cy="166263"/>
          </a:xfrm>
          <a:prstGeom prst="rect">
            <a:avLst/>
          </a:prstGeom>
        </p:spPr>
      </p:pic>
    </p:spTree>
    <p:extLst>
      <p:ext uri="{BB962C8B-B14F-4D97-AF65-F5344CB8AC3E}">
        <p14:creationId xmlns:p14="http://schemas.microsoft.com/office/powerpoint/2010/main" val="1129641871"/>
      </p:ext>
    </p:extLst>
  </p:cSld>
  <p:clrMapOvr>
    <a:masterClrMapping/>
  </p:clrMapOvr>
  <p:hf hdr="0"/>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type="title" preserve="1">
  <p:cSld name="Section dividers">
    <p:spTree>
      <p:nvGrpSpPr>
        <p:cNvPr id="1" name=""/>
        <p:cNvGrpSpPr/>
        <p:nvPr/>
      </p:nvGrpSpPr>
      <p:grpSpPr>
        <a:xfrm>
          <a:off x="0" y="0"/>
          <a:ext cx="0" cy="0"/>
          <a:chOff x="0" y="0"/>
          <a:chExt cx="0" cy="0"/>
        </a:xfrm>
      </p:grpSpPr>
      <p:pic>
        <p:nvPicPr>
          <p:cNvPr id="23" name="図 16">
            <a:extLst>
              <a:ext uri="{FF2B5EF4-FFF2-40B4-BE49-F238E27FC236}">
                <a16:creationId xmlns:a16="http://schemas.microsoft.com/office/drawing/2014/main" id="{4E6397AD-310C-48CA-885C-F7B1DFD09567}"/>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0" y="0"/>
            <a:ext cx="9144000" cy="5145024"/>
          </a:xfrm>
          <a:prstGeom prst="rect">
            <a:avLst/>
          </a:prstGeom>
        </p:spPr>
      </p:pic>
      <p:sp>
        <p:nvSpPr>
          <p:cNvPr id="2" name="Title 1"/>
          <p:cNvSpPr>
            <a:spLocks noGrp="1"/>
          </p:cNvSpPr>
          <p:nvPr>
            <p:ph type="ctrTitle" hasCustomPrompt="1"/>
          </p:nvPr>
        </p:nvSpPr>
        <p:spPr>
          <a:xfrm>
            <a:off x="234000" y="1116000"/>
            <a:ext cx="8280000" cy="1440000"/>
          </a:xfrm>
        </p:spPr>
        <p:txBody>
          <a:bodyPr anchor="b">
            <a:noAutofit/>
          </a:bodyPr>
          <a:lstStyle>
            <a:lvl1pPr algn="l">
              <a:defRPr sz="3200">
                <a:solidFill>
                  <a:schemeClr val="bg1"/>
                </a:solidFill>
              </a:defRPr>
            </a:lvl1pPr>
          </a:lstStyle>
          <a:p>
            <a:r>
              <a:rPr lang="ja-JP" altLang="en-US" dirty="0"/>
              <a:t>タイトルを入力</a:t>
            </a:r>
            <a:endParaRPr lang="en-US" dirty="0"/>
          </a:p>
        </p:txBody>
      </p:sp>
      <p:sp>
        <p:nvSpPr>
          <p:cNvPr id="3" name="Subtitle 2"/>
          <p:cNvSpPr>
            <a:spLocks noGrp="1"/>
          </p:cNvSpPr>
          <p:nvPr>
            <p:ph type="subTitle" idx="1" hasCustomPrompt="1"/>
          </p:nvPr>
        </p:nvSpPr>
        <p:spPr>
          <a:xfrm>
            <a:off x="234000" y="2710800"/>
            <a:ext cx="8280000" cy="1447200"/>
          </a:xfrm>
        </p:spPr>
        <p:txBody>
          <a:bodyPr>
            <a:noAutofit/>
          </a:bodyPr>
          <a:lstStyle>
            <a:lvl1pPr marL="0" indent="0" algn="l">
              <a:buNone/>
              <a:defRPr sz="2000">
                <a:solidFill>
                  <a:schemeClr val="bg1"/>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ja-JP" altLang="en-US" dirty="0"/>
              <a:t>サブタイトルを入力</a:t>
            </a:r>
            <a:endParaRPr lang="en-US" dirty="0"/>
          </a:p>
        </p:txBody>
      </p:sp>
      <p:sp>
        <p:nvSpPr>
          <p:cNvPr id="5" name="Footer Placeholder 4"/>
          <p:cNvSpPr>
            <a:spLocks noGrp="1"/>
          </p:cNvSpPr>
          <p:nvPr>
            <p:ph type="ftr" sz="quarter" idx="11"/>
          </p:nvPr>
        </p:nvSpPr>
        <p:spPr/>
        <p:txBody>
          <a:bodyPr/>
          <a:lstStyle>
            <a:lvl1pPr>
              <a:defRPr>
                <a:solidFill>
                  <a:schemeClr val="bg1"/>
                </a:solidFill>
              </a:defRPr>
            </a:lvl1pPr>
          </a:lstStyle>
          <a:p>
            <a:r>
              <a:rPr kumimoji="1" lang="en-US" altLang="ja-JP"/>
              <a:t>© 2022 Fujitsu Limited</a:t>
            </a:r>
            <a:endParaRPr kumimoji="1" lang="ja-JP" altLang="en-US"/>
          </a:p>
        </p:txBody>
      </p:sp>
      <p:sp>
        <p:nvSpPr>
          <p:cNvPr id="6" name="Slide Number Placeholder 5"/>
          <p:cNvSpPr>
            <a:spLocks noGrp="1"/>
          </p:cNvSpPr>
          <p:nvPr>
            <p:ph type="sldNum" sz="quarter" idx="12"/>
          </p:nvPr>
        </p:nvSpPr>
        <p:spPr>
          <a:xfrm>
            <a:off x="4302000" y="4878000"/>
            <a:ext cx="540000" cy="122400"/>
          </a:xfrm>
          <a:prstGeom prst="rect">
            <a:avLst/>
          </a:prstGeom>
        </p:spPr>
        <p:txBody>
          <a:bodyPr/>
          <a:lstStyle>
            <a:lvl1pPr>
              <a:defRPr>
                <a:solidFill>
                  <a:schemeClr val="bg1"/>
                </a:solidFill>
              </a:defRPr>
            </a:lvl1pPr>
          </a:lstStyle>
          <a:p>
            <a:fld id="{4D029D89-7B63-4C94-AD4D-2E4D6BB83637}" type="slidenum">
              <a:rPr kumimoji="1" lang="ja-JP" altLang="en-US" smtClean="0"/>
              <a:pPr/>
              <a:t>‹#›</a:t>
            </a:fld>
            <a:endParaRPr kumimoji="1" lang="ja-JP" altLang="en-US"/>
          </a:p>
        </p:txBody>
      </p:sp>
      <p:pic>
        <p:nvPicPr>
          <p:cNvPr id="18" name="Picture 56" descr="Fujitsu">
            <a:extLst>
              <a:ext uri="{FF2B5EF4-FFF2-40B4-BE49-F238E27FC236}">
                <a16:creationId xmlns:a16="http://schemas.microsoft.com/office/drawing/2014/main" id="{5F4F3A2A-67CD-4FB4-A584-EB2029E861B9}"/>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7864250" y="4761"/>
            <a:ext cx="1126108" cy="685800"/>
          </a:xfrm>
          <a:prstGeom prst="rect">
            <a:avLst/>
          </a:prstGeom>
        </p:spPr>
      </p:pic>
      <p:pic>
        <p:nvPicPr>
          <p:cNvPr id="9" name="Picture 23" descr="A picture containing icon&#10;&#10;Description automatically generated">
            <a:extLst>
              <a:ext uri="{FF2B5EF4-FFF2-40B4-BE49-F238E27FC236}">
                <a16:creationId xmlns:a16="http://schemas.microsoft.com/office/drawing/2014/main" id="{3753FEFB-0305-4C84-935D-76F90EFD3C24}"/>
              </a:ext>
            </a:extLst>
          </p:cNvPr>
          <p:cNvPicPr>
            <a:picLocks noChangeAspect="1"/>
          </p:cNvPicPr>
          <p:nvPr userDrawn="1"/>
        </p:nvPicPr>
        <p:blipFill rotWithShape="1">
          <a:blip r:embed="rId4" cstate="print">
            <a:extLst>
              <a:ext uri="{28A0092B-C50C-407E-A947-70E740481C1C}">
                <a14:useLocalDpi xmlns:a14="http://schemas.microsoft.com/office/drawing/2010/main" val="0"/>
              </a:ext>
            </a:extLst>
          </a:blip>
          <a:srcRect/>
          <a:stretch/>
        </p:blipFill>
        <p:spPr>
          <a:xfrm>
            <a:off x="9264043" y="-14287"/>
            <a:ext cx="670272" cy="3374707"/>
          </a:xfrm>
          <a:prstGeom prst="rect">
            <a:avLst/>
          </a:prstGeom>
        </p:spPr>
      </p:pic>
      <p:pic>
        <p:nvPicPr>
          <p:cNvPr id="13" name="SD_FUJITSU-RESTRICTED">
            <a:extLst>
              <a:ext uri="{FF2B5EF4-FFF2-40B4-BE49-F238E27FC236}">
                <a16:creationId xmlns:a16="http://schemas.microsoft.com/office/drawing/2014/main" id="{62BD20B4-2F57-4479-A94B-EDF4F3965D7D}"/>
              </a:ext>
            </a:extLst>
          </p:cNvPr>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230400" y="4863874"/>
            <a:ext cx="1292691" cy="166263"/>
          </a:xfrm>
          <a:prstGeom prst="rect">
            <a:avLst/>
          </a:prstGeom>
        </p:spPr>
      </p:pic>
    </p:spTree>
    <p:extLst>
      <p:ext uri="{BB962C8B-B14F-4D97-AF65-F5344CB8AC3E}">
        <p14:creationId xmlns:p14="http://schemas.microsoft.com/office/powerpoint/2010/main" val="640529830"/>
      </p:ext>
    </p:extLst>
  </p:cSld>
  <p:clrMapOvr>
    <a:masterClrMapping/>
  </p:clrMapOvr>
  <p:hf hdr="0"/>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Text 1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dirty="0"/>
              <a:t>マスター タイトルの書式設定</a:t>
            </a:r>
            <a:endParaRPr lang="en-US" dirty="0"/>
          </a:p>
        </p:txBody>
      </p:sp>
      <p:sp>
        <p:nvSpPr>
          <p:cNvPr id="3" name="Content Placeholder 2"/>
          <p:cNvSpPr>
            <a:spLocks noGrp="1"/>
          </p:cNvSpPr>
          <p:nvPr>
            <p:ph idx="1"/>
          </p:nvPr>
        </p:nvSpPr>
        <p:spPr/>
        <p:txBody>
          <a:bodyPr/>
          <a:lstStyle/>
          <a:p>
            <a:pPr lvl="0"/>
            <a:r>
              <a:rPr lang="ja-JP" altLang="en-US" dirty="0"/>
              <a:t>マスター テキストの書式設定</a:t>
            </a:r>
          </a:p>
          <a:p>
            <a:pPr lvl="1"/>
            <a:r>
              <a:rPr lang="ja-JP" altLang="en-US" dirty="0"/>
              <a:t>第</a:t>
            </a:r>
            <a:r>
              <a:rPr lang="en-US" altLang="ja-JP" dirty="0"/>
              <a:t>2 </a:t>
            </a:r>
            <a:r>
              <a:rPr lang="ja-JP" altLang="en-US" dirty="0"/>
              <a:t>レベル</a:t>
            </a:r>
          </a:p>
          <a:p>
            <a:pPr lvl="2"/>
            <a:r>
              <a:rPr lang="ja-JP" altLang="en-US" dirty="0"/>
              <a:t>第</a:t>
            </a:r>
            <a:r>
              <a:rPr lang="en-US" altLang="ja-JP" dirty="0"/>
              <a:t>3 </a:t>
            </a:r>
            <a:r>
              <a:rPr lang="ja-JP" altLang="en-US" dirty="0"/>
              <a:t>レベル</a:t>
            </a:r>
          </a:p>
          <a:p>
            <a:pPr lvl="3"/>
            <a:r>
              <a:rPr lang="ja-JP" altLang="en-US" dirty="0"/>
              <a:t>第</a:t>
            </a:r>
            <a:r>
              <a:rPr lang="en-US" altLang="ja-JP" dirty="0"/>
              <a:t>4 </a:t>
            </a:r>
            <a:r>
              <a:rPr lang="ja-JP" altLang="en-US" dirty="0"/>
              <a:t>レベル</a:t>
            </a:r>
          </a:p>
          <a:p>
            <a:pPr lvl="4"/>
            <a:r>
              <a:rPr lang="ja-JP" altLang="en-US" dirty="0"/>
              <a:t>第</a:t>
            </a:r>
            <a:r>
              <a:rPr lang="en-US" altLang="ja-JP" dirty="0"/>
              <a:t>5 </a:t>
            </a:r>
            <a:r>
              <a:rPr lang="ja-JP" altLang="en-US" dirty="0"/>
              <a:t>レベル</a:t>
            </a:r>
            <a:endParaRPr lang="en-US" altLang="ja-JP" dirty="0"/>
          </a:p>
          <a:p>
            <a:pPr lvl="5"/>
            <a:r>
              <a:rPr lang="ja-JP" altLang="en-US" dirty="0"/>
              <a:t>テキスト</a:t>
            </a:r>
            <a:endParaRPr lang="en-US" altLang="ja-JP" dirty="0"/>
          </a:p>
          <a:p>
            <a:pPr lvl="6"/>
            <a:r>
              <a:rPr lang="ja-JP" altLang="en-US" dirty="0"/>
              <a:t>テキスト</a:t>
            </a:r>
            <a:endParaRPr lang="en-US" altLang="ja-JP" dirty="0"/>
          </a:p>
          <a:p>
            <a:pPr lvl="7"/>
            <a:r>
              <a:rPr lang="ja-JP" altLang="en-US" dirty="0"/>
              <a:t>テキスト</a:t>
            </a:r>
            <a:endParaRPr lang="en-US" altLang="ja-JP" dirty="0"/>
          </a:p>
          <a:p>
            <a:pPr lvl="8"/>
            <a:r>
              <a:rPr lang="ja-JP" altLang="en-US" dirty="0"/>
              <a:t>テキスト</a:t>
            </a:r>
            <a:endParaRPr lang="en-US" dirty="0"/>
          </a:p>
        </p:txBody>
      </p:sp>
      <p:sp>
        <p:nvSpPr>
          <p:cNvPr id="5" name="Footer Placeholder 4"/>
          <p:cNvSpPr>
            <a:spLocks noGrp="1"/>
          </p:cNvSpPr>
          <p:nvPr>
            <p:ph type="ftr" sz="quarter" idx="11"/>
          </p:nvPr>
        </p:nvSpPr>
        <p:spPr/>
        <p:txBody>
          <a:bodyPr/>
          <a:lstStyle/>
          <a:p>
            <a:r>
              <a:rPr kumimoji="1" lang="en-US" altLang="ja-JP"/>
              <a:t>© 2022 Fujitsu Limited</a:t>
            </a:r>
            <a:endParaRPr kumimoji="1" lang="ja-JP" altLang="en-US"/>
          </a:p>
        </p:txBody>
      </p:sp>
      <p:sp>
        <p:nvSpPr>
          <p:cNvPr id="6" name="Slide Number Placeholder 5"/>
          <p:cNvSpPr>
            <a:spLocks noGrp="1"/>
          </p:cNvSpPr>
          <p:nvPr>
            <p:ph type="sldNum" sz="quarter" idx="12"/>
          </p:nvPr>
        </p:nvSpPr>
        <p:spPr>
          <a:xfrm>
            <a:off x="4302000" y="4878000"/>
            <a:ext cx="540000" cy="122400"/>
          </a:xfrm>
          <a:prstGeom prst="rect">
            <a:avLst/>
          </a:prstGeom>
        </p:spPr>
        <p:txBody>
          <a:bodyPr/>
          <a:lstStyle/>
          <a:p>
            <a:fld id="{4D029D89-7B63-4C94-AD4D-2E4D6BB83637}" type="slidenum">
              <a:rPr kumimoji="1" lang="ja-JP" altLang="en-US" smtClean="0"/>
              <a:t>‹#›</a:t>
            </a:fld>
            <a:endParaRPr kumimoji="1" lang="ja-JP" altLang="en-US"/>
          </a:p>
        </p:txBody>
      </p:sp>
    </p:spTree>
    <p:extLst>
      <p:ext uri="{BB962C8B-B14F-4D97-AF65-F5344CB8AC3E}">
        <p14:creationId xmlns:p14="http://schemas.microsoft.com/office/powerpoint/2010/main" val="1181978753"/>
      </p:ext>
    </p:extLst>
  </p:cSld>
  <p:clrMapOvr>
    <a:masterClrMapping/>
  </p:clrMapOvr>
  <p:hf hdr="0"/>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ext 2 column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dirty="0"/>
              <a:t>マスター タイトルの書式設定</a:t>
            </a:r>
            <a:endParaRPr lang="en-US" dirty="0"/>
          </a:p>
        </p:txBody>
      </p:sp>
      <p:sp>
        <p:nvSpPr>
          <p:cNvPr id="3" name="Content Placeholder 2"/>
          <p:cNvSpPr>
            <a:spLocks noGrp="1"/>
          </p:cNvSpPr>
          <p:nvPr>
            <p:ph sz="half" idx="1"/>
          </p:nvPr>
        </p:nvSpPr>
        <p:spPr>
          <a:xfrm>
            <a:off x="230400" y="950400"/>
            <a:ext cx="4280400" cy="3787200"/>
          </a:xfrm>
        </p:spPr>
        <p:txBody>
          <a:bodyPr/>
          <a:lstStyle>
            <a:lvl4pPr>
              <a:defRPr sz="1400"/>
            </a:lvl4pPr>
            <a:lvl5pPr>
              <a:defRPr sz="1400"/>
            </a:lvl5pPr>
            <a:lvl6pPr>
              <a:defRPr sz="1400"/>
            </a:lvl6pPr>
            <a:lvl7pPr>
              <a:defRPr sz="1400"/>
            </a:lvl7pPr>
            <a:lvl8pPr>
              <a:defRPr sz="1400"/>
            </a:lvl8pPr>
            <a:lvl9pPr>
              <a:defRPr sz="1400"/>
            </a:lvl9pPr>
          </a:lstStyle>
          <a:p>
            <a:pPr lvl="0"/>
            <a:r>
              <a:rPr lang="ja-JP" altLang="en-US" dirty="0"/>
              <a:t>マスター テキストの書式設定</a:t>
            </a:r>
          </a:p>
          <a:p>
            <a:pPr lvl="1"/>
            <a:r>
              <a:rPr lang="ja-JP" altLang="en-US" dirty="0"/>
              <a:t>第</a:t>
            </a:r>
            <a:r>
              <a:rPr lang="en-US" altLang="ja-JP" dirty="0"/>
              <a:t>2 </a:t>
            </a:r>
            <a:r>
              <a:rPr lang="ja-JP" altLang="en-US" dirty="0"/>
              <a:t>レベル</a:t>
            </a:r>
          </a:p>
          <a:p>
            <a:pPr lvl="2"/>
            <a:r>
              <a:rPr lang="ja-JP" altLang="en-US" dirty="0"/>
              <a:t>第</a:t>
            </a:r>
            <a:r>
              <a:rPr lang="en-US" altLang="ja-JP" dirty="0"/>
              <a:t>3 </a:t>
            </a:r>
            <a:r>
              <a:rPr lang="ja-JP" altLang="en-US" dirty="0"/>
              <a:t>レベル</a:t>
            </a:r>
          </a:p>
          <a:p>
            <a:pPr lvl="3"/>
            <a:r>
              <a:rPr lang="ja-JP" altLang="en-US" dirty="0"/>
              <a:t>第</a:t>
            </a:r>
            <a:r>
              <a:rPr lang="en-US" altLang="ja-JP" dirty="0"/>
              <a:t>4 </a:t>
            </a:r>
            <a:r>
              <a:rPr lang="ja-JP" altLang="en-US" dirty="0"/>
              <a:t>レベル</a:t>
            </a:r>
          </a:p>
          <a:p>
            <a:pPr lvl="4"/>
            <a:r>
              <a:rPr lang="ja-JP" altLang="en-US" dirty="0"/>
              <a:t>第</a:t>
            </a:r>
            <a:r>
              <a:rPr lang="en-US" altLang="ja-JP" dirty="0"/>
              <a:t>5 </a:t>
            </a:r>
            <a:r>
              <a:rPr lang="ja-JP" altLang="en-US" dirty="0"/>
              <a:t>レベル</a:t>
            </a:r>
            <a:endParaRPr lang="en-US" altLang="ja-JP" dirty="0"/>
          </a:p>
          <a:p>
            <a:pPr lvl="5"/>
            <a:r>
              <a:rPr lang="ja-JP" altLang="en-US" dirty="0"/>
              <a:t>テキスト</a:t>
            </a:r>
            <a:endParaRPr lang="en-US" altLang="ja-JP" dirty="0"/>
          </a:p>
          <a:p>
            <a:pPr lvl="6"/>
            <a:r>
              <a:rPr lang="ja-JP" altLang="en-US" dirty="0"/>
              <a:t>テキスト</a:t>
            </a:r>
            <a:endParaRPr lang="en-US" altLang="ja-JP" dirty="0"/>
          </a:p>
          <a:p>
            <a:pPr lvl="7"/>
            <a:r>
              <a:rPr lang="ja-JP" altLang="en-US" dirty="0"/>
              <a:t>テキスト</a:t>
            </a:r>
            <a:endParaRPr lang="en-US" altLang="ja-JP" dirty="0"/>
          </a:p>
          <a:p>
            <a:pPr lvl="8"/>
            <a:r>
              <a:rPr lang="ja-JP" altLang="en-US" dirty="0"/>
              <a:t>テキスト</a:t>
            </a:r>
            <a:endParaRPr lang="en-US" dirty="0"/>
          </a:p>
        </p:txBody>
      </p:sp>
      <p:sp>
        <p:nvSpPr>
          <p:cNvPr id="4" name="Content Placeholder 3"/>
          <p:cNvSpPr>
            <a:spLocks noGrp="1"/>
          </p:cNvSpPr>
          <p:nvPr>
            <p:ph sz="half" idx="2"/>
          </p:nvPr>
        </p:nvSpPr>
        <p:spPr>
          <a:xfrm>
            <a:off x="4629600" y="950400"/>
            <a:ext cx="4280400" cy="3787200"/>
          </a:xfrm>
        </p:spPr>
        <p:txBody>
          <a:bodyPr/>
          <a:lstStyle>
            <a:lvl4pPr>
              <a:defRPr sz="1400"/>
            </a:lvl4pPr>
            <a:lvl5pPr>
              <a:defRPr sz="1400"/>
            </a:lvl5pPr>
            <a:lvl6pPr>
              <a:defRPr sz="1400"/>
            </a:lvl6pPr>
            <a:lvl7pPr>
              <a:defRPr sz="1400"/>
            </a:lvl7pPr>
            <a:lvl8pPr>
              <a:defRPr sz="1400"/>
            </a:lvl8pPr>
            <a:lvl9pPr>
              <a:defRPr sz="1400"/>
            </a:lvl9pPr>
          </a:lstStyle>
          <a:p>
            <a:pPr lvl="0"/>
            <a:r>
              <a:rPr lang="ja-JP" altLang="en-US" dirty="0"/>
              <a:t>マスター テキストの書式設定</a:t>
            </a:r>
          </a:p>
          <a:p>
            <a:pPr lvl="1"/>
            <a:r>
              <a:rPr lang="ja-JP" altLang="en-US" dirty="0"/>
              <a:t>第</a:t>
            </a:r>
            <a:r>
              <a:rPr lang="en-US" altLang="ja-JP" dirty="0"/>
              <a:t>2 </a:t>
            </a:r>
            <a:r>
              <a:rPr lang="ja-JP" altLang="en-US" dirty="0"/>
              <a:t>レベル</a:t>
            </a:r>
          </a:p>
          <a:p>
            <a:pPr lvl="2"/>
            <a:r>
              <a:rPr lang="ja-JP" altLang="en-US" dirty="0"/>
              <a:t>第</a:t>
            </a:r>
            <a:r>
              <a:rPr lang="en-US" altLang="ja-JP" dirty="0"/>
              <a:t>3 </a:t>
            </a:r>
            <a:r>
              <a:rPr lang="ja-JP" altLang="en-US" dirty="0"/>
              <a:t>レベル</a:t>
            </a:r>
          </a:p>
          <a:p>
            <a:pPr lvl="3"/>
            <a:r>
              <a:rPr lang="ja-JP" altLang="en-US" dirty="0"/>
              <a:t>第</a:t>
            </a:r>
            <a:r>
              <a:rPr lang="en-US" altLang="ja-JP" dirty="0"/>
              <a:t>4 </a:t>
            </a:r>
            <a:r>
              <a:rPr lang="ja-JP" altLang="en-US" dirty="0"/>
              <a:t>レベル</a:t>
            </a:r>
          </a:p>
          <a:p>
            <a:pPr lvl="4"/>
            <a:r>
              <a:rPr lang="ja-JP" altLang="en-US" dirty="0"/>
              <a:t>第</a:t>
            </a:r>
            <a:r>
              <a:rPr lang="en-US" altLang="ja-JP" dirty="0"/>
              <a:t>5 </a:t>
            </a:r>
            <a:r>
              <a:rPr lang="ja-JP" altLang="en-US" dirty="0"/>
              <a:t>レベル</a:t>
            </a:r>
            <a:endParaRPr lang="en-US" altLang="ja-JP" dirty="0"/>
          </a:p>
          <a:p>
            <a:pPr lvl="5"/>
            <a:r>
              <a:rPr lang="ja-JP" altLang="en-US" dirty="0"/>
              <a:t>テキスト</a:t>
            </a:r>
            <a:endParaRPr lang="en-US" altLang="ja-JP" dirty="0"/>
          </a:p>
          <a:p>
            <a:pPr lvl="6"/>
            <a:r>
              <a:rPr lang="ja-JP" altLang="en-US" dirty="0"/>
              <a:t>テキスト</a:t>
            </a:r>
            <a:endParaRPr lang="en-US" altLang="ja-JP" dirty="0"/>
          </a:p>
          <a:p>
            <a:pPr lvl="7"/>
            <a:r>
              <a:rPr lang="ja-JP" altLang="en-US" dirty="0"/>
              <a:t>テキスト</a:t>
            </a:r>
            <a:endParaRPr lang="en-US" altLang="ja-JP" dirty="0"/>
          </a:p>
          <a:p>
            <a:pPr lvl="8"/>
            <a:r>
              <a:rPr lang="ja-JP" altLang="en-US" dirty="0"/>
              <a:t>テキスト</a:t>
            </a:r>
            <a:endParaRPr lang="en-US" dirty="0"/>
          </a:p>
        </p:txBody>
      </p:sp>
      <p:sp>
        <p:nvSpPr>
          <p:cNvPr id="6" name="Footer Placeholder 5"/>
          <p:cNvSpPr>
            <a:spLocks noGrp="1"/>
          </p:cNvSpPr>
          <p:nvPr>
            <p:ph type="ftr" sz="quarter" idx="11"/>
          </p:nvPr>
        </p:nvSpPr>
        <p:spPr/>
        <p:txBody>
          <a:bodyPr/>
          <a:lstStyle/>
          <a:p>
            <a:r>
              <a:rPr kumimoji="1" lang="en-US" altLang="ja-JP"/>
              <a:t>© 2022 Fujitsu Limited</a:t>
            </a:r>
            <a:endParaRPr kumimoji="1" lang="ja-JP" altLang="en-US"/>
          </a:p>
        </p:txBody>
      </p:sp>
      <p:sp>
        <p:nvSpPr>
          <p:cNvPr id="7" name="Slide Number Placeholder 6"/>
          <p:cNvSpPr>
            <a:spLocks noGrp="1"/>
          </p:cNvSpPr>
          <p:nvPr>
            <p:ph type="sldNum" sz="quarter" idx="12"/>
          </p:nvPr>
        </p:nvSpPr>
        <p:spPr>
          <a:xfrm>
            <a:off x="4302000" y="4878000"/>
            <a:ext cx="540000" cy="122400"/>
          </a:xfrm>
          <a:prstGeom prst="rect">
            <a:avLst/>
          </a:prstGeom>
        </p:spPr>
        <p:txBody>
          <a:bodyPr/>
          <a:lstStyle/>
          <a:p>
            <a:fld id="{4D029D89-7B63-4C94-AD4D-2E4D6BB83637}" type="slidenum">
              <a:rPr kumimoji="1" lang="ja-JP" altLang="en-US" smtClean="0"/>
              <a:t>‹#›</a:t>
            </a:fld>
            <a:endParaRPr kumimoji="1" lang="ja-JP" altLang="en-US"/>
          </a:p>
        </p:txBody>
      </p:sp>
    </p:spTree>
    <p:extLst>
      <p:ext uri="{BB962C8B-B14F-4D97-AF65-F5344CB8AC3E}">
        <p14:creationId xmlns:p14="http://schemas.microsoft.com/office/powerpoint/2010/main" val="1506997288"/>
      </p:ext>
    </p:extLst>
  </p:cSld>
  <p:clrMapOvr>
    <a:masterClrMapping/>
  </p:clrMapOvr>
  <p:hf hdr="0"/>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dirty="0"/>
              <a:t>マスター タイトルの書式設定</a:t>
            </a:r>
            <a:endParaRPr lang="en-US" dirty="0"/>
          </a:p>
        </p:txBody>
      </p:sp>
      <p:sp>
        <p:nvSpPr>
          <p:cNvPr id="6" name="Footer Placeholder 5"/>
          <p:cNvSpPr>
            <a:spLocks noGrp="1"/>
          </p:cNvSpPr>
          <p:nvPr>
            <p:ph type="ftr" sz="quarter" idx="11"/>
          </p:nvPr>
        </p:nvSpPr>
        <p:spPr/>
        <p:txBody>
          <a:bodyPr/>
          <a:lstStyle/>
          <a:p>
            <a:r>
              <a:rPr kumimoji="1" lang="en-US" altLang="ja-JP"/>
              <a:t>© 2022 Fujitsu Limited</a:t>
            </a:r>
            <a:endParaRPr kumimoji="1" lang="ja-JP" altLang="en-US"/>
          </a:p>
        </p:txBody>
      </p:sp>
      <p:sp>
        <p:nvSpPr>
          <p:cNvPr id="7" name="Slide Number Placeholder 6"/>
          <p:cNvSpPr>
            <a:spLocks noGrp="1"/>
          </p:cNvSpPr>
          <p:nvPr>
            <p:ph type="sldNum" sz="quarter" idx="12"/>
          </p:nvPr>
        </p:nvSpPr>
        <p:spPr>
          <a:xfrm>
            <a:off x="4302000" y="4878000"/>
            <a:ext cx="540000" cy="122400"/>
          </a:xfrm>
          <a:prstGeom prst="rect">
            <a:avLst/>
          </a:prstGeom>
        </p:spPr>
        <p:txBody>
          <a:bodyPr/>
          <a:lstStyle/>
          <a:p>
            <a:fld id="{4D029D89-7B63-4C94-AD4D-2E4D6BB83637}" type="slidenum">
              <a:rPr kumimoji="1" lang="ja-JP" altLang="en-US" smtClean="0"/>
              <a:t>‹#›</a:t>
            </a:fld>
            <a:endParaRPr kumimoji="1" lang="ja-JP" altLang="en-US"/>
          </a:p>
        </p:txBody>
      </p:sp>
    </p:spTree>
    <p:extLst>
      <p:ext uri="{BB962C8B-B14F-4D97-AF65-F5344CB8AC3E}">
        <p14:creationId xmlns:p14="http://schemas.microsoft.com/office/powerpoint/2010/main" val="2334677693"/>
      </p:ext>
    </p:extLst>
  </p:cSld>
  <p:clrMapOvr>
    <a:masterClrMapping/>
  </p:clrMapOvr>
  <p:hf hdr="0"/>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userDrawn="1">
  <p:cSld name="Closing page">
    <p:spTree>
      <p:nvGrpSpPr>
        <p:cNvPr id="1" name=""/>
        <p:cNvGrpSpPr/>
        <p:nvPr/>
      </p:nvGrpSpPr>
      <p:grpSpPr>
        <a:xfrm>
          <a:off x="0" y="0"/>
          <a:ext cx="0" cy="0"/>
          <a:chOff x="0" y="0"/>
          <a:chExt cx="0" cy="0"/>
        </a:xfrm>
      </p:grpSpPr>
      <p:pic>
        <p:nvPicPr>
          <p:cNvPr id="3" name="図 2">
            <a:extLst>
              <a:ext uri="{FF2B5EF4-FFF2-40B4-BE49-F238E27FC236}">
                <a16:creationId xmlns:a16="http://schemas.microsoft.com/office/drawing/2014/main" id="{9BC69335-2DC7-4BE9-B3C4-6BB3F4B5BB5E}"/>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5377789" y="0"/>
            <a:ext cx="3766211" cy="5143499"/>
          </a:xfrm>
          <a:prstGeom prst="rect">
            <a:avLst/>
          </a:prstGeom>
        </p:spPr>
      </p:pic>
      <p:sp>
        <p:nvSpPr>
          <p:cNvPr id="5" name="Footer Placeholder 4"/>
          <p:cNvSpPr>
            <a:spLocks noGrp="1"/>
          </p:cNvSpPr>
          <p:nvPr>
            <p:ph type="ftr" sz="quarter" idx="11"/>
          </p:nvPr>
        </p:nvSpPr>
        <p:spPr/>
        <p:txBody>
          <a:bodyPr/>
          <a:lstStyle>
            <a:lvl1pPr>
              <a:defRPr>
                <a:solidFill>
                  <a:schemeClr val="tx1"/>
                </a:solidFill>
              </a:defRPr>
            </a:lvl1pPr>
          </a:lstStyle>
          <a:p>
            <a:r>
              <a:rPr kumimoji="1" lang="en-US" altLang="ja-JP"/>
              <a:t>© 2022 Fujitsu Limited</a:t>
            </a:r>
            <a:endParaRPr kumimoji="1" lang="ja-JP" altLang="en-US"/>
          </a:p>
        </p:txBody>
      </p:sp>
      <p:sp>
        <p:nvSpPr>
          <p:cNvPr id="15" name="Slide Number Placeholder 5">
            <a:extLst>
              <a:ext uri="{FF2B5EF4-FFF2-40B4-BE49-F238E27FC236}">
                <a16:creationId xmlns:a16="http://schemas.microsoft.com/office/drawing/2014/main" id="{7D8338C9-50E0-476B-A1C1-2CD93525E330}"/>
              </a:ext>
            </a:extLst>
          </p:cNvPr>
          <p:cNvSpPr>
            <a:spLocks noGrp="1"/>
          </p:cNvSpPr>
          <p:nvPr>
            <p:ph type="sldNum" sz="quarter" idx="4"/>
          </p:nvPr>
        </p:nvSpPr>
        <p:spPr bwMode="gray">
          <a:xfrm>
            <a:off x="4302000" y="4878000"/>
            <a:ext cx="540000" cy="122400"/>
          </a:xfrm>
          <a:prstGeom prst="rect">
            <a:avLst/>
          </a:prstGeom>
        </p:spPr>
        <p:txBody>
          <a:bodyPr vert="horz" lIns="0" tIns="0" rIns="0" bIns="0" rtlCol="0" anchor="ctr"/>
          <a:lstStyle>
            <a:lvl1pPr algn="ctr">
              <a:defRPr sz="800">
                <a:solidFill>
                  <a:schemeClr val="bg1"/>
                </a:solidFill>
                <a:latin typeface="Arial" panose="020B0604020202020204" pitchFamily="34" charset="0"/>
                <a:cs typeface="Arial" panose="020B0604020202020204" pitchFamily="34" charset="0"/>
              </a:defRPr>
            </a:lvl1pPr>
          </a:lstStyle>
          <a:p>
            <a:fld id="{4D029D89-7B63-4C94-AD4D-2E4D6BB83637}" type="slidenum">
              <a:rPr kumimoji="1" lang="ja-JP" altLang="en-US" smtClean="0"/>
              <a:pPr/>
              <a:t>‹#›</a:t>
            </a:fld>
            <a:endParaRPr kumimoji="1" lang="ja-JP" altLang="en-US"/>
          </a:p>
        </p:txBody>
      </p:sp>
      <p:pic>
        <p:nvPicPr>
          <p:cNvPr id="16" name="Picture 56" descr="Fujitsu">
            <a:extLst>
              <a:ext uri="{FF2B5EF4-FFF2-40B4-BE49-F238E27FC236}">
                <a16:creationId xmlns:a16="http://schemas.microsoft.com/office/drawing/2014/main" id="{9EF27093-A849-437A-9361-64716AE462EC}"/>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7864250" y="4761"/>
            <a:ext cx="1126108" cy="685800"/>
          </a:xfrm>
          <a:prstGeom prst="rect">
            <a:avLst/>
          </a:prstGeom>
        </p:spPr>
      </p:pic>
      <p:pic>
        <p:nvPicPr>
          <p:cNvPr id="17" name="Picture 6">
            <a:extLst>
              <a:ext uri="{FF2B5EF4-FFF2-40B4-BE49-F238E27FC236}">
                <a16:creationId xmlns:a16="http://schemas.microsoft.com/office/drawing/2014/main" id="{DDB5B8BE-19D7-4E92-8193-1EEAE32BB00E}"/>
              </a:ext>
              <a:ext uri="{C183D7F6-B498-43B3-948B-1728B52AA6E4}">
                <adec:decorative xmlns:adec="http://schemas.microsoft.com/office/drawing/2017/decorative" val="1"/>
              </a:ext>
            </a:extLst>
          </p:cNvPr>
          <p:cNvPicPr>
            <a:picLocks noChangeAspect="1"/>
          </p:cNvPicPr>
          <p:nvPr userDrawn="1"/>
        </p:nvPicPr>
        <p:blipFill>
          <a:blip r:embed="rId4">
            <a:extLst>
              <a:ext uri="{28A0092B-C50C-407E-A947-70E740481C1C}">
                <a14:useLocalDpi xmlns:a14="http://schemas.microsoft.com/office/drawing/2010/main" val="0"/>
              </a:ext>
            </a:extLst>
          </a:blip>
          <a:srcRect/>
          <a:stretch/>
        </p:blipFill>
        <p:spPr>
          <a:xfrm>
            <a:off x="3123792" y="816608"/>
            <a:ext cx="4543220" cy="3510283"/>
          </a:xfrm>
          <a:prstGeom prst="rect">
            <a:avLst/>
          </a:prstGeom>
        </p:spPr>
      </p:pic>
      <p:pic>
        <p:nvPicPr>
          <p:cNvPr id="7" name="Picture 23" descr="A picture containing icon&#10;&#10;Description automatically generated">
            <a:extLst>
              <a:ext uri="{FF2B5EF4-FFF2-40B4-BE49-F238E27FC236}">
                <a16:creationId xmlns:a16="http://schemas.microsoft.com/office/drawing/2014/main" id="{FFAD7CF4-8971-481D-B462-B9FB7396BE41}"/>
              </a:ext>
            </a:extLst>
          </p:cNvPr>
          <p:cNvPicPr>
            <a:picLocks noChangeAspect="1"/>
          </p:cNvPicPr>
          <p:nvPr userDrawn="1"/>
        </p:nvPicPr>
        <p:blipFill rotWithShape="1">
          <a:blip r:embed="rId5" cstate="print">
            <a:extLst>
              <a:ext uri="{28A0092B-C50C-407E-A947-70E740481C1C}">
                <a14:useLocalDpi xmlns:a14="http://schemas.microsoft.com/office/drawing/2010/main" val="0"/>
              </a:ext>
            </a:extLst>
          </a:blip>
          <a:srcRect/>
          <a:stretch/>
        </p:blipFill>
        <p:spPr>
          <a:xfrm>
            <a:off x="9264043" y="-14287"/>
            <a:ext cx="670272" cy="3374707"/>
          </a:xfrm>
          <a:prstGeom prst="rect">
            <a:avLst/>
          </a:prstGeom>
        </p:spPr>
      </p:pic>
    </p:spTree>
    <p:extLst>
      <p:ext uri="{BB962C8B-B14F-4D97-AF65-F5344CB8AC3E}">
        <p14:creationId xmlns:p14="http://schemas.microsoft.com/office/powerpoint/2010/main" val="1735700369"/>
      </p:ext>
    </p:extLst>
  </p:cSld>
  <p:clrMapOvr>
    <a:masterClrMapping/>
  </p:clrMapOvr>
  <p:hf hdr="0"/>
  <p:extLst>
    <p:ext uri="{DCECCB84-F9BA-43D5-87BE-67443E8EF086}">
      <p15:sldGuideLst xmlns:p15="http://schemas.microsoft.com/office/powerpoint/2012/main">
        <p15:guide id="1" orient="horz" pos="1597">
          <p15:clr>
            <a:srgbClr val="FBAE40"/>
          </p15:clr>
        </p15:guide>
        <p15:guide id="2" pos="288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type="twoColTx">
  <p:cSld name="タイトルと 2 段組みテキスト">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a:t>マスター タイトルの書式設定</a:t>
            </a:r>
          </a:p>
        </p:txBody>
      </p:sp>
      <p:sp>
        <p:nvSpPr>
          <p:cNvPr id="3" name="テキスト プレースホルダー 2"/>
          <p:cNvSpPr>
            <a:spLocks noGrp="1"/>
          </p:cNvSpPr>
          <p:nvPr>
            <p:ph type="body" sz="half" idx="1"/>
          </p:nvPr>
        </p:nvSpPr>
        <p:spPr>
          <a:xfrm>
            <a:off x="233363" y="1080755"/>
            <a:ext cx="4246562" cy="3742170"/>
          </a:xfrm>
        </p:spPr>
        <p:txBody>
          <a:bodyPr/>
          <a:lstStyle>
            <a:lvl1pPr>
              <a:defRPr sz="2799"/>
            </a:lvl1pPr>
            <a:lvl2pPr>
              <a:defRPr sz="2399"/>
            </a:lvl2pPr>
            <a:lvl3pPr>
              <a:defRPr sz="1999"/>
            </a:lvl3pPr>
            <a:lvl4pPr>
              <a:defRPr sz="1799"/>
            </a:lvl4pPr>
            <a:lvl5pPr>
              <a:defRPr sz="1799"/>
            </a:lvl5pPr>
            <a:lvl6pPr>
              <a:defRPr sz="1799"/>
            </a:lvl6pPr>
            <a:lvl7pPr>
              <a:defRPr sz="1799"/>
            </a:lvl7pPr>
            <a:lvl8pPr>
              <a:defRPr sz="1799"/>
            </a:lvl8pPr>
            <a:lvl9pPr>
              <a:defRPr sz="1799"/>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テキスト プレースホルダー 3"/>
          <p:cNvSpPr>
            <a:spLocks noGrp="1"/>
          </p:cNvSpPr>
          <p:nvPr>
            <p:ph type="body" sz="half" idx="2"/>
          </p:nvPr>
        </p:nvSpPr>
        <p:spPr>
          <a:xfrm>
            <a:off x="4632326" y="1080755"/>
            <a:ext cx="4246563" cy="3742170"/>
          </a:xfrm>
        </p:spPr>
        <p:txBody>
          <a:bodyPr/>
          <a:lstStyle>
            <a:lvl1pPr>
              <a:defRPr sz="2799"/>
            </a:lvl1pPr>
            <a:lvl2pPr>
              <a:defRPr sz="2399"/>
            </a:lvl2pPr>
            <a:lvl3pPr>
              <a:defRPr sz="1999"/>
            </a:lvl3pPr>
            <a:lvl4pPr>
              <a:defRPr sz="1799"/>
            </a:lvl4pPr>
            <a:lvl5pPr>
              <a:defRPr sz="1799"/>
            </a:lvl5pPr>
            <a:lvl6pPr>
              <a:defRPr sz="1799"/>
            </a:lvl6pPr>
            <a:lvl7pPr>
              <a:defRPr sz="1799"/>
            </a:lvl7pPr>
            <a:lvl8pPr>
              <a:defRPr sz="1799"/>
            </a:lvl8pPr>
            <a:lvl9pPr>
              <a:defRPr sz="1799"/>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フッター プレースホルダー 4"/>
          <p:cNvSpPr>
            <a:spLocks noGrp="1"/>
          </p:cNvSpPr>
          <p:nvPr>
            <p:ph type="ftr" sz="quarter" idx="10"/>
          </p:nvPr>
        </p:nvSpPr>
        <p:spPr/>
        <p:txBody>
          <a:bodyPr/>
          <a:lstStyle/>
          <a:p>
            <a:r>
              <a:rPr lang="de-DE" altLang="ja-JP"/>
              <a:t>Copyright 2019 FUJITSU LIMITED</a:t>
            </a:r>
            <a:endParaRPr lang="de-DE" altLang="ja-JP" dirty="0"/>
          </a:p>
        </p:txBody>
      </p:sp>
      <p:sp>
        <p:nvSpPr>
          <p:cNvPr id="6" name="スライド番号プレースホルダー 5"/>
          <p:cNvSpPr>
            <a:spLocks noGrp="1"/>
          </p:cNvSpPr>
          <p:nvPr>
            <p:ph type="sldNum" sz="quarter" idx="11"/>
          </p:nvPr>
        </p:nvSpPr>
        <p:spPr/>
        <p:txBody>
          <a:bodyPr/>
          <a:lstStyle/>
          <a:p>
            <a:fld id="{2145D5DA-CF11-4C66-BB26-5DC06B07024B}" type="slidenum">
              <a:rPr lang="de-DE" altLang="ja-JP" smtClean="0"/>
              <a:pPr/>
              <a:t>‹#›</a:t>
            </a:fld>
            <a:endParaRPr lang="de-DE" altLang="ja-JP"/>
          </a:p>
        </p:txBody>
      </p:sp>
    </p:spTree>
    <p:extLst>
      <p:ext uri="{BB962C8B-B14F-4D97-AF65-F5344CB8AC3E}">
        <p14:creationId xmlns:p14="http://schemas.microsoft.com/office/powerpoint/2010/main" val="293226699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itleOnly">
  <p:cSld name="タイトルのみ">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lvl1pPr>
              <a:defRPr sz="1999">
                <a:latin typeface="Meiryo UI" panose="020B0604030504040204" pitchFamily="50" charset="-128"/>
                <a:ea typeface="Meiryo UI" panose="020B0604030504040204" pitchFamily="50" charset="-128"/>
              </a:defRPr>
            </a:lvl1pPr>
          </a:lstStyle>
          <a:p>
            <a:r>
              <a:rPr lang="ja-JP" altLang="en-US"/>
              <a:t>マスター タイトルの書式設定</a:t>
            </a:r>
          </a:p>
        </p:txBody>
      </p:sp>
      <p:sp>
        <p:nvSpPr>
          <p:cNvPr id="3" name="フッター プレースホルダー 2"/>
          <p:cNvSpPr>
            <a:spLocks noGrp="1"/>
          </p:cNvSpPr>
          <p:nvPr>
            <p:ph type="ftr" sz="quarter" idx="10"/>
          </p:nvPr>
        </p:nvSpPr>
        <p:spPr/>
        <p:txBody>
          <a:bodyPr/>
          <a:lstStyle>
            <a:lvl1pPr>
              <a:defRPr/>
            </a:lvl1pPr>
          </a:lstStyle>
          <a:p>
            <a:r>
              <a:rPr lang="de-DE" altLang="ja-JP"/>
              <a:t>Copyright 2019 FUJITSU LIMITED</a:t>
            </a:r>
            <a:endParaRPr lang="de-DE" altLang="ja-JP" dirty="0"/>
          </a:p>
        </p:txBody>
      </p:sp>
      <p:sp>
        <p:nvSpPr>
          <p:cNvPr id="4" name="スライド番号プレースホルダー 3"/>
          <p:cNvSpPr>
            <a:spLocks noGrp="1"/>
          </p:cNvSpPr>
          <p:nvPr>
            <p:ph type="sldNum" sz="quarter" idx="11"/>
          </p:nvPr>
        </p:nvSpPr>
        <p:spPr/>
        <p:txBody>
          <a:bodyPr/>
          <a:lstStyle>
            <a:lvl1pPr>
              <a:defRPr/>
            </a:lvl1pPr>
          </a:lstStyle>
          <a:p>
            <a:fld id="{72E657AC-4808-49C2-85C9-9B8A09B04136}" type="slidenum">
              <a:rPr lang="de-DE" altLang="ja-JP"/>
              <a:pPr/>
              <a:t>‹#›</a:t>
            </a:fld>
            <a:endParaRPr lang="de-DE" altLang="ja-JP"/>
          </a:p>
        </p:txBody>
      </p:sp>
    </p:spTree>
    <p:extLst>
      <p:ext uri="{BB962C8B-B14F-4D97-AF65-F5344CB8AC3E}">
        <p14:creationId xmlns:p14="http://schemas.microsoft.com/office/powerpoint/2010/main" val="3811433355"/>
      </p:ext>
    </p:extLst>
  </p:cSld>
  <p:clrMapOvr>
    <a:masterClrMapping/>
  </p:clrMapOvr>
  <p:hf hdr="0"/>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Title Master">
    <p:spTree>
      <p:nvGrpSpPr>
        <p:cNvPr id="1" name=""/>
        <p:cNvGrpSpPr/>
        <p:nvPr/>
      </p:nvGrpSpPr>
      <p:grpSpPr>
        <a:xfrm>
          <a:off x="0" y="0"/>
          <a:ext cx="0" cy="0"/>
          <a:chOff x="0" y="0"/>
          <a:chExt cx="0" cy="0"/>
        </a:xfrm>
      </p:grpSpPr>
      <p:pic>
        <p:nvPicPr>
          <p:cNvPr id="7" name="図 6">
            <a:extLst>
              <a:ext uri="{FF2B5EF4-FFF2-40B4-BE49-F238E27FC236}">
                <a16:creationId xmlns:a16="http://schemas.microsoft.com/office/drawing/2014/main" id="{19D25779-D7C4-4143-A45C-C33C6C23A7FA}"/>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6600977" y="0"/>
            <a:ext cx="2541279" cy="5143500"/>
          </a:xfrm>
          <a:prstGeom prst="rect">
            <a:avLst/>
          </a:prstGeom>
        </p:spPr>
      </p:pic>
      <p:sp>
        <p:nvSpPr>
          <p:cNvPr id="2" name="Title 1"/>
          <p:cNvSpPr>
            <a:spLocks noGrp="1"/>
          </p:cNvSpPr>
          <p:nvPr>
            <p:ph type="ctrTitle" hasCustomPrompt="1"/>
          </p:nvPr>
        </p:nvSpPr>
        <p:spPr>
          <a:xfrm>
            <a:off x="233999" y="1116000"/>
            <a:ext cx="5400000" cy="1440000"/>
          </a:xfrm>
        </p:spPr>
        <p:txBody>
          <a:bodyPr anchor="b">
            <a:noAutofit/>
          </a:bodyPr>
          <a:lstStyle>
            <a:lvl1pPr algn="l">
              <a:defRPr sz="3200">
                <a:solidFill>
                  <a:schemeClr val="tx1"/>
                </a:solidFill>
              </a:defRPr>
            </a:lvl1pPr>
          </a:lstStyle>
          <a:p>
            <a:r>
              <a:rPr lang="ja-JP" altLang="en-US" dirty="0"/>
              <a:t>タイトルを入力</a:t>
            </a:r>
            <a:endParaRPr lang="en-US" dirty="0"/>
          </a:p>
        </p:txBody>
      </p:sp>
      <p:sp>
        <p:nvSpPr>
          <p:cNvPr id="3" name="Subtitle 2"/>
          <p:cNvSpPr>
            <a:spLocks noGrp="1"/>
          </p:cNvSpPr>
          <p:nvPr>
            <p:ph type="subTitle" idx="1" hasCustomPrompt="1"/>
          </p:nvPr>
        </p:nvSpPr>
        <p:spPr>
          <a:xfrm>
            <a:off x="234000" y="3067200"/>
            <a:ext cx="4748400" cy="1260000"/>
          </a:xfrm>
        </p:spPr>
        <p:txBody>
          <a:bodyPr anchor="t" anchorCtr="0">
            <a:noAutofit/>
          </a:bodyPr>
          <a:lstStyle>
            <a:lvl1pPr marL="0" indent="0" algn="l">
              <a:buNone/>
              <a:defRPr sz="1800">
                <a:solidFill>
                  <a:schemeClr val="tx1"/>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ja-JP" altLang="en-US" dirty="0"/>
              <a:t>サブタイトルを入力</a:t>
            </a:r>
            <a:endParaRPr lang="en-US" dirty="0"/>
          </a:p>
        </p:txBody>
      </p:sp>
      <p:sp>
        <p:nvSpPr>
          <p:cNvPr id="5" name="Footer Placeholder 4"/>
          <p:cNvSpPr>
            <a:spLocks noGrp="1"/>
          </p:cNvSpPr>
          <p:nvPr>
            <p:ph type="ftr" sz="quarter" idx="11"/>
          </p:nvPr>
        </p:nvSpPr>
        <p:spPr/>
        <p:txBody>
          <a:bodyPr/>
          <a:lstStyle>
            <a:lvl1pPr>
              <a:defRPr>
                <a:solidFill>
                  <a:schemeClr val="tx1"/>
                </a:solidFill>
              </a:defRPr>
            </a:lvl1pPr>
          </a:lstStyle>
          <a:p>
            <a:r>
              <a:rPr kumimoji="1" lang="en-US" altLang="ja-JP"/>
              <a:t>© 2022 Fujitsu Limited</a:t>
            </a:r>
            <a:endParaRPr kumimoji="1" lang="ja-JP" altLang="en-US"/>
          </a:p>
        </p:txBody>
      </p:sp>
      <p:sp>
        <p:nvSpPr>
          <p:cNvPr id="17" name="Slide Number Placeholder 5">
            <a:extLst>
              <a:ext uri="{FF2B5EF4-FFF2-40B4-BE49-F238E27FC236}">
                <a16:creationId xmlns:a16="http://schemas.microsoft.com/office/drawing/2014/main" id="{9CEB1D94-ADFB-4280-B2F5-5620C7410479}"/>
              </a:ext>
            </a:extLst>
          </p:cNvPr>
          <p:cNvSpPr>
            <a:spLocks noGrp="1"/>
          </p:cNvSpPr>
          <p:nvPr>
            <p:ph type="sldNum" sz="quarter" idx="4"/>
          </p:nvPr>
        </p:nvSpPr>
        <p:spPr bwMode="gray">
          <a:xfrm>
            <a:off x="4302000" y="4878000"/>
            <a:ext cx="540000" cy="122400"/>
          </a:xfrm>
          <a:prstGeom prst="rect">
            <a:avLst/>
          </a:prstGeom>
        </p:spPr>
        <p:txBody>
          <a:bodyPr vert="horz" lIns="0" tIns="0" rIns="0" bIns="0" rtlCol="0" anchor="ctr"/>
          <a:lstStyle>
            <a:lvl1pPr algn="ctr">
              <a:defRPr sz="800">
                <a:solidFill>
                  <a:schemeClr val="bg1"/>
                </a:solidFill>
                <a:latin typeface="Arial" panose="020B0604020202020204" pitchFamily="34" charset="0"/>
                <a:cs typeface="Arial" panose="020B0604020202020204" pitchFamily="34" charset="0"/>
              </a:defRPr>
            </a:lvl1pPr>
          </a:lstStyle>
          <a:p>
            <a:fld id="{4D029D89-7B63-4C94-AD4D-2E4D6BB83637}" type="slidenum">
              <a:rPr kumimoji="1" lang="ja-JP" altLang="en-US" smtClean="0"/>
              <a:pPr/>
              <a:t>‹#›</a:t>
            </a:fld>
            <a:endParaRPr kumimoji="1" lang="ja-JP" altLang="en-US"/>
          </a:p>
        </p:txBody>
      </p:sp>
      <p:pic>
        <p:nvPicPr>
          <p:cNvPr id="18" name="Picture 56" descr="Fujitsu">
            <a:extLst>
              <a:ext uri="{FF2B5EF4-FFF2-40B4-BE49-F238E27FC236}">
                <a16:creationId xmlns:a16="http://schemas.microsoft.com/office/drawing/2014/main" id="{FF210DAF-58ED-45C8-BFCA-219D6DD5F37F}"/>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7864250" y="4761"/>
            <a:ext cx="1126108" cy="685800"/>
          </a:xfrm>
          <a:prstGeom prst="rect">
            <a:avLst/>
          </a:prstGeom>
        </p:spPr>
      </p:pic>
      <p:pic>
        <p:nvPicPr>
          <p:cNvPr id="19" name="Picture 28">
            <a:extLst>
              <a:ext uri="{FF2B5EF4-FFF2-40B4-BE49-F238E27FC236}">
                <a16:creationId xmlns:a16="http://schemas.microsoft.com/office/drawing/2014/main" id="{35197805-CD3F-4477-AD03-41B0E801DC6A}"/>
              </a:ext>
              <a:ext uri="{C183D7F6-B498-43B3-948B-1728B52AA6E4}">
                <adec:decorative xmlns:adec="http://schemas.microsoft.com/office/drawing/2017/decorative" val="1"/>
              </a:ext>
            </a:extLst>
          </p:cNvPr>
          <p:cNvPicPr>
            <a:picLocks noChangeAspect="1"/>
          </p:cNvPicPr>
          <p:nvPr userDrawn="1"/>
        </p:nvPicPr>
        <p:blipFill>
          <a:blip r:embed="rId4">
            <a:extLst>
              <a:ext uri="{28A0092B-C50C-407E-A947-70E740481C1C}">
                <a14:useLocalDpi xmlns:a14="http://schemas.microsoft.com/office/drawing/2010/main" val="0"/>
              </a:ext>
            </a:extLst>
          </a:blip>
          <a:srcRect/>
          <a:stretch/>
        </p:blipFill>
        <p:spPr>
          <a:xfrm>
            <a:off x="4310377" y="816608"/>
            <a:ext cx="4543220" cy="3510283"/>
          </a:xfrm>
          <a:prstGeom prst="rect">
            <a:avLst/>
          </a:prstGeom>
        </p:spPr>
      </p:pic>
      <p:pic>
        <p:nvPicPr>
          <p:cNvPr id="10" name="Picture 23" descr="A picture containing icon&#10;&#10;Description automatically generated">
            <a:extLst>
              <a:ext uri="{FF2B5EF4-FFF2-40B4-BE49-F238E27FC236}">
                <a16:creationId xmlns:a16="http://schemas.microsoft.com/office/drawing/2014/main" id="{0DED4972-5584-4145-8549-BCA63EE6B55F}"/>
              </a:ext>
            </a:extLst>
          </p:cNvPr>
          <p:cNvPicPr>
            <a:picLocks noChangeAspect="1"/>
          </p:cNvPicPr>
          <p:nvPr userDrawn="1"/>
        </p:nvPicPr>
        <p:blipFill rotWithShape="1">
          <a:blip r:embed="rId5" cstate="print">
            <a:extLst>
              <a:ext uri="{28A0092B-C50C-407E-A947-70E740481C1C}">
                <a14:useLocalDpi xmlns:a14="http://schemas.microsoft.com/office/drawing/2010/main" val="0"/>
              </a:ext>
            </a:extLst>
          </a:blip>
          <a:srcRect/>
          <a:stretch/>
        </p:blipFill>
        <p:spPr>
          <a:xfrm>
            <a:off x="9264043" y="-14287"/>
            <a:ext cx="670272" cy="3374707"/>
          </a:xfrm>
          <a:prstGeom prst="rect">
            <a:avLst/>
          </a:prstGeom>
        </p:spPr>
      </p:pic>
      <p:pic>
        <p:nvPicPr>
          <p:cNvPr id="13" name="SD_FUJITSU-RESTRICTED">
            <a:extLst>
              <a:ext uri="{FF2B5EF4-FFF2-40B4-BE49-F238E27FC236}">
                <a16:creationId xmlns:a16="http://schemas.microsoft.com/office/drawing/2014/main" id="{9DAA83BF-9971-4C45-99EA-EDC01DB9CF41}"/>
              </a:ext>
            </a:extLst>
          </p:cNvPr>
          <p:cNvPicPr>
            <a:picLocks noChangeAspect="1"/>
          </p:cNvPicPr>
          <p:nvPr userDrawn="1"/>
        </p:nvPicPr>
        <p:blipFill>
          <a:blip r:embed="rId6">
            <a:extLst>
              <a:ext uri="{28A0092B-C50C-407E-A947-70E740481C1C}">
                <a14:useLocalDpi xmlns:a14="http://schemas.microsoft.com/office/drawing/2010/main" val="0"/>
              </a:ext>
            </a:extLst>
          </a:blip>
          <a:stretch>
            <a:fillRect/>
          </a:stretch>
        </p:blipFill>
        <p:spPr>
          <a:xfrm>
            <a:off x="230400" y="4863874"/>
            <a:ext cx="1292691" cy="166263"/>
          </a:xfrm>
          <a:prstGeom prst="rect">
            <a:avLst/>
          </a:prstGeom>
        </p:spPr>
      </p:pic>
    </p:spTree>
    <p:extLst>
      <p:ext uri="{BB962C8B-B14F-4D97-AF65-F5344CB8AC3E}">
        <p14:creationId xmlns:p14="http://schemas.microsoft.com/office/powerpoint/2010/main" val="2448635607"/>
      </p:ext>
    </p:extLst>
  </p:cSld>
  <p:clrMapOvr>
    <a:masterClrMapping/>
  </p:clrMapOvr>
  <p:hf hdr="0"/>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type="title" preserve="1">
  <p:cSld name="Section dividers">
    <p:spTree>
      <p:nvGrpSpPr>
        <p:cNvPr id="1" name=""/>
        <p:cNvGrpSpPr/>
        <p:nvPr/>
      </p:nvGrpSpPr>
      <p:grpSpPr>
        <a:xfrm>
          <a:off x="0" y="0"/>
          <a:ext cx="0" cy="0"/>
          <a:chOff x="0" y="0"/>
          <a:chExt cx="0" cy="0"/>
        </a:xfrm>
      </p:grpSpPr>
      <p:pic>
        <p:nvPicPr>
          <p:cNvPr id="19" name="図 16">
            <a:extLst>
              <a:ext uri="{FF2B5EF4-FFF2-40B4-BE49-F238E27FC236}">
                <a16:creationId xmlns:a16="http://schemas.microsoft.com/office/drawing/2014/main" id="{B6BEA493-F0D5-40FB-A9DB-1AAB035EDFD6}"/>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0" y="0"/>
            <a:ext cx="9144000" cy="5145024"/>
          </a:xfrm>
          <a:prstGeom prst="rect">
            <a:avLst/>
          </a:prstGeom>
        </p:spPr>
      </p:pic>
      <p:sp>
        <p:nvSpPr>
          <p:cNvPr id="2" name="Title 1"/>
          <p:cNvSpPr>
            <a:spLocks noGrp="1"/>
          </p:cNvSpPr>
          <p:nvPr>
            <p:ph type="ctrTitle" hasCustomPrompt="1"/>
          </p:nvPr>
        </p:nvSpPr>
        <p:spPr>
          <a:xfrm>
            <a:off x="234000" y="1116000"/>
            <a:ext cx="8280000" cy="1440000"/>
          </a:xfrm>
        </p:spPr>
        <p:txBody>
          <a:bodyPr anchor="b">
            <a:noAutofit/>
          </a:bodyPr>
          <a:lstStyle>
            <a:lvl1pPr algn="l">
              <a:defRPr sz="3200">
                <a:solidFill>
                  <a:schemeClr val="bg1"/>
                </a:solidFill>
              </a:defRPr>
            </a:lvl1pPr>
          </a:lstStyle>
          <a:p>
            <a:r>
              <a:rPr lang="ja-JP" altLang="en-US" dirty="0"/>
              <a:t>タイトルを入力</a:t>
            </a:r>
            <a:endParaRPr lang="en-US" dirty="0"/>
          </a:p>
        </p:txBody>
      </p:sp>
      <p:sp>
        <p:nvSpPr>
          <p:cNvPr id="3" name="Subtitle 2"/>
          <p:cNvSpPr>
            <a:spLocks noGrp="1"/>
          </p:cNvSpPr>
          <p:nvPr>
            <p:ph type="subTitle" idx="1" hasCustomPrompt="1"/>
          </p:nvPr>
        </p:nvSpPr>
        <p:spPr>
          <a:xfrm>
            <a:off x="234000" y="2710800"/>
            <a:ext cx="8280000" cy="1447200"/>
          </a:xfrm>
        </p:spPr>
        <p:txBody>
          <a:bodyPr>
            <a:noAutofit/>
          </a:bodyPr>
          <a:lstStyle>
            <a:lvl1pPr marL="0" indent="0" algn="l">
              <a:buNone/>
              <a:defRPr sz="2000">
                <a:solidFill>
                  <a:schemeClr val="bg1"/>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ja-JP" altLang="en-US" dirty="0"/>
              <a:t>サブタイトルを入力</a:t>
            </a:r>
            <a:endParaRPr lang="en-US" dirty="0"/>
          </a:p>
        </p:txBody>
      </p:sp>
      <p:sp>
        <p:nvSpPr>
          <p:cNvPr id="5" name="Footer Placeholder 4"/>
          <p:cNvSpPr>
            <a:spLocks noGrp="1"/>
          </p:cNvSpPr>
          <p:nvPr>
            <p:ph type="ftr" sz="quarter" idx="11"/>
          </p:nvPr>
        </p:nvSpPr>
        <p:spPr/>
        <p:txBody>
          <a:bodyPr/>
          <a:lstStyle>
            <a:lvl1pPr>
              <a:defRPr>
                <a:solidFill>
                  <a:schemeClr val="bg1"/>
                </a:solidFill>
              </a:defRPr>
            </a:lvl1pPr>
          </a:lstStyle>
          <a:p>
            <a:r>
              <a:rPr kumimoji="1" lang="en-US" altLang="ja-JP"/>
              <a:t>© 2022 Fujitsu Limited</a:t>
            </a:r>
            <a:endParaRPr kumimoji="1" lang="ja-JP" altLang="en-US"/>
          </a:p>
        </p:txBody>
      </p:sp>
      <p:sp>
        <p:nvSpPr>
          <p:cNvPr id="6" name="Slide Number Placeholder 5"/>
          <p:cNvSpPr>
            <a:spLocks noGrp="1"/>
          </p:cNvSpPr>
          <p:nvPr>
            <p:ph type="sldNum" sz="quarter" idx="12"/>
          </p:nvPr>
        </p:nvSpPr>
        <p:spPr>
          <a:xfrm>
            <a:off x="4302000" y="4878000"/>
            <a:ext cx="540000" cy="122400"/>
          </a:xfrm>
          <a:prstGeom prst="rect">
            <a:avLst/>
          </a:prstGeom>
        </p:spPr>
        <p:txBody>
          <a:bodyPr/>
          <a:lstStyle>
            <a:lvl1pPr>
              <a:defRPr>
                <a:solidFill>
                  <a:schemeClr val="bg1"/>
                </a:solidFill>
              </a:defRPr>
            </a:lvl1pPr>
          </a:lstStyle>
          <a:p>
            <a:fld id="{4D029D89-7B63-4C94-AD4D-2E4D6BB83637}" type="slidenum">
              <a:rPr kumimoji="1" lang="ja-JP" altLang="en-US" smtClean="0"/>
              <a:pPr/>
              <a:t>‹#›</a:t>
            </a:fld>
            <a:endParaRPr kumimoji="1" lang="ja-JP" altLang="en-US"/>
          </a:p>
        </p:txBody>
      </p:sp>
      <p:pic>
        <p:nvPicPr>
          <p:cNvPr id="23" name="Picture 56" descr="Fujitsu">
            <a:extLst>
              <a:ext uri="{FF2B5EF4-FFF2-40B4-BE49-F238E27FC236}">
                <a16:creationId xmlns:a16="http://schemas.microsoft.com/office/drawing/2014/main" id="{66189DD1-C42C-4DA0-B3B6-F020A1EEF96D}"/>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7864250" y="4761"/>
            <a:ext cx="1126108" cy="685800"/>
          </a:xfrm>
          <a:prstGeom prst="rect">
            <a:avLst/>
          </a:prstGeom>
        </p:spPr>
      </p:pic>
      <p:pic>
        <p:nvPicPr>
          <p:cNvPr id="9" name="Picture 23" descr="A picture containing icon&#10;&#10;Description automatically generated">
            <a:extLst>
              <a:ext uri="{FF2B5EF4-FFF2-40B4-BE49-F238E27FC236}">
                <a16:creationId xmlns:a16="http://schemas.microsoft.com/office/drawing/2014/main" id="{5F807242-279B-4377-A477-F7B49C4B40AF}"/>
              </a:ext>
            </a:extLst>
          </p:cNvPr>
          <p:cNvPicPr>
            <a:picLocks noChangeAspect="1"/>
          </p:cNvPicPr>
          <p:nvPr userDrawn="1"/>
        </p:nvPicPr>
        <p:blipFill rotWithShape="1">
          <a:blip r:embed="rId4" cstate="print">
            <a:extLst>
              <a:ext uri="{28A0092B-C50C-407E-A947-70E740481C1C}">
                <a14:useLocalDpi xmlns:a14="http://schemas.microsoft.com/office/drawing/2010/main" val="0"/>
              </a:ext>
            </a:extLst>
          </a:blip>
          <a:srcRect/>
          <a:stretch/>
        </p:blipFill>
        <p:spPr>
          <a:xfrm>
            <a:off x="9264043" y="-14287"/>
            <a:ext cx="670272" cy="3374707"/>
          </a:xfrm>
          <a:prstGeom prst="rect">
            <a:avLst/>
          </a:prstGeom>
        </p:spPr>
      </p:pic>
      <p:pic>
        <p:nvPicPr>
          <p:cNvPr id="13" name="SD_FUJITSU-RESTRICTED">
            <a:extLst>
              <a:ext uri="{FF2B5EF4-FFF2-40B4-BE49-F238E27FC236}">
                <a16:creationId xmlns:a16="http://schemas.microsoft.com/office/drawing/2014/main" id="{E16436DF-0DBD-4AB8-951F-2C722B871539}"/>
              </a:ext>
            </a:extLst>
          </p:cNvPr>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230400" y="4863874"/>
            <a:ext cx="1292691" cy="166263"/>
          </a:xfrm>
          <a:prstGeom prst="rect">
            <a:avLst/>
          </a:prstGeom>
        </p:spPr>
      </p:pic>
    </p:spTree>
    <p:extLst>
      <p:ext uri="{BB962C8B-B14F-4D97-AF65-F5344CB8AC3E}">
        <p14:creationId xmlns:p14="http://schemas.microsoft.com/office/powerpoint/2010/main" val="1302701309"/>
      </p:ext>
    </p:extLst>
  </p:cSld>
  <p:clrMapOvr>
    <a:masterClrMapping/>
  </p:clrMapOvr>
  <p:hf hdr="0"/>
</p:sldLayout>
</file>

<file path=ppt/slideLayouts/slideLayout23.xml><?xml version="1.0" encoding="utf-8"?>
<p:sldLayout xmlns:a="http://schemas.openxmlformats.org/drawingml/2006/main" xmlns:r="http://schemas.openxmlformats.org/officeDocument/2006/relationships" xmlns:p="http://schemas.openxmlformats.org/presentationml/2006/main" type="obj" preserve="1">
  <p:cSld name="Text 1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dirty="0"/>
              <a:t>マスター タイトルの書式設定</a:t>
            </a:r>
            <a:endParaRPr lang="en-US" dirty="0"/>
          </a:p>
        </p:txBody>
      </p:sp>
      <p:sp>
        <p:nvSpPr>
          <p:cNvPr id="3" name="Content Placeholder 2"/>
          <p:cNvSpPr>
            <a:spLocks noGrp="1"/>
          </p:cNvSpPr>
          <p:nvPr>
            <p:ph idx="1"/>
          </p:nvPr>
        </p:nvSpPr>
        <p:spPr/>
        <p:txBody>
          <a:bodyPr/>
          <a:lstStyle/>
          <a:p>
            <a:pPr lvl="0"/>
            <a:r>
              <a:rPr lang="ja-JP" altLang="en-US" dirty="0"/>
              <a:t>マスター テキストの書式設定</a:t>
            </a:r>
          </a:p>
          <a:p>
            <a:pPr lvl="1"/>
            <a:r>
              <a:rPr lang="ja-JP" altLang="en-US" dirty="0"/>
              <a:t>第</a:t>
            </a:r>
            <a:r>
              <a:rPr lang="en-US" altLang="ja-JP" dirty="0"/>
              <a:t>2 </a:t>
            </a:r>
            <a:r>
              <a:rPr lang="ja-JP" altLang="en-US" dirty="0"/>
              <a:t>レベル</a:t>
            </a:r>
          </a:p>
          <a:p>
            <a:pPr lvl="2"/>
            <a:r>
              <a:rPr lang="ja-JP" altLang="en-US" dirty="0"/>
              <a:t>第</a:t>
            </a:r>
            <a:r>
              <a:rPr lang="en-US" altLang="ja-JP" dirty="0"/>
              <a:t>3 </a:t>
            </a:r>
            <a:r>
              <a:rPr lang="ja-JP" altLang="en-US" dirty="0"/>
              <a:t>レベル</a:t>
            </a:r>
          </a:p>
          <a:p>
            <a:pPr lvl="3"/>
            <a:r>
              <a:rPr lang="ja-JP" altLang="en-US" dirty="0"/>
              <a:t>第</a:t>
            </a:r>
            <a:r>
              <a:rPr lang="en-US" altLang="ja-JP" dirty="0"/>
              <a:t>4 </a:t>
            </a:r>
            <a:r>
              <a:rPr lang="ja-JP" altLang="en-US" dirty="0"/>
              <a:t>レベル</a:t>
            </a:r>
          </a:p>
          <a:p>
            <a:pPr lvl="4"/>
            <a:r>
              <a:rPr lang="ja-JP" altLang="en-US" dirty="0"/>
              <a:t>第</a:t>
            </a:r>
            <a:r>
              <a:rPr lang="en-US" altLang="ja-JP" dirty="0"/>
              <a:t>5 </a:t>
            </a:r>
            <a:r>
              <a:rPr lang="ja-JP" altLang="en-US" dirty="0"/>
              <a:t>レベル</a:t>
            </a:r>
            <a:endParaRPr lang="en-US" altLang="ja-JP" dirty="0"/>
          </a:p>
          <a:p>
            <a:pPr lvl="5"/>
            <a:r>
              <a:rPr lang="ja-JP" altLang="en-US" dirty="0"/>
              <a:t>テキスト</a:t>
            </a:r>
            <a:endParaRPr lang="en-US" altLang="ja-JP" dirty="0"/>
          </a:p>
          <a:p>
            <a:pPr lvl="6"/>
            <a:r>
              <a:rPr lang="ja-JP" altLang="en-US" dirty="0"/>
              <a:t>テキスト</a:t>
            </a:r>
            <a:endParaRPr lang="en-US" altLang="ja-JP" dirty="0"/>
          </a:p>
          <a:p>
            <a:pPr lvl="7"/>
            <a:r>
              <a:rPr lang="ja-JP" altLang="en-US" dirty="0"/>
              <a:t>テキスト</a:t>
            </a:r>
            <a:endParaRPr lang="en-US" altLang="ja-JP" dirty="0"/>
          </a:p>
          <a:p>
            <a:pPr lvl="8"/>
            <a:r>
              <a:rPr lang="ja-JP" altLang="en-US" dirty="0"/>
              <a:t>テキスト</a:t>
            </a:r>
            <a:endParaRPr lang="en-US" dirty="0"/>
          </a:p>
        </p:txBody>
      </p:sp>
      <p:sp>
        <p:nvSpPr>
          <p:cNvPr id="5" name="Footer Placeholder 4"/>
          <p:cNvSpPr>
            <a:spLocks noGrp="1"/>
          </p:cNvSpPr>
          <p:nvPr>
            <p:ph type="ftr" sz="quarter" idx="11"/>
          </p:nvPr>
        </p:nvSpPr>
        <p:spPr/>
        <p:txBody>
          <a:bodyPr/>
          <a:lstStyle/>
          <a:p>
            <a:r>
              <a:rPr kumimoji="1" lang="en-US" altLang="ja-JP"/>
              <a:t>© 2022 Fujitsu Limited</a:t>
            </a:r>
            <a:endParaRPr kumimoji="1" lang="ja-JP" altLang="en-US"/>
          </a:p>
        </p:txBody>
      </p:sp>
      <p:sp>
        <p:nvSpPr>
          <p:cNvPr id="6" name="Slide Number Placeholder 5"/>
          <p:cNvSpPr>
            <a:spLocks noGrp="1"/>
          </p:cNvSpPr>
          <p:nvPr>
            <p:ph type="sldNum" sz="quarter" idx="12"/>
          </p:nvPr>
        </p:nvSpPr>
        <p:spPr>
          <a:xfrm>
            <a:off x="4302000" y="4878000"/>
            <a:ext cx="540000" cy="122400"/>
          </a:xfrm>
          <a:prstGeom prst="rect">
            <a:avLst/>
          </a:prstGeom>
        </p:spPr>
        <p:txBody>
          <a:bodyPr/>
          <a:lstStyle/>
          <a:p>
            <a:fld id="{4D029D89-7B63-4C94-AD4D-2E4D6BB83637}" type="slidenum">
              <a:rPr kumimoji="1" lang="ja-JP" altLang="en-US" smtClean="0"/>
              <a:t>‹#›</a:t>
            </a:fld>
            <a:endParaRPr kumimoji="1" lang="ja-JP" altLang="en-US"/>
          </a:p>
        </p:txBody>
      </p:sp>
    </p:spTree>
    <p:extLst>
      <p:ext uri="{BB962C8B-B14F-4D97-AF65-F5344CB8AC3E}">
        <p14:creationId xmlns:p14="http://schemas.microsoft.com/office/powerpoint/2010/main" val="2079544677"/>
      </p:ext>
    </p:extLst>
  </p:cSld>
  <p:clrMapOvr>
    <a:masterClrMapping/>
  </p:clrMapOvr>
  <p:hf hdr="0"/>
</p:sldLayout>
</file>

<file path=ppt/slideLayouts/slideLayout24.xml><?xml version="1.0" encoding="utf-8"?>
<p:sldLayout xmlns:a="http://schemas.openxmlformats.org/drawingml/2006/main" xmlns:r="http://schemas.openxmlformats.org/officeDocument/2006/relationships" xmlns:p="http://schemas.openxmlformats.org/presentationml/2006/main" type="twoObj" preserve="1">
  <p:cSld name="Text 2 column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dirty="0"/>
              <a:t>マスター タイトルの書式設定</a:t>
            </a:r>
            <a:endParaRPr lang="en-US" dirty="0"/>
          </a:p>
        </p:txBody>
      </p:sp>
      <p:sp>
        <p:nvSpPr>
          <p:cNvPr id="3" name="Content Placeholder 2"/>
          <p:cNvSpPr>
            <a:spLocks noGrp="1"/>
          </p:cNvSpPr>
          <p:nvPr>
            <p:ph sz="half" idx="1"/>
          </p:nvPr>
        </p:nvSpPr>
        <p:spPr>
          <a:xfrm>
            <a:off x="230400" y="950400"/>
            <a:ext cx="4280400" cy="3787200"/>
          </a:xfrm>
        </p:spPr>
        <p:txBody>
          <a:bodyPr/>
          <a:lstStyle>
            <a:lvl4pPr>
              <a:defRPr sz="1400"/>
            </a:lvl4pPr>
            <a:lvl5pPr>
              <a:defRPr sz="1400"/>
            </a:lvl5pPr>
            <a:lvl6pPr>
              <a:defRPr sz="1400"/>
            </a:lvl6pPr>
            <a:lvl7pPr>
              <a:defRPr sz="1400"/>
            </a:lvl7pPr>
            <a:lvl8pPr>
              <a:defRPr sz="1400"/>
            </a:lvl8pPr>
            <a:lvl9pPr>
              <a:defRPr sz="1400"/>
            </a:lvl9pPr>
          </a:lstStyle>
          <a:p>
            <a:pPr lvl="0"/>
            <a:r>
              <a:rPr lang="ja-JP" altLang="en-US" dirty="0"/>
              <a:t>マスター テキストの書式設定</a:t>
            </a:r>
          </a:p>
          <a:p>
            <a:pPr lvl="1"/>
            <a:r>
              <a:rPr lang="ja-JP" altLang="en-US" dirty="0"/>
              <a:t>第</a:t>
            </a:r>
            <a:r>
              <a:rPr lang="en-US" altLang="ja-JP" dirty="0"/>
              <a:t>2 </a:t>
            </a:r>
            <a:r>
              <a:rPr lang="ja-JP" altLang="en-US" dirty="0"/>
              <a:t>レベル</a:t>
            </a:r>
          </a:p>
          <a:p>
            <a:pPr lvl="2"/>
            <a:r>
              <a:rPr lang="ja-JP" altLang="en-US" dirty="0"/>
              <a:t>第</a:t>
            </a:r>
            <a:r>
              <a:rPr lang="en-US" altLang="ja-JP" dirty="0"/>
              <a:t>3 </a:t>
            </a:r>
            <a:r>
              <a:rPr lang="ja-JP" altLang="en-US" dirty="0"/>
              <a:t>レベル</a:t>
            </a:r>
          </a:p>
          <a:p>
            <a:pPr lvl="3"/>
            <a:r>
              <a:rPr lang="ja-JP" altLang="en-US" dirty="0"/>
              <a:t>第</a:t>
            </a:r>
            <a:r>
              <a:rPr lang="en-US" altLang="ja-JP" dirty="0"/>
              <a:t>4 </a:t>
            </a:r>
            <a:r>
              <a:rPr lang="ja-JP" altLang="en-US" dirty="0"/>
              <a:t>レベル</a:t>
            </a:r>
          </a:p>
          <a:p>
            <a:pPr lvl="4"/>
            <a:r>
              <a:rPr lang="ja-JP" altLang="en-US" dirty="0"/>
              <a:t>第</a:t>
            </a:r>
            <a:r>
              <a:rPr lang="en-US" altLang="ja-JP" dirty="0"/>
              <a:t>5 </a:t>
            </a:r>
            <a:r>
              <a:rPr lang="ja-JP" altLang="en-US" dirty="0"/>
              <a:t>レベル</a:t>
            </a:r>
            <a:endParaRPr lang="en-US" altLang="ja-JP" dirty="0"/>
          </a:p>
          <a:p>
            <a:pPr lvl="5"/>
            <a:r>
              <a:rPr lang="ja-JP" altLang="en-US" dirty="0"/>
              <a:t>テキスト</a:t>
            </a:r>
            <a:endParaRPr lang="en-US" altLang="ja-JP" dirty="0"/>
          </a:p>
          <a:p>
            <a:pPr lvl="6"/>
            <a:r>
              <a:rPr lang="ja-JP" altLang="en-US" dirty="0"/>
              <a:t>テキスト</a:t>
            </a:r>
            <a:endParaRPr lang="en-US" altLang="ja-JP" dirty="0"/>
          </a:p>
          <a:p>
            <a:pPr lvl="7"/>
            <a:r>
              <a:rPr lang="ja-JP" altLang="en-US" dirty="0"/>
              <a:t>テキスト</a:t>
            </a:r>
            <a:endParaRPr lang="en-US" altLang="ja-JP" dirty="0"/>
          </a:p>
          <a:p>
            <a:pPr lvl="8"/>
            <a:r>
              <a:rPr lang="ja-JP" altLang="en-US" dirty="0"/>
              <a:t>テキスト</a:t>
            </a:r>
            <a:endParaRPr lang="en-US" dirty="0"/>
          </a:p>
        </p:txBody>
      </p:sp>
      <p:sp>
        <p:nvSpPr>
          <p:cNvPr id="4" name="Content Placeholder 3"/>
          <p:cNvSpPr>
            <a:spLocks noGrp="1"/>
          </p:cNvSpPr>
          <p:nvPr>
            <p:ph sz="half" idx="2"/>
          </p:nvPr>
        </p:nvSpPr>
        <p:spPr>
          <a:xfrm>
            <a:off x="4629600" y="950400"/>
            <a:ext cx="4280400" cy="3787200"/>
          </a:xfrm>
        </p:spPr>
        <p:txBody>
          <a:bodyPr/>
          <a:lstStyle>
            <a:lvl4pPr>
              <a:defRPr sz="1400"/>
            </a:lvl4pPr>
            <a:lvl5pPr>
              <a:defRPr sz="1400"/>
            </a:lvl5pPr>
            <a:lvl6pPr>
              <a:defRPr sz="1400"/>
            </a:lvl6pPr>
            <a:lvl7pPr>
              <a:defRPr sz="1400"/>
            </a:lvl7pPr>
            <a:lvl8pPr>
              <a:defRPr sz="1400"/>
            </a:lvl8pPr>
            <a:lvl9pPr>
              <a:defRPr sz="1400"/>
            </a:lvl9pPr>
          </a:lstStyle>
          <a:p>
            <a:pPr lvl="0"/>
            <a:r>
              <a:rPr lang="ja-JP" altLang="en-US" dirty="0"/>
              <a:t>マスター テキストの書式設定</a:t>
            </a:r>
          </a:p>
          <a:p>
            <a:pPr lvl="1"/>
            <a:r>
              <a:rPr lang="ja-JP" altLang="en-US" dirty="0"/>
              <a:t>第</a:t>
            </a:r>
            <a:r>
              <a:rPr lang="en-US" altLang="ja-JP" dirty="0"/>
              <a:t>2 </a:t>
            </a:r>
            <a:r>
              <a:rPr lang="ja-JP" altLang="en-US" dirty="0"/>
              <a:t>レベル</a:t>
            </a:r>
          </a:p>
          <a:p>
            <a:pPr lvl="2"/>
            <a:r>
              <a:rPr lang="ja-JP" altLang="en-US" dirty="0"/>
              <a:t>第</a:t>
            </a:r>
            <a:r>
              <a:rPr lang="en-US" altLang="ja-JP" dirty="0"/>
              <a:t>3 </a:t>
            </a:r>
            <a:r>
              <a:rPr lang="ja-JP" altLang="en-US" dirty="0"/>
              <a:t>レベル</a:t>
            </a:r>
          </a:p>
          <a:p>
            <a:pPr lvl="3"/>
            <a:r>
              <a:rPr lang="ja-JP" altLang="en-US" dirty="0"/>
              <a:t>第</a:t>
            </a:r>
            <a:r>
              <a:rPr lang="en-US" altLang="ja-JP" dirty="0"/>
              <a:t>4 </a:t>
            </a:r>
            <a:r>
              <a:rPr lang="ja-JP" altLang="en-US" dirty="0"/>
              <a:t>レベル</a:t>
            </a:r>
          </a:p>
          <a:p>
            <a:pPr lvl="4"/>
            <a:r>
              <a:rPr lang="ja-JP" altLang="en-US" dirty="0"/>
              <a:t>第</a:t>
            </a:r>
            <a:r>
              <a:rPr lang="en-US" altLang="ja-JP" dirty="0"/>
              <a:t>5 </a:t>
            </a:r>
            <a:r>
              <a:rPr lang="ja-JP" altLang="en-US" dirty="0"/>
              <a:t>レベル</a:t>
            </a:r>
            <a:endParaRPr lang="en-US" altLang="ja-JP" dirty="0"/>
          </a:p>
          <a:p>
            <a:pPr lvl="5"/>
            <a:r>
              <a:rPr lang="ja-JP" altLang="en-US" dirty="0"/>
              <a:t>テキスト</a:t>
            </a:r>
            <a:endParaRPr lang="en-US" altLang="ja-JP" dirty="0"/>
          </a:p>
          <a:p>
            <a:pPr lvl="6"/>
            <a:r>
              <a:rPr lang="ja-JP" altLang="en-US" dirty="0"/>
              <a:t>テキスト</a:t>
            </a:r>
            <a:endParaRPr lang="en-US" altLang="ja-JP" dirty="0"/>
          </a:p>
          <a:p>
            <a:pPr lvl="7"/>
            <a:r>
              <a:rPr lang="ja-JP" altLang="en-US" dirty="0"/>
              <a:t>テキスト</a:t>
            </a:r>
            <a:endParaRPr lang="en-US" altLang="ja-JP" dirty="0"/>
          </a:p>
          <a:p>
            <a:pPr lvl="8"/>
            <a:r>
              <a:rPr lang="ja-JP" altLang="en-US" dirty="0"/>
              <a:t>テキスト</a:t>
            </a:r>
            <a:endParaRPr lang="en-US" dirty="0"/>
          </a:p>
        </p:txBody>
      </p:sp>
      <p:sp>
        <p:nvSpPr>
          <p:cNvPr id="6" name="Footer Placeholder 5"/>
          <p:cNvSpPr>
            <a:spLocks noGrp="1"/>
          </p:cNvSpPr>
          <p:nvPr>
            <p:ph type="ftr" sz="quarter" idx="11"/>
          </p:nvPr>
        </p:nvSpPr>
        <p:spPr/>
        <p:txBody>
          <a:bodyPr/>
          <a:lstStyle/>
          <a:p>
            <a:r>
              <a:rPr kumimoji="1" lang="en-US" altLang="ja-JP"/>
              <a:t>© 2022 Fujitsu Limited</a:t>
            </a:r>
            <a:endParaRPr kumimoji="1" lang="ja-JP" altLang="en-US"/>
          </a:p>
        </p:txBody>
      </p:sp>
      <p:sp>
        <p:nvSpPr>
          <p:cNvPr id="7" name="Slide Number Placeholder 6"/>
          <p:cNvSpPr>
            <a:spLocks noGrp="1"/>
          </p:cNvSpPr>
          <p:nvPr>
            <p:ph type="sldNum" sz="quarter" idx="12"/>
          </p:nvPr>
        </p:nvSpPr>
        <p:spPr>
          <a:xfrm>
            <a:off x="4302000" y="4878000"/>
            <a:ext cx="540000" cy="122400"/>
          </a:xfrm>
          <a:prstGeom prst="rect">
            <a:avLst/>
          </a:prstGeom>
        </p:spPr>
        <p:txBody>
          <a:bodyPr/>
          <a:lstStyle/>
          <a:p>
            <a:fld id="{4D029D89-7B63-4C94-AD4D-2E4D6BB83637}" type="slidenum">
              <a:rPr kumimoji="1" lang="ja-JP" altLang="en-US" smtClean="0"/>
              <a:t>‹#›</a:t>
            </a:fld>
            <a:endParaRPr kumimoji="1" lang="ja-JP" altLang="en-US"/>
          </a:p>
        </p:txBody>
      </p:sp>
    </p:spTree>
    <p:extLst>
      <p:ext uri="{BB962C8B-B14F-4D97-AF65-F5344CB8AC3E}">
        <p14:creationId xmlns:p14="http://schemas.microsoft.com/office/powerpoint/2010/main" val="3137674412"/>
      </p:ext>
    </p:extLst>
  </p:cSld>
  <p:clrMapOvr>
    <a:masterClrMapping/>
  </p:clrMapOvr>
  <p:hf hdr="0"/>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dirty="0"/>
              <a:t>マスター タイトルの書式設定</a:t>
            </a:r>
            <a:endParaRPr lang="en-US" dirty="0"/>
          </a:p>
        </p:txBody>
      </p:sp>
      <p:sp>
        <p:nvSpPr>
          <p:cNvPr id="6" name="Footer Placeholder 5"/>
          <p:cNvSpPr>
            <a:spLocks noGrp="1"/>
          </p:cNvSpPr>
          <p:nvPr>
            <p:ph type="ftr" sz="quarter" idx="11"/>
          </p:nvPr>
        </p:nvSpPr>
        <p:spPr/>
        <p:txBody>
          <a:bodyPr/>
          <a:lstStyle/>
          <a:p>
            <a:r>
              <a:rPr kumimoji="1" lang="en-US" altLang="ja-JP"/>
              <a:t>© 2022 Fujitsu Limited</a:t>
            </a:r>
            <a:endParaRPr kumimoji="1" lang="ja-JP" altLang="en-US"/>
          </a:p>
        </p:txBody>
      </p:sp>
      <p:sp>
        <p:nvSpPr>
          <p:cNvPr id="7" name="Slide Number Placeholder 6"/>
          <p:cNvSpPr>
            <a:spLocks noGrp="1"/>
          </p:cNvSpPr>
          <p:nvPr>
            <p:ph type="sldNum" sz="quarter" idx="12"/>
          </p:nvPr>
        </p:nvSpPr>
        <p:spPr>
          <a:xfrm>
            <a:off x="4302000" y="4878000"/>
            <a:ext cx="540000" cy="122400"/>
          </a:xfrm>
          <a:prstGeom prst="rect">
            <a:avLst/>
          </a:prstGeom>
        </p:spPr>
        <p:txBody>
          <a:bodyPr/>
          <a:lstStyle/>
          <a:p>
            <a:fld id="{4D029D89-7B63-4C94-AD4D-2E4D6BB83637}" type="slidenum">
              <a:rPr kumimoji="1" lang="ja-JP" altLang="en-US" smtClean="0"/>
              <a:t>‹#›</a:t>
            </a:fld>
            <a:endParaRPr kumimoji="1" lang="ja-JP" altLang="en-US"/>
          </a:p>
        </p:txBody>
      </p:sp>
    </p:spTree>
    <p:extLst>
      <p:ext uri="{BB962C8B-B14F-4D97-AF65-F5344CB8AC3E}">
        <p14:creationId xmlns:p14="http://schemas.microsoft.com/office/powerpoint/2010/main" val="549929558"/>
      </p:ext>
    </p:extLst>
  </p:cSld>
  <p:clrMapOvr>
    <a:masterClrMapping/>
  </p:clrMapOvr>
  <p:hf hdr="0"/>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userDrawn="1">
  <p:cSld name="Closing page">
    <p:spTree>
      <p:nvGrpSpPr>
        <p:cNvPr id="1" name=""/>
        <p:cNvGrpSpPr/>
        <p:nvPr/>
      </p:nvGrpSpPr>
      <p:grpSpPr>
        <a:xfrm>
          <a:off x="0" y="0"/>
          <a:ext cx="0" cy="0"/>
          <a:chOff x="0" y="0"/>
          <a:chExt cx="0" cy="0"/>
        </a:xfrm>
      </p:grpSpPr>
      <p:pic>
        <p:nvPicPr>
          <p:cNvPr id="3" name="図 2">
            <a:extLst>
              <a:ext uri="{FF2B5EF4-FFF2-40B4-BE49-F238E27FC236}">
                <a16:creationId xmlns:a16="http://schemas.microsoft.com/office/drawing/2014/main" id="{20F7A85D-E715-40B8-B6D0-2647D95A1EF7}"/>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5377789" y="0"/>
            <a:ext cx="3766211" cy="5143499"/>
          </a:xfrm>
          <a:prstGeom prst="rect">
            <a:avLst/>
          </a:prstGeom>
        </p:spPr>
      </p:pic>
      <p:sp>
        <p:nvSpPr>
          <p:cNvPr id="5" name="Footer Placeholder 4"/>
          <p:cNvSpPr>
            <a:spLocks noGrp="1"/>
          </p:cNvSpPr>
          <p:nvPr>
            <p:ph type="ftr" sz="quarter" idx="11"/>
          </p:nvPr>
        </p:nvSpPr>
        <p:spPr/>
        <p:txBody>
          <a:bodyPr/>
          <a:lstStyle>
            <a:lvl1pPr>
              <a:defRPr>
                <a:solidFill>
                  <a:schemeClr val="tx1"/>
                </a:solidFill>
              </a:defRPr>
            </a:lvl1pPr>
          </a:lstStyle>
          <a:p>
            <a:r>
              <a:rPr kumimoji="1" lang="en-US" altLang="ja-JP"/>
              <a:t>© 2022 Fujitsu Limited</a:t>
            </a:r>
            <a:endParaRPr kumimoji="1" lang="ja-JP" altLang="en-US"/>
          </a:p>
        </p:txBody>
      </p:sp>
      <p:sp>
        <p:nvSpPr>
          <p:cNvPr id="15" name="Slide Number Placeholder 5">
            <a:extLst>
              <a:ext uri="{FF2B5EF4-FFF2-40B4-BE49-F238E27FC236}">
                <a16:creationId xmlns:a16="http://schemas.microsoft.com/office/drawing/2014/main" id="{5B00353B-7D46-40D9-8913-630C98CFC9BB}"/>
              </a:ext>
            </a:extLst>
          </p:cNvPr>
          <p:cNvSpPr>
            <a:spLocks noGrp="1"/>
          </p:cNvSpPr>
          <p:nvPr>
            <p:ph type="sldNum" sz="quarter" idx="4"/>
          </p:nvPr>
        </p:nvSpPr>
        <p:spPr bwMode="gray">
          <a:xfrm>
            <a:off x="4302000" y="4878000"/>
            <a:ext cx="540000" cy="122400"/>
          </a:xfrm>
          <a:prstGeom prst="rect">
            <a:avLst/>
          </a:prstGeom>
        </p:spPr>
        <p:txBody>
          <a:bodyPr vert="horz" lIns="0" tIns="0" rIns="0" bIns="0" rtlCol="0" anchor="ctr"/>
          <a:lstStyle>
            <a:lvl1pPr algn="ctr">
              <a:defRPr sz="800">
                <a:solidFill>
                  <a:schemeClr val="bg1"/>
                </a:solidFill>
                <a:latin typeface="Arial" panose="020B0604020202020204" pitchFamily="34" charset="0"/>
                <a:cs typeface="Arial" panose="020B0604020202020204" pitchFamily="34" charset="0"/>
              </a:defRPr>
            </a:lvl1pPr>
          </a:lstStyle>
          <a:p>
            <a:fld id="{4D029D89-7B63-4C94-AD4D-2E4D6BB83637}" type="slidenum">
              <a:rPr kumimoji="1" lang="ja-JP" altLang="en-US" smtClean="0"/>
              <a:pPr/>
              <a:t>‹#›</a:t>
            </a:fld>
            <a:endParaRPr kumimoji="1" lang="ja-JP" altLang="en-US"/>
          </a:p>
        </p:txBody>
      </p:sp>
      <p:pic>
        <p:nvPicPr>
          <p:cNvPr id="16" name="Picture 56" descr="Fujitsu">
            <a:extLst>
              <a:ext uri="{FF2B5EF4-FFF2-40B4-BE49-F238E27FC236}">
                <a16:creationId xmlns:a16="http://schemas.microsoft.com/office/drawing/2014/main" id="{9FEFD5D6-714F-4118-AF52-E2417F34A7DB}"/>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7864250" y="4761"/>
            <a:ext cx="1126108" cy="685800"/>
          </a:xfrm>
          <a:prstGeom prst="rect">
            <a:avLst/>
          </a:prstGeom>
        </p:spPr>
      </p:pic>
      <p:pic>
        <p:nvPicPr>
          <p:cNvPr id="17" name="Picture 6">
            <a:extLst>
              <a:ext uri="{FF2B5EF4-FFF2-40B4-BE49-F238E27FC236}">
                <a16:creationId xmlns:a16="http://schemas.microsoft.com/office/drawing/2014/main" id="{A54813E5-185C-472F-9F62-43989AC6851C}"/>
              </a:ext>
              <a:ext uri="{C183D7F6-B498-43B3-948B-1728B52AA6E4}">
                <adec:decorative xmlns:adec="http://schemas.microsoft.com/office/drawing/2017/decorative" val="1"/>
              </a:ext>
            </a:extLst>
          </p:cNvPr>
          <p:cNvPicPr>
            <a:picLocks noChangeAspect="1"/>
          </p:cNvPicPr>
          <p:nvPr userDrawn="1"/>
        </p:nvPicPr>
        <p:blipFill>
          <a:blip r:embed="rId4">
            <a:extLst>
              <a:ext uri="{28A0092B-C50C-407E-A947-70E740481C1C}">
                <a14:useLocalDpi xmlns:a14="http://schemas.microsoft.com/office/drawing/2010/main" val="0"/>
              </a:ext>
            </a:extLst>
          </a:blip>
          <a:srcRect/>
          <a:stretch/>
        </p:blipFill>
        <p:spPr>
          <a:xfrm>
            <a:off x="3123792" y="816608"/>
            <a:ext cx="4543220" cy="3510283"/>
          </a:xfrm>
          <a:prstGeom prst="rect">
            <a:avLst/>
          </a:prstGeom>
        </p:spPr>
      </p:pic>
      <p:pic>
        <p:nvPicPr>
          <p:cNvPr id="7" name="Picture 23" descr="A picture containing icon&#10;&#10;Description automatically generated">
            <a:extLst>
              <a:ext uri="{FF2B5EF4-FFF2-40B4-BE49-F238E27FC236}">
                <a16:creationId xmlns:a16="http://schemas.microsoft.com/office/drawing/2014/main" id="{91D060E1-1300-465B-8503-5C66F182C871}"/>
              </a:ext>
            </a:extLst>
          </p:cNvPr>
          <p:cNvPicPr>
            <a:picLocks noChangeAspect="1"/>
          </p:cNvPicPr>
          <p:nvPr userDrawn="1"/>
        </p:nvPicPr>
        <p:blipFill rotWithShape="1">
          <a:blip r:embed="rId5" cstate="print">
            <a:extLst>
              <a:ext uri="{28A0092B-C50C-407E-A947-70E740481C1C}">
                <a14:useLocalDpi xmlns:a14="http://schemas.microsoft.com/office/drawing/2010/main" val="0"/>
              </a:ext>
            </a:extLst>
          </a:blip>
          <a:srcRect/>
          <a:stretch/>
        </p:blipFill>
        <p:spPr>
          <a:xfrm>
            <a:off x="9264043" y="-14287"/>
            <a:ext cx="670272" cy="3374707"/>
          </a:xfrm>
          <a:prstGeom prst="rect">
            <a:avLst/>
          </a:prstGeom>
        </p:spPr>
      </p:pic>
    </p:spTree>
    <p:extLst>
      <p:ext uri="{BB962C8B-B14F-4D97-AF65-F5344CB8AC3E}">
        <p14:creationId xmlns:p14="http://schemas.microsoft.com/office/powerpoint/2010/main" val="3929536990"/>
      </p:ext>
    </p:extLst>
  </p:cSld>
  <p:clrMapOvr>
    <a:masterClrMapping/>
  </p:clrMapOvr>
  <p:hf hdr="0"/>
  <p:extLst>
    <p:ext uri="{DCECCB84-F9BA-43D5-87BE-67443E8EF086}">
      <p15:sldGuideLst xmlns:p15="http://schemas.microsoft.com/office/powerpoint/2012/main">
        <p15:guide id="1" orient="horz" pos="1597">
          <p15:clr>
            <a:srgbClr val="FBAE40"/>
          </p15:clr>
        </p15:guide>
        <p15:guide id="2" pos="2880">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preserve="1" userDrawn="1">
  <p:cSld name="Title Master">
    <p:spTree>
      <p:nvGrpSpPr>
        <p:cNvPr id="1" name=""/>
        <p:cNvGrpSpPr/>
        <p:nvPr/>
      </p:nvGrpSpPr>
      <p:grpSpPr>
        <a:xfrm>
          <a:off x="0" y="0"/>
          <a:ext cx="0" cy="0"/>
          <a:chOff x="0" y="0"/>
          <a:chExt cx="0" cy="0"/>
        </a:xfrm>
      </p:grpSpPr>
      <p:pic>
        <p:nvPicPr>
          <p:cNvPr id="14" name="図 13">
            <a:extLst>
              <a:ext uri="{FF2B5EF4-FFF2-40B4-BE49-F238E27FC236}">
                <a16:creationId xmlns:a16="http://schemas.microsoft.com/office/drawing/2014/main" id="{6B15DF13-15E3-44BC-9435-C62B6B6302EB}"/>
              </a:ext>
              <a:ext uri="{C183D7F6-B498-43B3-948B-1728B52AA6E4}">
                <adec:decorative xmlns:adec="http://schemas.microsoft.com/office/drawing/2017/decorative" val="1"/>
              </a:ext>
            </a:extLst>
          </p:cNvPr>
          <p:cNvPicPr>
            <a:picLocks/>
          </p:cNvPicPr>
          <p:nvPr userDrawn="1"/>
        </p:nvPicPr>
        <p:blipFill>
          <a:blip r:embed="rId2">
            <a:extLst>
              <a:ext uri="{28A0092B-C50C-407E-A947-70E740481C1C}">
                <a14:useLocalDpi xmlns:a14="http://schemas.microsoft.com/office/drawing/2010/main" val="0"/>
              </a:ext>
            </a:extLst>
          </a:blip>
          <a:srcRect/>
          <a:stretch/>
        </p:blipFill>
        <p:spPr>
          <a:xfrm>
            <a:off x="6602817" y="0"/>
            <a:ext cx="2540765" cy="5142461"/>
          </a:xfrm>
          <a:prstGeom prst="rect">
            <a:avLst/>
          </a:prstGeom>
        </p:spPr>
      </p:pic>
      <p:sp>
        <p:nvSpPr>
          <p:cNvPr id="2" name="Title 1"/>
          <p:cNvSpPr>
            <a:spLocks noGrp="1"/>
          </p:cNvSpPr>
          <p:nvPr>
            <p:ph type="ctrTitle" hasCustomPrompt="1"/>
          </p:nvPr>
        </p:nvSpPr>
        <p:spPr>
          <a:xfrm>
            <a:off x="233999" y="1116000"/>
            <a:ext cx="5400000" cy="1440000"/>
          </a:xfrm>
        </p:spPr>
        <p:txBody>
          <a:bodyPr anchor="b">
            <a:noAutofit/>
          </a:bodyPr>
          <a:lstStyle>
            <a:lvl1pPr algn="l">
              <a:defRPr sz="3200">
                <a:solidFill>
                  <a:schemeClr val="tx1"/>
                </a:solidFill>
              </a:defRPr>
            </a:lvl1pPr>
          </a:lstStyle>
          <a:p>
            <a:r>
              <a:rPr lang="ja-JP" altLang="en-US" dirty="0"/>
              <a:t>タイトルを入力</a:t>
            </a:r>
            <a:endParaRPr lang="en-US" dirty="0"/>
          </a:p>
        </p:txBody>
      </p:sp>
      <p:sp>
        <p:nvSpPr>
          <p:cNvPr id="3" name="Subtitle 2"/>
          <p:cNvSpPr>
            <a:spLocks noGrp="1"/>
          </p:cNvSpPr>
          <p:nvPr>
            <p:ph type="subTitle" idx="1" hasCustomPrompt="1"/>
          </p:nvPr>
        </p:nvSpPr>
        <p:spPr>
          <a:xfrm>
            <a:off x="234000" y="3067200"/>
            <a:ext cx="4748400" cy="1260000"/>
          </a:xfrm>
        </p:spPr>
        <p:txBody>
          <a:bodyPr anchor="t" anchorCtr="0">
            <a:noAutofit/>
          </a:bodyPr>
          <a:lstStyle>
            <a:lvl1pPr marL="0" indent="0" algn="l">
              <a:buNone/>
              <a:defRPr sz="1800">
                <a:solidFill>
                  <a:schemeClr val="tx1"/>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ja-JP" altLang="en-US" dirty="0"/>
              <a:t>サブタイトルを入力</a:t>
            </a:r>
            <a:endParaRPr lang="en-US" dirty="0"/>
          </a:p>
        </p:txBody>
      </p:sp>
      <p:sp>
        <p:nvSpPr>
          <p:cNvPr id="5" name="Footer Placeholder 4"/>
          <p:cNvSpPr>
            <a:spLocks noGrp="1"/>
          </p:cNvSpPr>
          <p:nvPr>
            <p:ph type="ftr" sz="quarter" idx="11"/>
          </p:nvPr>
        </p:nvSpPr>
        <p:spPr/>
        <p:txBody>
          <a:bodyPr/>
          <a:lstStyle>
            <a:lvl1pPr>
              <a:defRPr>
                <a:solidFill>
                  <a:schemeClr val="tx1"/>
                </a:solidFill>
              </a:defRPr>
            </a:lvl1pPr>
          </a:lstStyle>
          <a:p>
            <a:r>
              <a:rPr kumimoji="1" lang="en-US" altLang="ja-JP"/>
              <a:t>© 2022 Fujitsu Limited</a:t>
            </a:r>
            <a:endParaRPr kumimoji="1" lang="ja-JP" altLang="en-US"/>
          </a:p>
        </p:txBody>
      </p:sp>
      <p:sp>
        <p:nvSpPr>
          <p:cNvPr id="10" name="Slide Number Placeholder 5">
            <a:extLst>
              <a:ext uri="{FF2B5EF4-FFF2-40B4-BE49-F238E27FC236}">
                <a16:creationId xmlns:a16="http://schemas.microsoft.com/office/drawing/2014/main" id="{06F1173B-33CF-40AA-BDF4-1C72C41D9550}"/>
              </a:ext>
            </a:extLst>
          </p:cNvPr>
          <p:cNvSpPr>
            <a:spLocks noGrp="1"/>
          </p:cNvSpPr>
          <p:nvPr>
            <p:ph type="sldNum" sz="quarter" idx="4"/>
          </p:nvPr>
        </p:nvSpPr>
        <p:spPr bwMode="gray">
          <a:xfrm>
            <a:off x="4302000" y="4878000"/>
            <a:ext cx="540000" cy="122400"/>
          </a:xfrm>
          <a:prstGeom prst="rect">
            <a:avLst/>
          </a:prstGeom>
        </p:spPr>
        <p:txBody>
          <a:bodyPr vert="horz" lIns="0" tIns="0" rIns="0" bIns="0" rtlCol="0" anchor="ctr"/>
          <a:lstStyle>
            <a:lvl1pPr algn="ctr">
              <a:defRPr sz="800">
                <a:solidFill>
                  <a:schemeClr val="bg1"/>
                </a:solidFill>
                <a:latin typeface="Arial" panose="020B0604020202020204" pitchFamily="34" charset="0"/>
                <a:cs typeface="Arial" panose="020B0604020202020204" pitchFamily="34" charset="0"/>
              </a:defRPr>
            </a:lvl1pPr>
          </a:lstStyle>
          <a:p>
            <a:fld id="{4D029D89-7B63-4C94-AD4D-2E4D6BB83637}" type="slidenum">
              <a:rPr kumimoji="1" lang="ja-JP" altLang="en-US" smtClean="0"/>
              <a:pPr/>
              <a:t>‹#›</a:t>
            </a:fld>
            <a:endParaRPr kumimoji="1" lang="ja-JP" altLang="en-US"/>
          </a:p>
        </p:txBody>
      </p:sp>
      <p:pic>
        <p:nvPicPr>
          <p:cNvPr id="11" name="Picture 65" descr="Fujitsu">
            <a:extLst>
              <a:ext uri="{FF2B5EF4-FFF2-40B4-BE49-F238E27FC236}">
                <a16:creationId xmlns:a16="http://schemas.microsoft.com/office/drawing/2014/main" id="{914FAD3E-65C3-4429-9EEB-51BDFE2C96CE}"/>
              </a:ext>
            </a:extLst>
          </p:cNvPr>
          <p:cNvPicPr>
            <a:picLocks noChangeAspect="1"/>
          </p:cNvPicPr>
          <p:nvPr userDrawn="1"/>
        </p:nvPicPr>
        <p:blipFill>
          <a:blip r:embed="rId3" cstate="print">
            <a:extLst>
              <a:ext uri="{28A0092B-C50C-407E-A947-70E740481C1C}">
                <a14:useLocalDpi xmlns:a14="http://schemas.microsoft.com/office/drawing/2010/main" val="0"/>
              </a:ext>
            </a:extLst>
          </a:blip>
          <a:srcRect/>
          <a:stretch/>
        </p:blipFill>
        <p:spPr>
          <a:xfrm>
            <a:off x="7864250" y="4761"/>
            <a:ext cx="1126108" cy="685799"/>
          </a:xfrm>
          <a:prstGeom prst="rect">
            <a:avLst/>
          </a:prstGeom>
        </p:spPr>
      </p:pic>
      <p:pic>
        <p:nvPicPr>
          <p:cNvPr id="12" name="Picture 28">
            <a:extLst>
              <a:ext uri="{FF2B5EF4-FFF2-40B4-BE49-F238E27FC236}">
                <a16:creationId xmlns:a16="http://schemas.microsoft.com/office/drawing/2014/main" id="{279EC251-E357-4A5C-B714-8B2D4C1FEE2C}"/>
              </a:ext>
              <a:ext uri="{C183D7F6-B498-43B3-948B-1728B52AA6E4}">
                <adec:decorative xmlns:adec="http://schemas.microsoft.com/office/drawing/2017/decorative" val="1"/>
              </a:ext>
            </a:extLst>
          </p:cNvPr>
          <p:cNvPicPr>
            <a:picLocks noChangeAspect="1"/>
          </p:cNvPicPr>
          <p:nvPr userDrawn="1"/>
        </p:nvPicPr>
        <p:blipFill>
          <a:blip r:embed="rId4">
            <a:extLst>
              <a:ext uri="{28A0092B-C50C-407E-A947-70E740481C1C}">
                <a14:useLocalDpi xmlns:a14="http://schemas.microsoft.com/office/drawing/2010/main" val="0"/>
              </a:ext>
            </a:extLst>
          </a:blip>
          <a:srcRect/>
          <a:stretch/>
        </p:blipFill>
        <p:spPr>
          <a:xfrm>
            <a:off x="4310377" y="816608"/>
            <a:ext cx="4543220" cy="3510283"/>
          </a:xfrm>
          <a:prstGeom prst="rect">
            <a:avLst/>
          </a:prstGeom>
        </p:spPr>
      </p:pic>
      <p:pic>
        <p:nvPicPr>
          <p:cNvPr id="13" name="Picture 23" descr="A picture containing icon&#10;&#10;Description automatically generated">
            <a:extLst>
              <a:ext uri="{FF2B5EF4-FFF2-40B4-BE49-F238E27FC236}">
                <a16:creationId xmlns:a16="http://schemas.microsoft.com/office/drawing/2014/main" id="{127286DE-6153-4B4C-8D18-2065101D75DE}"/>
              </a:ext>
            </a:extLst>
          </p:cNvPr>
          <p:cNvPicPr>
            <a:picLocks noChangeAspect="1"/>
          </p:cNvPicPr>
          <p:nvPr userDrawn="1"/>
        </p:nvPicPr>
        <p:blipFill rotWithShape="1">
          <a:blip r:embed="rId5" cstate="print">
            <a:extLst>
              <a:ext uri="{28A0092B-C50C-407E-A947-70E740481C1C}">
                <a14:useLocalDpi xmlns:a14="http://schemas.microsoft.com/office/drawing/2010/main" val="0"/>
              </a:ext>
            </a:extLst>
          </a:blip>
          <a:srcRect/>
          <a:stretch/>
        </p:blipFill>
        <p:spPr>
          <a:xfrm>
            <a:off x="9264043" y="-14287"/>
            <a:ext cx="670272" cy="3374707"/>
          </a:xfrm>
          <a:prstGeom prst="rect">
            <a:avLst/>
          </a:prstGeom>
        </p:spPr>
      </p:pic>
      <p:pic>
        <p:nvPicPr>
          <p:cNvPr id="16" name="SD_FUJITSU-RESTRICTED">
            <a:extLst>
              <a:ext uri="{FF2B5EF4-FFF2-40B4-BE49-F238E27FC236}">
                <a16:creationId xmlns:a16="http://schemas.microsoft.com/office/drawing/2014/main" id="{13361141-7D79-47AE-A992-6C182780FDD8}"/>
              </a:ext>
            </a:extLst>
          </p:cNvPr>
          <p:cNvPicPr>
            <a:picLocks noChangeAspect="1"/>
          </p:cNvPicPr>
          <p:nvPr userDrawn="1"/>
        </p:nvPicPr>
        <p:blipFill>
          <a:blip r:embed="rId6">
            <a:extLst>
              <a:ext uri="{28A0092B-C50C-407E-A947-70E740481C1C}">
                <a14:useLocalDpi xmlns:a14="http://schemas.microsoft.com/office/drawing/2010/main" val="0"/>
              </a:ext>
            </a:extLst>
          </a:blip>
          <a:stretch>
            <a:fillRect/>
          </a:stretch>
        </p:blipFill>
        <p:spPr>
          <a:xfrm>
            <a:off x="230400" y="4863874"/>
            <a:ext cx="1292691" cy="166263"/>
          </a:xfrm>
          <a:prstGeom prst="rect">
            <a:avLst/>
          </a:prstGeom>
        </p:spPr>
      </p:pic>
    </p:spTree>
    <p:extLst>
      <p:ext uri="{BB962C8B-B14F-4D97-AF65-F5344CB8AC3E}">
        <p14:creationId xmlns:p14="http://schemas.microsoft.com/office/powerpoint/2010/main" val="1515007601"/>
      </p:ext>
    </p:extLst>
  </p:cSld>
  <p:clrMapOvr>
    <a:masterClrMapping/>
  </p:clrMapOvr>
  <p:hf hdr="0"/>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type="title" preserve="1">
  <p:cSld name="Section dividers">
    <p:spTree>
      <p:nvGrpSpPr>
        <p:cNvPr id="1" name=""/>
        <p:cNvGrpSpPr/>
        <p:nvPr/>
      </p:nvGrpSpPr>
      <p:grpSpPr>
        <a:xfrm>
          <a:off x="0" y="0"/>
          <a:ext cx="0" cy="0"/>
          <a:chOff x="0" y="0"/>
          <a:chExt cx="0" cy="0"/>
        </a:xfrm>
      </p:grpSpPr>
      <p:pic>
        <p:nvPicPr>
          <p:cNvPr id="10" name="図 9">
            <a:extLst>
              <a:ext uri="{FF2B5EF4-FFF2-40B4-BE49-F238E27FC236}">
                <a16:creationId xmlns:a16="http://schemas.microsoft.com/office/drawing/2014/main" id="{F3D10E5C-AE94-4D4A-B902-CDFDDFDE191B}"/>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0" y="0"/>
            <a:ext cx="9144000" cy="5145024"/>
          </a:xfrm>
          <a:prstGeom prst="rect">
            <a:avLst/>
          </a:prstGeom>
        </p:spPr>
      </p:pic>
      <p:sp>
        <p:nvSpPr>
          <p:cNvPr id="2" name="Title 1"/>
          <p:cNvSpPr>
            <a:spLocks noGrp="1"/>
          </p:cNvSpPr>
          <p:nvPr>
            <p:ph type="ctrTitle" hasCustomPrompt="1"/>
          </p:nvPr>
        </p:nvSpPr>
        <p:spPr>
          <a:xfrm>
            <a:off x="234000" y="1116000"/>
            <a:ext cx="8280000" cy="1440000"/>
          </a:xfrm>
        </p:spPr>
        <p:txBody>
          <a:bodyPr anchor="b">
            <a:noAutofit/>
          </a:bodyPr>
          <a:lstStyle>
            <a:lvl1pPr algn="l">
              <a:defRPr sz="3200">
                <a:solidFill>
                  <a:schemeClr val="tx1"/>
                </a:solidFill>
              </a:defRPr>
            </a:lvl1pPr>
          </a:lstStyle>
          <a:p>
            <a:r>
              <a:rPr lang="ja-JP" altLang="en-US" dirty="0"/>
              <a:t>タイトルを入力</a:t>
            </a:r>
            <a:endParaRPr lang="en-US" dirty="0"/>
          </a:p>
        </p:txBody>
      </p:sp>
      <p:sp>
        <p:nvSpPr>
          <p:cNvPr id="3" name="Subtitle 2"/>
          <p:cNvSpPr>
            <a:spLocks noGrp="1"/>
          </p:cNvSpPr>
          <p:nvPr>
            <p:ph type="subTitle" idx="1" hasCustomPrompt="1"/>
          </p:nvPr>
        </p:nvSpPr>
        <p:spPr>
          <a:xfrm>
            <a:off x="234000" y="2710800"/>
            <a:ext cx="8280000" cy="1447200"/>
          </a:xfrm>
        </p:spPr>
        <p:txBody>
          <a:bodyPr>
            <a:noAutofit/>
          </a:bodyPr>
          <a:lstStyle>
            <a:lvl1pPr marL="0" indent="0" algn="l">
              <a:buNone/>
              <a:defRPr sz="2000">
                <a:solidFill>
                  <a:schemeClr val="tx1"/>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ja-JP" altLang="en-US" dirty="0"/>
              <a:t>サブタイトルを入力</a:t>
            </a:r>
            <a:endParaRPr lang="en-US" dirty="0"/>
          </a:p>
        </p:txBody>
      </p:sp>
      <p:sp>
        <p:nvSpPr>
          <p:cNvPr id="5" name="Footer Placeholder 4"/>
          <p:cNvSpPr>
            <a:spLocks noGrp="1"/>
          </p:cNvSpPr>
          <p:nvPr>
            <p:ph type="ftr" sz="quarter" idx="11"/>
          </p:nvPr>
        </p:nvSpPr>
        <p:spPr/>
        <p:txBody>
          <a:bodyPr/>
          <a:lstStyle>
            <a:lvl1pPr>
              <a:defRPr>
                <a:solidFill>
                  <a:schemeClr val="tx1"/>
                </a:solidFill>
              </a:defRPr>
            </a:lvl1pPr>
          </a:lstStyle>
          <a:p>
            <a:r>
              <a:rPr kumimoji="1" lang="en-US" altLang="ja-JP"/>
              <a:t>© 2022 Fujitsu Limited</a:t>
            </a:r>
            <a:endParaRPr kumimoji="1" lang="ja-JP" altLang="en-US"/>
          </a:p>
        </p:txBody>
      </p:sp>
      <p:sp>
        <p:nvSpPr>
          <p:cNvPr id="6" name="Slide Number Placeholder 5"/>
          <p:cNvSpPr>
            <a:spLocks noGrp="1"/>
          </p:cNvSpPr>
          <p:nvPr>
            <p:ph type="sldNum" sz="quarter" idx="12"/>
          </p:nvPr>
        </p:nvSpPr>
        <p:spPr>
          <a:xfrm>
            <a:off x="4302000" y="4878000"/>
            <a:ext cx="540000" cy="122400"/>
          </a:xfrm>
          <a:prstGeom prst="rect">
            <a:avLst/>
          </a:prstGeom>
        </p:spPr>
        <p:txBody>
          <a:bodyPr/>
          <a:lstStyle>
            <a:lvl1pPr>
              <a:defRPr>
                <a:solidFill>
                  <a:schemeClr val="tx1"/>
                </a:solidFill>
              </a:defRPr>
            </a:lvl1pPr>
          </a:lstStyle>
          <a:p>
            <a:fld id="{4D029D89-7B63-4C94-AD4D-2E4D6BB83637}" type="slidenum">
              <a:rPr kumimoji="1" lang="ja-JP" altLang="en-US" smtClean="0"/>
              <a:pPr/>
              <a:t>‹#›</a:t>
            </a:fld>
            <a:endParaRPr kumimoji="1" lang="ja-JP" altLang="en-US"/>
          </a:p>
        </p:txBody>
      </p:sp>
      <p:pic>
        <p:nvPicPr>
          <p:cNvPr id="12" name="Picture 65" descr="Fujitsu">
            <a:extLst>
              <a:ext uri="{FF2B5EF4-FFF2-40B4-BE49-F238E27FC236}">
                <a16:creationId xmlns:a16="http://schemas.microsoft.com/office/drawing/2014/main" id="{139DA00E-C566-49A6-824C-F9196B423393}"/>
              </a:ext>
            </a:extLst>
          </p:cNvPr>
          <p:cNvPicPr>
            <a:picLocks noChangeAspect="1"/>
          </p:cNvPicPr>
          <p:nvPr userDrawn="1"/>
        </p:nvPicPr>
        <p:blipFill>
          <a:blip r:embed="rId3" cstate="print">
            <a:extLst>
              <a:ext uri="{28A0092B-C50C-407E-A947-70E740481C1C}">
                <a14:useLocalDpi xmlns:a14="http://schemas.microsoft.com/office/drawing/2010/main" val="0"/>
              </a:ext>
            </a:extLst>
          </a:blip>
          <a:srcRect/>
          <a:stretch/>
        </p:blipFill>
        <p:spPr>
          <a:xfrm>
            <a:off x="7864250" y="4761"/>
            <a:ext cx="1126108" cy="685799"/>
          </a:xfrm>
          <a:prstGeom prst="rect">
            <a:avLst/>
          </a:prstGeom>
        </p:spPr>
      </p:pic>
      <p:pic>
        <p:nvPicPr>
          <p:cNvPr id="11" name="Picture 23" descr="A picture containing icon&#10;&#10;Description automatically generated">
            <a:extLst>
              <a:ext uri="{FF2B5EF4-FFF2-40B4-BE49-F238E27FC236}">
                <a16:creationId xmlns:a16="http://schemas.microsoft.com/office/drawing/2014/main" id="{D31EFD09-6BA7-4F9C-9F5D-3F31B9469145}"/>
              </a:ext>
            </a:extLst>
          </p:cNvPr>
          <p:cNvPicPr>
            <a:picLocks noChangeAspect="1"/>
          </p:cNvPicPr>
          <p:nvPr userDrawn="1"/>
        </p:nvPicPr>
        <p:blipFill rotWithShape="1">
          <a:blip r:embed="rId4" cstate="print">
            <a:extLst>
              <a:ext uri="{28A0092B-C50C-407E-A947-70E740481C1C}">
                <a14:useLocalDpi xmlns:a14="http://schemas.microsoft.com/office/drawing/2010/main" val="0"/>
              </a:ext>
            </a:extLst>
          </a:blip>
          <a:srcRect/>
          <a:stretch/>
        </p:blipFill>
        <p:spPr>
          <a:xfrm>
            <a:off x="9264043" y="-14287"/>
            <a:ext cx="670272" cy="3374707"/>
          </a:xfrm>
          <a:prstGeom prst="rect">
            <a:avLst/>
          </a:prstGeom>
        </p:spPr>
      </p:pic>
      <p:pic>
        <p:nvPicPr>
          <p:cNvPr id="15" name="SD_FUJITSU-RESTRICTED">
            <a:extLst>
              <a:ext uri="{FF2B5EF4-FFF2-40B4-BE49-F238E27FC236}">
                <a16:creationId xmlns:a16="http://schemas.microsoft.com/office/drawing/2014/main" id="{11F1D41F-0398-44E6-A1F3-FDEE587572F7}"/>
              </a:ext>
            </a:extLst>
          </p:cNvPr>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230400" y="4863874"/>
            <a:ext cx="1292691" cy="166263"/>
          </a:xfrm>
          <a:prstGeom prst="rect">
            <a:avLst/>
          </a:prstGeom>
        </p:spPr>
      </p:pic>
    </p:spTree>
    <p:extLst>
      <p:ext uri="{BB962C8B-B14F-4D97-AF65-F5344CB8AC3E}">
        <p14:creationId xmlns:p14="http://schemas.microsoft.com/office/powerpoint/2010/main" val="1795224052"/>
      </p:ext>
    </p:extLst>
  </p:cSld>
  <p:clrMapOvr>
    <a:masterClrMapping/>
  </p:clrMapOvr>
  <p:hf hdr="0"/>
</p:sldLayout>
</file>

<file path=ppt/slideLayouts/slideLayout29.xml><?xml version="1.0" encoding="utf-8"?>
<p:sldLayout xmlns:a="http://schemas.openxmlformats.org/drawingml/2006/main" xmlns:r="http://schemas.openxmlformats.org/officeDocument/2006/relationships" xmlns:p="http://schemas.openxmlformats.org/presentationml/2006/main" type="obj" preserve="1">
  <p:cSld name="Text 1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dirty="0"/>
              <a:t>マスター タイトルの書式設定</a:t>
            </a:r>
            <a:endParaRPr lang="en-US" dirty="0"/>
          </a:p>
        </p:txBody>
      </p:sp>
      <p:sp>
        <p:nvSpPr>
          <p:cNvPr id="3" name="Content Placeholder 2"/>
          <p:cNvSpPr>
            <a:spLocks noGrp="1"/>
          </p:cNvSpPr>
          <p:nvPr>
            <p:ph idx="1"/>
          </p:nvPr>
        </p:nvSpPr>
        <p:spPr/>
        <p:txBody>
          <a:bodyPr/>
          <a:lstStyle/>
          <a:p>
            <a:pPr lvl="0"/>
            <a:r>
              <a:rPr lang="ja-JP" altLang="en-US" dirty="0"/>
              <a:t>マスター テキストの書式設定</a:t>
            </a:r>
          </a:p>
          <a:p>
            <a:pPr lvl="1"/>
            <a:r>
              <a:rPr lang="ja-JP" altLang="en-US" dirty="0"/>
              <a:t>第</a:t>
            </a:r>
            <a:r>
              <a:rPr lang="en-US" altLang="ja-JP" dirty="0"/>
              <a:t>2 </a:t>
            </a:r>
            <a:r>
              <a:rPr lang="ja-JP" altLang="en-US" dirty="0"/>
              <a:t>レベル</a:t>
            </a:r>
          </a:p>
          <a:p>
            <a:pPr lvl="2"/>
            <a:r>
              <a:rPr lang="ja-JP" altLang="en-US" dirty="0"/>
              <a:t>第</a:t>
            </a:r>
            <a:r>
              <a:rPr lang="en-US" altLang="ja-JP" dirty="0"/>
              <a:t>3 </a:t>
            </a:r>
            <a:r>
              <a:rPr lang="ja-JP" altLang="en-US" dirty="0"/>
              <a:t>レベル</a:t>
            </a:r>
          </a:p>
          <a:p>
            <a:pPr lvl="3"/>
            <a:r>
              <a:rPr lang="ja-JP" altLang="en-US" dirty="0"/>
              <a:t>第</a:t>
            </a:r>
            <a:r>
              <a:rPr lang="en-US" altLang="ja-JP" dirty="0"/>
              <a:t>4 </a:t>
            </a:r>
            <a:r>
              <a:rPr lang="ja-JP" altLang="en-US" dirty="0"/>
              <a:t>レベル</a:t>
            </a:r>
          </a:p>
          <a:p>
            <a:pPr lvl="4"/>
            <a:r>
              <a:rPr lang="ja-JP" altLang="en-US" dirty="0"/>
              <a:t>第</a:t>
            </a:r>
            <a:r>
              <a:rPr lang="en-US" altLang="ja-JP" dirty="0"/>
              <a:t>5 </a:t>
            </a:r>
            <a:r>
              <a:rPr lang="ja-JP" altLang="en-US" dirty="0"/>
              <a:t>レベル</a:t>
            </a:r>
            <a:endParaRPr lang="en-US" altLang="ja-JP" dirty="0"/>
          </a:p>
          <a:p>
            <a:pPr lvl="5"/>
            <a:r>
              <a:rPr lang="ja-JP" altLang="en-US" dirty="0"/>
              <a:t>テキスト</a:t>
            </a:r>
            <a:endParaRPr lang="en-US" altLang="ja-JP" dirty="0"/>
          </a:p>
          <a:p>
            <a:pPr lvl="6"/>
            <a:r>
              <a:rPr lang="ja-JP" altLang="en-US" dirty="0"/>
              <a:t>テキスト</a:t>
            </a:r>
            <a:endParaRPr lang="en-US" altLang="ja-JP" dirty="0"/>
          </a:p>
          <a:p>
            <a:pPr lvl="7"/>
            <a:r>
              <a:rPr lang="ja-JP" altLang="en-US" dirty="0"/>
              <a:t>テキスト</a:t>
            </a:r>
            <a:endParaRPr lang="en-US" altLang="ja-JP" dirty="0"/>
          </a:p>
          <a:p>
            <a:pPr lvl="8"/>
            <a:r>
              <a:rPr lang="ja-JP" altLang="en-US" dirty="0"/>
              <a:t>テキスト</a:t>
            </a:r>
            <a:endParaRPr lang="en-US" dirty="0"/>
          </a:p>
        </p:txBody>
      </p:sp>
      <p:sp>
        <p:nvSpPr>
          <p:cNvPr id="5" name="Footer Placeholder 4"/>
          <p:cNvSpPr>
            <a:spLocks noGrp="1"/>
          </p:cNvSpPr>
          <p:nvPr>
            <p:ph type="ftr" sz="quarter" idx="11"/>
          </p:nvPr>
        </p:nvSpPr>
        <p:spPr/>
        <p:txBody>
          <a:bodyPr/>
          <a:lstStyle/>
          <a:p>
            <a:r>
              <a:rPr kumimoji="1" lang="en-US" altLang="ja-JP"/>
              <a:t>© 2022 Fujitsu Limited</a:t>
            </a:r>
            <a:endParaRPr kumimoji="1" lang="ja-JP" altLang="en-US"/>
          </a:p>
        </p:txBody>
      </p:sp>
      <p:sp>
        <p:nvSpPr>
          <p:cNvPr id="6" name="Slide Number Placeholder 5"/>
          <p:cNvSpPr>
            <a:spLocks noGrp="1"/>
          </p:cNvSpPr>
          <p:nvPr>
            <p:ph type="sldNum" sz="quarter" idx="12"/>
          </p:nvPr>
        </p:nvSpPr>
        <p:spPr>
          <a:xfrm>
            <a:off x="4302000" y="4878000"/>
            <a:ext cx="540000" cy="122400"/>
          </a:xfrm>
          <a:prstGeom prst="rect">
            <a:avLst/>
          </a:prstGeom>
        </p:spPr>
        <p:txBody>
          <a:bodyPr/>
          <a:lstStyle/>
          <a:p>
            <a:fld id="{4D029D89-7B63-4C94-AD4D-2E4D6BB83637}" type="slidenum">
              <a:rPr kumimoji="1" lang="ja-JP" altLang="en-US" smtClean="0"/>
              <a:t>‹#›</a:t>
            </a:fld>
            <a:endParaRPr kumimoji="1" lang="ja-JP" altLang="en-US"/>
          </a:p>
        </p:txBody>
      </p:sp>
    </p:spTree>
    <p:extLst>
      <p:ext uri="{BB962C8B-B14F-4D97-AF65-F5344CB8AC3E}">
        <p14:creationId xmlns:p14="http://schemas.microsoft.com/office/powerpoint/2010/main" val="4053110032"/>
      </p:ext>
    </p:extLst>
  </p:cSld>
  <p:clrMapOvr>
    <a:masterClrMapping/>
  </p:clrMapOvr>
  <p:hf hdr="0"/>
</p:sldLayout>
</file>

<file path=ppt/slideLayouts/slideLayout30.xml><?xml version="1.0" encoding="utf-8"?>
<p:sldLayout xmlns:a="http://schemas.openxmlformats.org/drawingml/2006/main" xmlns:r="http://schemas.openxmlformats.org/officeDocument/2006/relationships" xmlns:p="http://schemas.openxmlformats.org/presentationml/2006/main" type="twoObj" preserve="1">
  <p:cSld name="Text 2 column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dirty="0"/>
              <a:t>マスター タイトルの書式設定</a:t>
            </a:r>
            <a:endParaRPr lang="en-US" dirty="0"/>
          </a:p>
        </p:txBody>
      </p:sp>
      <p:sp>
        <p:nvSpPr>
          <p:cNvPr id="3" name="Content Placeholder 2"/>
          <p:cNvSpPr>
            <a:spLocks noGrp="1"/>
          </p:cNvSpPr>
          <p:nvPr>
            <p:ph sz="half" idx="1"/>
          </p:nvPr>
        </p:nvSpPr>
        <p:spPr>
          <a:xfrm>
            <a:off x="230400" y="950400"/>
            <a:ext cx="4280400" cy="3787200"/>
          </a:xfrm>
        </p:spPr>
        <p:txBody>
          <a:bodyPr/>
          <a:lstStyle>
            <a:lvl4pPr>
              <a:defRPr sz="1400"/>
            </a:lvl4pPr>
            <a:lvl5pPr>
              <a:defRPr sz="1400"/>
            </a:lvl5pPr>
            <a:lvl6pPr>
              <a:defRPr sz="1400"/>
            </a:lvl6pPr>
            <a:lvl7pPr>
              <a:defRPr sz="1400"/>
            </a:lvl7pPr>
            <a:lvl8pPr>
              <a:defRPr sz="1400"/>
            </a:lvl8pPr>
            <a:lvl9pPr>
              <a:defRPr sz="1400"/>
            </a:lvl9pPr>
          </a:lstStyle>
          <a:p>
            <a:pPr lvl="0"/>
            <a:r>
              <a:rPr lang="ja-JP" altLang="en-US" dirty="0"/>
              <a:t>マスター テキストの書式設定</a:t>
            </a:r>
          </a:p>
          <a:p>
            <a:pPr lvl="1"/>
            <a:r>
              <a:rPr lang="ja-JP" altLang="en-US" dirty="0"/>
              <a:t>第</a:t>
            </a:r>
            <a:r>
              <a:rPr lang="en-US" altLang="ja-JP" dirty="0"/>
              <a:t>2 </a:t>
            </a:r>
            <a:r>
              <a:rPr lang="ja-JP" altLang="en-US" dirty="0"/>
              <a:t>レベル</a:t>
            </a:r>
          </a:p>
          <a:p>
            <a:pPr lvl="2"/>
            <a:r>
              <a:rPr lang="ja-JP" altLang="en-US" dirty="0"/>
              <a:t>第</a:t>
            </a:r>
            <a:r>
              <a:rPr lang="en-US" altLang="ja-JP" dirty="0"/>
              <a:t>3 </a:t>
            </a:r>
            <a:r>
              <a:rPr lang="ja-JP" altLang="en-US" dirty="0"/>
              <a:t>レベル</a:t>
            </a:r>
          </a:p>
          <a:p>
            <a:pPr lvl="3"/>
            <a:r>
              <a:rPr lang="ja-JP" altLang="en-US" dirty="0"/>
              <a:t>第</a:t>
            </a:r>
            <a:r>
              <a:rPr lang="en-US" altLang="ja-JP" dirty="0"/>
              <a:t>4 </a:t>
            </a:r>
            <a:r>
              <a:rPr lang="ja-JP" altLang="en-US" dirty="0"/>
              <a:t>レベル</a:t>
            </a:r>
          </a:p>
          <a:p>
            <a:pPr lvl="4"/>
            <a:r>
              <a:rPr lang="ja-JP" altLang="en-US" dirty="0"/>
              <a:t>第</a:t>
            </a:r>
            <a:r>
              <a:rPr lang="en-US" altLang="ja-JP" dirty="0"/>
              <a:t>5 </a:t>
            </a:r>
            <a:r>
              <a:rPr lang="ja-JP" altLang="en-US" dirty="0"/>
              <a:t>レベル</a:t>
            </a:r>
            <a:endParaRPr lang="en-US" altLang="ja-JP" dirty="0"/>
          </a:p>
          <a:p>
            <a:pPr lvl="5"/>
            <a:r>
              <a:rPr lang="ja-JP" altLang="en-US" dirty="0"/>
              <a:t>テキスト</a:t>
            </a:r>
            <a:endParaRPr lang="en-US" altLang="ja-JP" dirty="0"/>
          </a:p>
          <a:p>
            <a:pPr lvl="6"/>
            <a:r>
              <a:rPr lang="ja-JP" altLang="en-US" dirty="0"/>
              <a:t>テキスト</a:t>
            </a:r>
            <a:endParaRPr lang="en-US" altLang="ja-JP" dirty="0"/>
          </a:p>
          <a:p>
            <a:pPr lvl="7"/>
            <a:r>
              <a:rPr lang="ja-JP" altLang="en-US" dirty="0"/>
              <a:t>テキスト</a:t>
            </a:r>
            <a:endParaRPr lang="en-US" altLang="ja-JP" dirty="0"/>
          </a:p>
          <a:p>
            <a:pPr lvl="8"/>
            <a:r>
              <a:rPr lang="ja-JP" altLang="en-US" dirty="0"/>
              <a:t>テキスト</a:t>
            </a:r>
            <a:endParaRPr lang="en-US" dirty="0"/>
          </a:p>
        </p:txBody>
      </p:sp>
      <p:sp>
        <p:nvSpPr>
          <p:cNvPr id="4" name="Content Placeholder 3"/>
          <p:cNvSpPr>
            <a:spLocks noGrp="1"/>
          </p:cNvSpPr>
          <p:nvPr>
            <p:ph sz="half" idx="2"/>
          </p:nvPr>
        </p:nvSpPr>
        <p:spPr>
          <a:xfrm>
            <a:off x="4629600" y="950400"/>
            <a:ext cx="4280400" cy="3787200"/>
          </a:xfrm>
        </p:spPr>
        <p:txBody>
          <a:bodyPr/>
          <a:lstStyle>
            <a:lvl4pPr>
              <a:defRPr sz="1400"/>
            </a:lvl4pPr>
            <a:lvl5pPr>
              <a:defRPr sz="1400"/>
            </a:lvl5pPr>
            <a:lvl6pPr>
              <a:defRPr sz="1400"/>
            </a:lvl6pPr>
            <a:lvl7pPr>
              <a:defRPr sz="1400"/>
            </a:lvl7pPr>
            <a:lvl8pPr>
              <a:defRPr sz="1400"/>
            </a:lvl8pPr>
            <a:lvl9pPr>
              <a:defRPr sz="1400"/>
            </a:lvl9pPr>
          </a:lstStyle>
          <a:p>
            <a:pPr lvl="0"/>
            <a:r>
              <a:rPr lang="ja-JP" altLang="en-US" dirty="0"/>
              <a:t>マスター テキストの書式設定</a:t>
            </a:r>
          </a:p>
          <a:p>
            <a:pPr lvl="1"/>
            <a:r>
              <a:rPr lang="ja-JP" altLang="en-US" dirty="0"/>
              <a:t>第</a:t>
            </a:r>
            <a:r>
              <a:rPr lang="en-US" altLang="ja-JP" dirty="0"/>
              <a:t>2 </a:t>
            </a:r>
            <a:r>
              <a:rPr lang="ja-JP" altLang="en-US" dirty="0"/>
              <a:t>レベル</a:t>
            </a:r>
          </a:p>
          <a:p>
            <a:pPr lvl="2"/>
            <a:r>
              <a:rPr lang="ja-JP" altLang="en-US" dirty="0"/>
              <a:t>第</a:t>
            </a:r>
            <a:r>
              <a:rPr lang="en-US" altLang="ja-JP" dirty="0"/>
              <a:t>3 </a:t>
            </a:r>
            <a:r>
              <a:rPr lang="ja-JP" altLang="en-US" dirty="0"/>
              <a:t>レベル</a:t>
            </a:r>
          </a:p>
          <a:p>
            <a:pPr lvl="3"/>
            <a:r>
              <a:rPr lang="ja-JP" altLang="en-US" dirty="0"/>
              <a:t>第</a:t>
            </a:r>
            <a:r>
              <a:rPr lang="en-US" altLang="ja-JP" dirty="0"/>
              <a:t>4 </a:t>
            </a:r>
            <a:r>
              <a:rPr lang="ja-JP" altLang="en-US" dirty="0"/>
              <a:t>レベル</a:t>
            </a:r>
          </a:p>
          <a:p>
            <a:pPr lvl="4"/>
            <a:r>
              <a:rPr lang="ja-JP" altLang="en-US" dirty="0"/>
              <a:t>第</a:t>
            </a:r>
            <a:r>
              <a:rPr lang="en-US" altLang="ja-JP" dirty="0"/>
              <a:t>5 </a:t>
            </a:r>
            <a:r>
              <a:rPr lang="ja-JP" altLang="en-US" dirty="0"/>
              <a:t>レベル</a:t>
            </a:r>
            <a:endParaRPr lang="en-US" altLang="ja-JP" dirty="0"/>
          </a:p>
          <a:p>
            <a:pPr lvl="5"/>
            <a:r>
              <a:rPr lang="ja-JP" altLang="en-US" dirty="0"/>
              <a:t>テキスト</a:t>
            </a:r>
            <a:endParaRPr lang="en-US" altLang="ja-JP" dirty="0"/>
          </a:p>
          <a:p>
            <a:pPr lvl="6"/>
            <a:r>
              <a:rPr lang="ja-JP" altLang="en-US" dirty="0"/>
              <a:t>テキスト</a:t>
            </a:r>
            <a:endParaRPr lang="en-US" altLang="ja-JP" dirty="0"/>
          </a:p>
          <a:p>
            <a:pPr lvl="7"/>
            <a:r>
              <a:rPr lang="ja-JP" altLang="en-US" dirty="0"/>
              <a:t>テキスト</a:t>
            </a:r>
            <a:endParaRPr lang="en-US" altLang="ja-JP" dirty="0"/>
          </a:p>
          <a:p>
            <a:pPr lvl="8"/>
            <a:r>
              <a:rPr lang="ja-JP" altLang="en-US" dirty="0"/>
              <a:t>テキスト</a:t>
            </a:r>
            <a:endParaRPr lang="en-US" dirty="0"/>
          </a:p>
        </p:txBody>
      </p:sp>
      <p:sp>
        <p:nvSpPr>
          <p:cNvPr id="6" name="Footer Placeholder 5"/>
          <p:cNvSpPr>
            <a:spLocks noGrp="1"/>
          </p:cNvSpPr>
          <p:nvPr>
            <p:ph type="ftr" sz="quarter" idx="11"/>
          </p:nvPr>
        </p:nvSpPr>
        <p:spPr/>
        <p:txBody>
          <a:bodyPr/>
          <a:lstStyle/>
          <a:p>
            <a:r>
              <a:rPr kumimoji="1" lang="en-US" altLang="ja-JP"/>
              <a:t>© 2022 Fujitsu Limited</a:t>
            </a:r>
            <a:endParaRPr kumimoji="1" lang="ja-JP" altLang="en-US"/>
          </a:p>
        </p:txBody>
      </p:sp>
      <p:sp>
        <p:nvSpPr>
          <p:cNvPr id="7" name="Slide Number Placeholder 6"/>
          <p:cNvSpPr>
            <a:spLocks noGrp="1"/>
          </p:cNvSpPr>
          <p:nvPr>
            <p:ph type="sldNum" sz="quarter" idx="12"/>
          </p:nvPr>
        </p:nvSpPr>
        <p:spPr>
          <a:xfrm>
            <a:off x="4302000" y="4878000"/>
            <a:ext cx="540000" cy="122400"/>
          </a:xfrm>
          <a:prstGeom prst="rect">
            <a:avLst/>
          </a:prstGeom>
        </p:spPr>
        <p:txBody>
          <a:bodyPr/>
          <a:lstStyle/>
          <a:p>
            <a:fld id="{4D029D89-7B63-4C94-AD4D-2E4D6BB83637}" type="slidenum">
              <a:rPr kumimoji="1" lang="ja-JP" altLang="en-US" smtClean="0"/>
              <a:t>‹#›</a:t>
            </a:fld>
            <a:endParaRPr kumimoji="1" lang="ja-JP" altLang="en-US"/>
          </a:p>
        </p:txBody>
      </p:sp>
    </p:spTree>
    <p:extLst>
      <p:ext uri="{BB962C8B-B14F-4D97-AF65-F5344CB8AC3E}">
        <p14:creationId xmlns:p14="http://schemas.microsoft.com/office/powerpoint/2010/main" val="2645143445"/>
      </p:ext>
    </p:extLst>
  </p:cSld>
  <p:clrMapOvr>
    <a:masterClrMapping/>
  </p:clrMapOvr>
  <p:hf hdr="0"/>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dirty="0"/>
              <a:t>マスター タイトルの書式設定</a:t>
            </a:r>
            <a:endParaRPr lang="en-US" dirty="0"/>
          </a:p>
        </p:txBody>
      </p:sp>
      <p:sp>
        <p:nvSpPr>
          <p:cNvPr id="6" name="Footer Placeholder 5"/>
          <p:cNvSpPr>
            <a:spLocks noGrp="1"/>
          </p:cNvSpPr>
          <p:nvPr>
            <p:ph type="ftr" sz="quarter" idx="11"/>
          </p:nvPr>
        </p:nvSpPr>
        <p:spPr/>
        <p:txBody>
          <a:bodyPr/>
          <a:lstStyle/>
          <a:p>
            <a:r>
              <a:rPr kumimoji="1" lang="en-US" altLang="ja-JP"/>
              <a:t>© 2022 Fujitsu Limited</a:t>
            </a:r>
            <a:endParaRPr kumimoji="1" lang="ja-JP" altLang="en-US"/>
          </a:p>
        </p:txBody>
      </p:sp>
      <p:sp>
        <p:nvSpPr>
          <p:cNvPr id="7" name="Slide Number Placeholder 6"/>
          <p:cNvSpPr>
            <a:spLocks noGrp="1"/>
          </p:cNvSpPr>
          <p:nvPr>
            <p:ph type="sldNum" sz="quarter" idx="12"/>
          </p:nvPr>
        </p:nvSpPr>
        <p:spPr>
          <a:xfrm>
            <a:off x="4302000" y="4878000"/>
            <a:ext cx="540000" cy="122400"/>
          </a:xfrm>
          <a:prstGeom prst="rect">
            <a:avLst/>
          </a:prstGeom>
        </p:spPr>
        <p:txBody>
          <a:bodyPr/>
          <a:lstStyle/>
          <a:p>
            <a:fld id="{4D029D89-7B63-4C94-AD4D-2E4D6BB83637}" type="slidenum">
              <a:rPr kumimoji="1" lang="ja-JP" altLang="en-US" smtClean="0"/>
              <a:t>‹#›</a:t>
            </a:fld>
            <a:endParaRPr kumimoji="1" lang="ja-JP" altLang="en-US"/>
          </a:p>
        </p:txBody>
      </p:sp>
    </p:spTree>
    <p:extLst>
      <p:ext uri="{BB962C8B-B14F-4D97-AF65-F5344CB8AC3E}">
        <p14:creationId xmlns:p14="http://schemas.microsoft.com/office/powerpoint/2010/main" val="801927143"/>
      </p:ext>
    </p:extLst>
  </p:cSld>
  <p:clrMapOvr>
    <a:masterClrMapping/>
  </p:clrMapOvr>
  <p:hf hdr="0"/>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preserve="1" userDrawn="1">
  <p:cSld name="Closing page">
    <p:spTree>
      <p:nvGrpSpPr>
        <p:cNvPr id="1" name=""/>
        <p:cNvGrpSpPr/>
        <p:nvPr/>
      </p:nvGrpSpPr>
      <p:grpSpPr>
        <a:xfrm>
          <a:off x="0" y="0"/>
          <a:ext cx="0" cy="0"/>
          <a:chOff x="0" y="0"/>
          <a:chExt cx="0" cy="0"/>
        </a:xfrm>
      </p:grpSpPr>
      <p:pic>
        <p:nvPicPr>
          <p:cNvPr id="10" name="図 9">
            <a:extLst>
              <a:ext uri="{FF2B5EF4-FFF2-40B4-BE49-F238E27FC236}">
                <a16:creationId xmlns:a16="http://schemas.microsoft.com/office/drawing/2014/main" id="{BB94F7AB-9F65-4FBC-A95B-A62BCB07D80E}"/>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5377788" y="0"/>
            <a:ext cx="3766212" cy="5143500"/>
          </a:xfrm>
          <a:prstGeom prst="rect">
            <a:avLst/>
          </a:prstGeom>
        </p:spPr>
      </p:pic>
      <p:sp>
        <p:nvSpPr>
          <p:cNvPr id="5" name="Footer Placeholder 4"/>
          <p:cNvSpPr>
            <a:spLocks noGrp="1"/>
          </p:cNvSpPr>
          <p:nvPr>
            <p:ph type="ftr" sz="quarter" idx="11"/>
          </p:nvPr>
        </p:nvSpPr>
        <p:spPr/>
        <p:txBody>
          <a:bodyPr/>
          <a:lstStyle>
            <a:lvl1pPr>
              <a:defRPr>
                <a:solidFill>
                  <a:schemeClr val="tx1"/>
                </a:solidFill>
              </a:defRPr>
            </a:lvl1pPr>
          </a:lstStyle>
          <a:p>
            <a:r>
              <a:rPr kumimoji="1" lang="en-US" altLang="ja-JP"/>
              <a:t>© 2022 Fujitsu Limited</a:t>
            </a:r>
            <a:endParaRPr kumimoji="1" lang="ja-JP" altLang="en-US"/>
          </a:p>
        </p:txBody>
      </p:sp>
      <p:sp>
        <p:nvSpPr>
          <p:cNvPr id="7" name="Slide Number Placeholder 5">
            <a:extLst>
              <a:ext uri="{FF2B5EF4-FFF2-40B4-BE49-F238E27FC236}">
                <a16:creationId xmlns:a16="http://schemas.microsoft.com/office/drawing/2014/main" id="{6ED9A9D2-7E72-4C9E-8039-CAFE206D0F85}"/>
              </a:ext>
            </a:extLst>
          </p:cNvPr>
          <p:cNvSpPr>
            <a:spLocks noGrp="1"/>
          </p:cNvSpPr>
          <p:nvPr>
            <p:ph type="sldNum" sz="quarter" idx="4"/>
          </p:nvPr>
        </p:nvSpPr>
        <p:spPr bwMode="gray">
          <a:xfrm>
            <a:off x="4302000" y="4878000"/>
            <a:ext cx="540000" cy="122400"/>
          </a:xfrm>
          <a:prstGeom prst="rect">
            <a:avLst/>
          </a:prstGeom>
        </p:spPr>
        <p:txBody>
          <a:bodyPr vert="horz" lIns="0" tIns="0" rIns="0" bIns="0" rtlCol="0" anchor="ctr"/>
          <a:lstStyle>
            <a:lvl1pPr algn="ctr">
              <a:defRPr sz="800">
                <a:solidFill>
                  <a:schemeClr val="bg1"/>
                </a:solidFill>
                <a:latin typeface="Arial" panose="020B0604020202020204" pitchFamily="34" charset="0"/>
                <a:cs typeface="Arial" panose="020B0604020202020204" pitchFamily="34" charset="0"/>
              </a:defRPr>
            </a:lvl1pPr>
          </a:lstStyle>
          <a:p>
            <a:fld id="{4D029D89-7B63-4C94-AD4D-2E4D6BB83637}" type="slidenum">
              <a:rPr kumimoji="1" lang="ja-JP" altLang="en-US" smtClean="0"/>
              <a:pPr/>
              <a:t>‹#›</a:t>
            </a:fld>
            <a:endParaRPr kumimoji="1" lang="ja-JP" altLang="en-US"/>
          </a:p>
        </p:txBody>
      </p:sp>
      <p:pic>
        <p:nvPicPr>
          <p:cNvPr id="9" name="Picture 65" descr="Fujitsu">
            <a:extLst>
              <a:ext uri="{FF2B5EF4-FFF2-40B4-BE49-F238E27FC236}">
                <a16:creationId xmlns:a16="http://schemas.microsoft.com/office/drawing/2014/main" id="{C3C7D280-0F47-45F8-90FC-BA1E128D5B0C}"/>
              </a:ext>
            </a:extLst>
          </p:cNvPr>
          <p:cNvPicPr>
            <a:picLocks noChangeAspect="1"/>
          </p:cNvPicPr>
          <p:nvPr userDrawn="1"/>
        </p:nvPicPr>
        <p:blipFill>
          <a:blip r:embed="rId3" cstate="print">
            <a:extLst>
              <a:ext uri="{28A0092B-C50C-407E-A947-70E740481C1C}">
                <a14:useLocalDpi xmlns:a14="http://schemas.microsoft.com/office/drawing/2010/main" val="0"/>
              </a:ext>
            </a:extLst>
          </a:blip>
          <a:srcRect/>
          <a:stretch/>
        </p:blipFill>
        <p:spPr>
          <a:xfrm>
            <a:off x="7864250" y="4761"/>
            <a:ext cx="1126108" cy="685799"/>
          </a:xfrm>
          <a:prstGeom prst="rect">
            <a:avLst/>
          </a:prstGeom>
        </p:spPr>
      </p:pic>
      <p:pic>
        <p:nvPicPr>
          <p:cNvPr id="11" name="Picture 6">
            <a:extLst>
              <a:ext uri="{FF2B5EF4-FFF2-40B4-BE49-F238E27FC236}">
                <a16:creationId xmlns:a16="http://schemas.microsoft.com/office/drawing/2014/main" id="{23ACB0BA-3128-44DE-A263-07F8AA861337}"/>
              </a:ext>
              <a:ext uri="{C183D7F6-B498-43B3-948B-1728B52AA6E4}">
                <adec:decorative xmlns:adec="http://schemas.microsoft.com/office/drawing/2017/decorative" val="1"/>
              </a:ext>
            </a:extLst>
          </p:cNvPr>
          <p:cNvPicPr>
            <a:picLocks noChangeAspect="1"/>
          </p:cNvPicPr>
          <p:nvPr userDrawn="1"/>
        </p:nvPicPr>
        <p:blipFill>
          <a:blip r:embed="rId4">
            <a:extLst>
              <a:ext uri="{28A0092B-C50C-407E-A947-70E740481C1C}">
                <a14:useLocalDpi xmlns:a14="http://schemas.microsoft.com/office/drawing/2010/main" val="0"/>
              </a:ext>
            </a:extLst>
          </a:blip>
          <a:srcRect/>
          <a:stretch/>
        </p:blipFill>
        <p:spPr>
          <a:xfrm>
            <a:off x="3123792" y="816608"/>
            <a:ext cx="4543220" cy="3510283"/>
          </a:xfrm>
          <a:prstGeom prst="rect">
            <a:avLst/>
          </a:prstGeom>
        </p:spPr>
      </p:pic>
      <p:pic>
        <p:nvPicPr>
          <p:cNvPr id="8" name="Picture 23" descr="A picture containing icon&#10;&#10;Description automatically generated">
            <a:extLst>
              <a:ext uri="{FF2B5EF4-FFF2-40B4-BE49-F238E27FC236}">
                <a16:creationId xmlns:a16="http://schemas.microsoft.com/office/drawing/2014/main" id="{777881BF-6FAC-4DFD-9F56-886DA404F1BB}"/>
              </a:ext>
            </a:extLst>
          </p:cNvPr>
          <p:cNvPicPr>
            <a:picLocks noChangeAspect="1"/>
          </p:cNvPicPr>
          <p:nvPr userDrawn="1"/>
        </p:nvPicPr>
        <p:blipFill rotWithShape="1">
          <a:blip r:embed="rId5" cstate="print">
            <a:extLst>
              <a:ext uri="{28A0092B-C50C-407E-A947-70E740481C1C}">
                <a14:useLocalDpi xmlns:a14="http://schemas.microsoft.com/office/drawing/2010/main" val="0"/>
              </a:ext>
            </a:extLst>
          </a:blip>
          <a:srcRect/>
          <a:stretch/>
        </p:blipFill>
        <p:spPr>
          <a:xfrm>
            <a:off x="9264043" y="-14287"/>
            <a:ext cx="670272" cy="3374707"/>
          </a:xfrm>
          <a:prstGeom prst="rect">
            <a:avLst/>
          </a:prstGeom>
        </p:spPr>
      </p:pic>
    </p:spTree>
    <p:extLst>
      <p:ext uri="{BB962C8B-B14F-4D97-AF65-F5344CB8AC3E}">
        <p14:creationId xmlns:p14="http://schemas.microsoft.com/office/powerpoint/2010/main" val="447526014"/>
      </p:ext>
    </p:extLst>
  </p:cSld>
  <p:clrMapOvr>
    <a:masterClrMapping/>
  </p:clrMapOvr>
  <p:hf hdr="0"/>
  <p:extLst>
    <p:ext uri="{DCECCB84-F9BA-43D5-87BE-67443E8EF086}">
      <p15:sldGuideLst xmlns:p15="http://schemas.microsoft.com/office/powerpoint/2012/main">
        <p15:guide id="1" orient="horz" pos="1597">
          <p15:clr>
            <a:srgbClr val="FBAE40"/>
          </p15:clr>
        </p15:guide>
        <p15:guide id="2" pos="2880">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image" Target="../media/image4.png"/><Relationship Id="rId5" Type="http://schemas.openxmlformats.org/officeDocument/2006/relationships/slideLayout" Target="../slideLayouts/slideLayout5.xml"/><Relationship Id="rId10" Type="http://schemas.openxmlformats.org/officeDocument/2006/relationships/image" Target="../media/image3.png"/><Relationship Id="rId4" Type="http://schemas.openxmlformats.org/officeDocument/2006/relationships/slideLayout" Target="../slideLayouts/slideLayout4.xml"/><Relationship Id="rId9" Type="http://schemas.openxmlformats.org/officeDocument/2006/relationships/image" Target="../media/image2.png"/></Relationships>
</file>

<file path=ppt/slideMasters/_rels/slideMaster2.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slideLayout" Target="../slideLayouts/slideLayout9.xml"/><Relationship Id="rId7" Type="http://schemas.openxmlformats.org/officeDocument/2006/relationships/theme" Target="../theme/theme2.xml"/><Relationship Id="rId2" Type="http://schemas.openxmlformats.org/officeDocument/2006/relationships/slideLayout" Target="../slideLayouts/slideLayout8.xml"/><Relationship Id="rId1" Type="http://schemas.openxmlformats.org/officeDocument/2006/relationships/slideLayout" Target="../slideLayouts/slideLayout7.xml"/><Relationship Id="rId6" Type="http://schemas.openxmlformats.org/officeDocument/2006/relationships/slideLayout" Target="../slideLayouts/slideLayout12.xml"/><Relationship Id="rId11" Type="http://schemas.openxmlformats.org/officeDocument/2006/relationships/image" Target="../media/image4.png"/><Relationship Id="rId5" Type="http://schemas.openxmlformats.org/officeDocument/2006/relationships/slideLayout" Target="../slideLayouts/slideLayout11.xml"/><Relationship Id="rId10" Type="http://schemas.openxmlformats.org/officeDocument/2006/relationships/image" Target="../media/image3.png"/><Relationship Id="rId4" Type="http://schemas.openxmlformats.org/officeDocument/2006/relationships/slideLayout" Target="../slideLayouts/slideLayout10.xml"/><Relationship Id="rId9" Type="http://schemas.openxmlformats.org/officeDocument/2006/relationships/image" Target="../media/image2.png"/></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image" Target="../media/image4.png"/><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image" Target="../media/image3.png"/><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image" Target="../media/image2.png"/><Relationship Id="rId5" Type="http://schemas.openxmlformats.org/officeDocument/2006/relationships/slideLayout" Target="../slideLayouts/slideLayout17.xml"/><Relationship Id="rId10" Type="http://schemas.openxmlformats.org/officeDocument/2006/relationships/image" Target="../media/image13.jpeg"/><Relationship Id="rId4" Type="http://schemas.openxmlformats.org/officeDocument/2006/relationships/slideLayout" Target="../slideLayouts/slideLayout16.xml"/><Relationship Id="rId9"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8" Type="http://schemas.openxmlformats.org/officeDocument/2006/relationships/image" Target="../media/image18.png"/><Relationship Id="rId3" Type="http://schemas.openxmlformats.org/officeDocument/2006/relationships/slideLayout" Target="../slideLayouts/slideLayout23.xml"/><Relationship Id="rId7" Type="http://schemas.openxmlformats.org/officeDocument/2006/relationships/theme" Target="../theme/theme4.xml"/><Relationship Id="rId2" Type="http://schemas.openxmlformats.org/officeDocument/2006/relationships/slideLayout" Target="../slideLayouts/slideLayout22.xml"/><Relationship Id="rId1" Type="http://schemas.openxmlformats.org/officeDocument/2006/relationships/slideLayout" Target="../slideLayouts/slideLayout21.xml"/><Relationship Id="rId6" Type="http://schemas.openxmlformats.org/officeDocument/2006/relationships/slideLayout" Target="../slideLayouts/slideLayout26.xml"/><Relationship Id="rId11" Type="http://schemas.openxmlformats.org/officeDocument/2006/relationships/image" Target="../media/image4.png"/><Relationship Id="rId5" Type="http://schemas.openxmlformats.org/officeDocument/2006/relationships/slideLayout" Target="../slideLayouts/slideLayout25.xml"/><Relationship Id="rId10" Type="http://schemas.openxmlformats.org/officeDocument/2006/relationships/image" Target="../media/image3.png"/><Relationship Id="rId4" Type="http://schemas.openxmlformats.org/officeDocument/2006/relationships/slideLayout" Target="../slideLayouts/slideLayout24.xml"/><Relationship Id="rId9" Type="http://schemas.openxmlformats.org/officeDocument/2006/relationships/image" Target="../media/image2.png"/></Relationships>
</file>

<file path=ppt/slideMasters/_rels/slideMaster5.xml.rels><?xml version="1.0" encoding="UTF-8" standalone="yes"?>
<Relationships xmlns="http://schemas.openxmlformats.org/package/2006/relationships"><Relationship Id="rId8" Type="http://schemas.openxmlformats.org/officeDocument/2006/relationships/image" Target="../media/image23.png"/><Relationship Id="rId3" Type="http://schemas.openxmlformats.org/officeDocument/2006/relationships/slideLayout" Target="../slideLayouts/slideLayout29.xml"/><Relationship Id="rId7" Type="http://schemas.openxmlformats.org/officeDocument/2006/relationships/theme" Target="../theme/theme5.xml"/><Relationship Id="rId2" Type="http://schemas.openxmlformats.org/officeDocument/2006/relationships/slideLayout" Target="../slideLayouts/slideLayout28.xml"/><Relationship Id="rId1" Type="http://schemas.openxmlformats.org/officeDocument/2006/relationships/slideLayout" Target="../slideLayouts/slideLayout27.xml"/><Relationship Id="rId6" Type="http://schemas.openxmlformats.org/officeDocument/2006/relationships/slideLayout" Target="../slideLayouts/slideLayout32.xml"/><Relationship Id="rId11" Type="http://schemas.openxmlformats.org/officeDocument/2006/relationships/image" Target="../media/image4.png"/><Relationship Id="rId5" Type="http://schemas.openxmlformats.org/officeDocument/2006/relationships/slideLayout" Target="../slideLayouts/slideLayout31.xml"/><Relationship Id="rId10" Type="http://schemas.openxmlformats.org/officeDocument/2006/relationships/image" Target="../media/image3.png"/><Relationship Id="rId4" Type="http://schemas.openxmlformats.org/officeDocument/2006/relationships/slideLayout" Target="../slideLayouts/slideLayout30.xml"/><Relationship Id="rId9" Type="http://schemas.openxmlformats.org/officeDocument/2006/relationships/image" Target="../media/image24.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bwMode="gray">
      <p:bgRef idx="1001">
        <a:schemeClr val="bg1"/>
      </p:bgRef>
    </p:bg>
    <p:spTree>
      <p:nvGrpSpPr>
        <p:cNvPr id="1" name=""/>
        <p:cNvGrpSpPr/>
        <p:nvPr/>
      </p:nvGrpSpPr>
      <p:grpSpPr>
        <a:xfrm>
          <a:off x="0" y="0"/>
          <a:ext cx="0" cy="0"/>
          <a:chOff x="0" y="0"/>
          <a:chExt cx="0" cy="0"/>
        </a:xfrm>
      </p:grpSpPr>
      <p:pic>
        <p:nvPicPr>
          <p:cNvPr id="16" name="図 15">
            <a:extLst>
              <a:ext uri="{FF2B5EF4-FFF2-40B4-BE49-F238E27FC236}">
                <a16:creationId xmlns:a16="http://schemas.microsoft.com/office/drawing/2014/main" id="{1CC55719-5FCA-4A45-9B29-537E4451782E}"/>
              </a:ext>
              <a:ext uri="{C183D7F6-B498-43B3-948B-1728B52AA6E4}">
                <adec:decorative xmlns:adec="http://schemas.microsoft.com/office/drawing/2017/decorative" val="1"/>
              </a:ext>
            </a:extLst>
          </p:cNvPr>
          <p:cNvPicPr>
            <a:picLocks noChangeAspect="1"/>
          </p:cNvPicPr>
          <p:nvPr userDrawn="1"/>
        </p:nvPicPr>
        <p:blipFill rotWithShape="1">
          <a:blip r:embed="rId8" cstate="print">
            <a:extLst>
              <a:ext uri="{28A0092B-C50C-407E-A947-70E740481C1C}">
                <a14:useLocalDpi xmlns:a14="http://schemas.microsoft.com/office/drawing/2010/main"/>
              </a:ext>
            </a:extLst>
          </a:blip>
          <a:srcRect r="283"/>
          <a:stretch/>
        </p:blipFill>
        <p:spPr bwMode="gray">
          <a:xfrm>
            <a:off x="0" y="-4013"/>
            <a:ext cx="9144000" cy="716400"/>
          </a:xfrm>
          <a:prstGeom prst="rect">
            <a:avLst/>
          </a:prstGeom>
        </p:spPr>
      </p:pic>
      <p:sp>
        <p:nvSpPr>
          <p:cNvPr id="2" name="Title Placeholder 1"/>
          <p:cNvSpPr>
            <a:spLocks noGrp="1"/>
          </p:cNvSpPr>
          <p:nvPr>
            <p:ph type="title"/>
          </p:nvPr>
        </p:nvSpPr>
        <p:spPr bwMode="gray">
          <a:xfrm>
            <a:off x="234000" y="30600"/>
            <a:ext cx="7560000" cy="655200"/>
          </a:xfrm>
          <a:prstGeom prst="rect">
            <a:avLst/>
          </a:prstGeom>
        </p:spPr>
        <p:txBody>
          <a:bodyPr vert="horz" lIns="0" tIns="108000" rIns="0" bIns="0" rtlCol="0" anchor="ctr">
            <a:normAutofit/>
          </a:bodyPr>
          <a:lstStyle/>
          <a:p>
            <a:r>
              <a:rPr lang="ja-JP" altLang="en-US" dirty="0"/>
              <a:t>マスター タイトルの書式設定</a:t>
            </a:r>
            <a:endParaRPr lang="en-US" dirty="0"/>
          </a:p>
        </p:txBody>
      </p:sp>
      <p:sp>
        <p:nvSpPr>
          <p:cNvPr id="3" name="Text Placeholder 2"/>
          <p:cNvSpPr>
            <a:spLocks noGrp="1"/>
          </p:cNvSpPr>
          <p:nvPr>
            <p:ph type="body" idx="1"/>
          </p:nvPr>
        </p:nvSpPr>
        <p:spPr bwMode="gray">
          <a:xfrm>
            <a:off x="230400" y="950400"/>
            <a:ext cx="8679600" cy="3787200"/>
          </a:xfrm>
          <a:prstGeom prst="rect">
            <a:avLst/>
          </a:prstGeom>
        </p:spPr>
        <p:txBody>
          <a:bodyPr vert="horz" lIns="0" tIns="0" rIns="0" bIns="0" rtlCol="0">
            <a:noAutofit/>
          </a:bodyPr>
          <a:lstStyle/>
          <a:p>
            <a:pPr lvl="0"/>
            <a:r>
              <a:rPr lang="ja-JP" altLang="en-US" dirty="0"/>
              <a:t>マスター テキストの書式設定</a:t>
            </a:r>
          </a:p>
          <a:p>
            <a:pPr lvl="1"/>
            <a:r>
              <a:rPr lang="ja-JP" altLang="en-US" dirty="0"/>
              <a:t>第</a:t>
            </a:r>
            <a:r>
              <a:rPr lang="en-US" altLang="ja-JP" dirty="0"/>
              <a:t>2</a:t>
            </a:r>
            <a:r>
              <a:rPr lang="ja-JP" altLang="en-US" dirty="0"/>
              <a:t> レベル</a:t>
            </a:r>
          </a:p>
          <a:p>
            <a:pPr lvl="2"/>
            <a:r>
              <a:rPr lang="ja-JP" altLang="en-US" dirty="0"/>
              <a:t>第</a:t>
            </a:r>
            <a:r>
              <a:rPr lang="en-US" altLang="ja-JP" dirty="0"/>
              <a:t>3</a:t>
            </a:r>
            <a:r>
              <a:rPr lang="ja-JP" altLang="en-US" dirty="0"/>
              <a:t> レベル</a:t>
            </a:r>
          </a:p>
          <a:p>
            <a:pPr lvl="3"/>
            <a:r>
              <a:rPr lang="ja-JP" altLang="en-US" dirty="0"/>
              <a:t>第</a:t>
            </a:r>
            <a:r>
              <a:rPr lang="en-US" altLang="ja-JP" dirty="0"/>
              <a:t>4</a:t>
            </a:r>
            <a:r>
              <a:rPr lang="ja-JP" altLang="en-US" dirty="0"/>
              <a:t> レベル</a:t>
            </a:r>
          </a:p>
          <a:p>
            <a:pPr lvl="4"/>
            <a:r>
              <a:rPr lang="ja-JP" altLang="en-US" dirty="0"/>
              <a:t>第</a:t>
            </a:r>
            <a:r>
              <a:rPr lang="en-US" altLang="ja-JP" dirty="0"/>
              <a:t>5</a:t>
            </a:r>
            <a:r>
              <a:rPr lang="ja-JP" altLang="en-US" dirty="0"/>
              <a:t> レベル</a:t>
            </a:r>
            <a:endParaRPr lang="en-US" altLang="ja-JP" dirty="0"/>
          </a:p>
          <a:p>
            <a:pPr lvl="5"/>
            <a:r>
              <a:rPr lang="ja-JP" altLang="en-US" dirty="0"/>
              <a:t>テキスト</a:t>
            </a:r>
            <a:endParaRPr lang="en-US" altLang="ja-JP" dirty="0"/>
          </a:p>
          <a:p>
            <a:pPr lvl="6"/>
            <a:r>
              <a:rPr lang="ja-JP" altLang="en-US" dirty="0"/>
              <a:t>テキスト</a:t>
            </a:r>
            <a:endParaRPr lang="en-US" altLang="ja-JP" dirty="0"/>
          </a:p>
          <a:p>
            <a:pPr lvl="7"/>
            <a:r>
              <a:rPr lang="ja-JP" altLang="en-US" dirty="0"/>
              <a:t>テキスト</a:t>
            </a:r>
            <a:endParaRPr lang="en-US" altLang="ja-JP" dirty="0"/>
          </a:p>
          <a:p>
            <a:pPr lvl="8"/>
            <a:r>
              <a:rPr lang="ja-JP" altLang="en-US" dirty="0"/>
              <a:t>テキスト</a:t>
            </a:r>
            <a:endParaRPr lang="en-US" dirty="0"/>
          </a:p>
        </p:txBody>
      </p:sp>
      <p:sp>
        <p:nvSpPr>
          <p:cNvPr id="5" name="Footer Placeholder 4"/>
          <p:cNvSpPr>
            <a:spLocks noGrp="1"/>
          </p:cNvSpPr>
          <p:nvPr>
            <p:ph type="ftr" sz="quarter" idx="3"/>
          </p:nvPr>
        </p:nvSpPr>
        <p:spPr bwMode="gray">
          <a:xfrm>
            <a:off x="7758000" y="4888800"/>
            <a:ext cx="1155600" cy="108000"/>
          </a:xfrm>
          <a:prstGeom prst="rect">
            <a:avLst/>
          </a:prstGeom>
        </p:spPr>
        <p:txBody>
          <a:bodyPr vert="horz" wrap="none" lIns="0" tIns="0" rIns="0" bIns="0" rtlCol="0" anchor="ctr"/>
          <a:lstStyle>
            <a:lvl1pPr algn="r">
              <a:defRPr sz="700">
                <a:solidFill>
                  <a:schemeClr val="tx1"/>
                </a:solidFill>
                <a:latin typeface="Arial" panose="020B0604020202020204" pitchFamily="34" charset="0"/>
                <a:cs typeface="Arial" panose="020B0604020202020204" pitchFamily="34" charset="0"/>
              </a:defRPr>
            </a:lvl1pPr>
          </a:lstStyle>
          <a:p>
            <a:r>
              <a:rPr lang="en-US" altLang="ja-JP"/>
              <a:t>© 2022 Fujitsu Limited</a:t>
            </a:r>
            <a:endParaRPr lang="de-DE" altLang="ja-JP" dirty="0"/>
          </a:p>
        </p:txBody>
      </p:sp>
      <p:sp>
        <p:nvSpPr>
          <p:cNvPr id="17" name="Slide Number Placeholder 5">
            <a:extLst>
              <a:ext uri="{FF2B5EF4-FFF2-40B4-BE49-F238E27FC236}">
                <a16:creationId xmlns:a16="http://schemas.microsoft.com/office/drawing/2014/main" id="{5FD66971-1663-4735-86AA-EDAC07B3B6E3}"/>
              </a:ext>
            </a:extLst>
          </p:cNvPr>
          <p:cNvSpPr>
            <a:spLocks noGrp="1"/>
          </p:cNvSpPr>
          <p:nvPr>
            <p:ph type="sldNum" sz="quarter" idx="4"/>
          </p:nvPr>
        </p:nvSpPr>
        <p:spPr bwMode="gray">
          <a:xfrm>
            <a:off x="4302000" y="4878000"/>
            <a:ext cx="540000" cy="122400"/>
          </a:xfrm>
          <a:prstGeom prst="rect">
            <a:avLst/>
          </a:prstGeom>
        </p:spPr>
        <p:txBody>
          <a:bodyPr vert="horz" lIns="0" tIns="0" rIns="0" bIns="0" rtlCol="0" anchor="ctr"/>
          <a:lstStyle>
            <a:lvl1pPr algn="ctr">
              <a:defRPr sz="800">
                <a:solidFill>
                  <a:schemeClr val="tx1"/>
                </a:solidFill>
                <a:latin typeface="Arial" panose="020B0604020202020204" pitchFamily="34" charset="0"/>
                <a:cs typeface="Arial" panose="020B0604020202020204" pitchFamily="34" charset="0"/>
              </a:defRPr>
            </a:lvl1pPr>
          </a:lstStyle>
          <a:p>
            <a:fld id="{4D029D89-7B63-4C94-AD4D-2E4D6BB83637}" type="slidenum">
              <a:rPr kumimoji="1" lang="ja-JP" altLang="en-US" smtClean="0"/>
              <a:pPr/>
              <a:t>‹#›</a:t>
            </a:fld>
            <a:endParaRPr kumimoji="1" lang="ja-JP" altLang="en-US"/>
          </a:p>
        </p:txBody>
      </p:sp>
      <p:pic>
        <p:nvPicPr>
          <p:cNvPr id="21" name="Picture 56" descr="Fujitsu">
            <a:extLst>
              <a:ext uri="{FF2B5EF4-FFF2-40B4-BE49-F238E27FC236}">
                <a16:creationId xmlns:a16="http://schemas.microsoft.com/office/drawing/2014/main" id="{D82980EE-0B33-4CA3-9406-7CFAFA4FAC59}"/>
              </a:ext>
            </a:extLst>
          </p:cNvPr>
          <p:cNvPicPr>
            <a:picLocks noChangeAspect="1"/>
          </p:cNvPicPr>
          <p:nvPr userDrawn="1"/>
        </p:nvPicPr>
        <p:blipFill>
          <a:blip r:embed="rId9" cstate="print">
            <a:extLst>
              <a:ext uri="{28A0092B-C50C-407E-A947-70E740481C1C}">
                <a14:useLocalDpi xmlns:a14="http://schemas.microsoft.com/office/drawing/2010/main" val="0"/>
              </a:ext>
            </a:extLst>
          </a:blip>
          <a:stretch>
            <a:fillRect/>
          </a:stretch>
        </p:blipFill>
        <p:spPr bwMode="gray">
          <a:xfrm>
            <a:off x="7864250" y="4761"/>
            <a:ext cx="1126108" cy="685800"/>
          </a:xfrm>
          <a:prstGeom prst="rect">
            <a:avLst/>
          </a:prstGeom>
        </p:spPr>
      </p:pic>
      <p:pic>
        <p:nvPicPr>
          <p:cNvPr id="9" name="Picture 23" descr="A picture containing icon&#10;&#10;Description automatically generated">
            <a:extLst>
              <a:ext uri="{FF2B5EF4-FFF2-40B4-BE49-F238E27FC236}">
                <a16:creationId xmlns:a16="http://schemas.microsoft.com/office/drawing/2014/main" id="{7088EA96-5D6A-4E9E-B70E-A056E53825AE}"/>
              </a:ext>
            </a:extLst>
          </p:cNvPr>
          <p:cNvPicPr>
            <a:picLocks noChangeAspect="1"/>
          </p:cNvPicPr>
          <p:nvPr userDrawn="1"/>
        </p:nvPicPr>
        <p:blipFill rotWithShape="1">
          <a:blip r:embed="rId10" cstate="print">
            <a:extLst>
              <a:ext uri="{28A0092B-C50C-407E-A947-70E740481C1C}">
                <a14:useLocalDpi xmlns:a14="http://schemas.microsoft.com/office/drawing/2010/main" val="0"/>
              </a:ext>
            </a:extLst>
          </a:blip>
          <a:srcRect/>
          <a:stretch/>
        </p:blipFill>
        <p:spPr>
          <a:xfrm>
            <a:off x="9264043" y="-14287"/>
            <a:ext cx="670272" cy="3374707"/>
          </a:xfrm>
          <a:prstGeom prst="rect">
            <a:avLst/>
          </a:prstGeom>
        </p:spPr>
      </p:pic>
      <p:pic>
        <p:nvPicPr>
          <p:cNvPr id="12" name="SD_FUJITSU-RESTRICTED">
            <a:extLst>
              <a:ext uri="{FF2B5EF4-FFF2-40B4-BE49-F238E27FC236}">
                <a16:creationId xmlns:a16="http://schemas.microsoft.com/office/drawing/2014/main" id="{0E954877-B8C4-4CF0-A039-854CAF3472EC}"/>
              </a:ext>
            </a:extLst>
          </p:cNvPr>
          <p:cNvPicPr>
            <a:picLocks noChangeAspect="1"/>
          </p:cNvPicPr>
          <p:nvPr userDrawn="1"/>
        </p:nvPicPr>
        <p:blipFill>
          <a:blip r:embed="rId11">
            <a:extLst>
              <a:ext uri="{28A0092B-C50C-407E-A947-70E740481C1C}">
                <a14:useLocalDpi xmlns:a14="http://schemas.microsoft.com/office/drawing/2010/main" val="0"/>
              </a:ext>
            </a:extLst>
          </a:blip>
          <a:stretch>
            <a:fillRect/>
          </a:stretch>
        </p:blipFill>
        <p:spPr>
          <a:xfrm>
            <a:off x="230400" y="4863874"/>
            <a:ext cx="1292691" cy="166263"/>
          </a:xfrm>
          <a:prstGeom prst="rect">
            <a:avLst/>
          </a:prstGeom>
        </p:spPr>
      </p:pic>
    </p:spTree>
    <p:extLst>
      <p:ext uri="{BB962C8B-B14F-4D97-AF65-F5344CB8AC3E}">
        <p14:creationId xmlns:p14="http://schemas.microsoft.com/office/powerpoint/2010/main" val="2133628830"/>
      </p:ext>
    </p:extLst>
  </p:cSld>
  <p:clrMap bg1="lt1" tx1="dk1" bg2="lt2" tx2="dk2" accent1="accent1" accent2="accent2" accent3="accent3" accent4="accent4" accent5="accent5" accent6="accent6" hlink="hlink" folHlink="folHlink"/>
  <p:sldLayoutIdLst>
    <p:sldLayoutId id="2147483717" r:id="rId1"/>
    <p:sldLayoutId id="2147483685" r:id="rId2"/>
    <p:sldLayoutId id="2147483686" r:id="rId3"/>
    <p:sldLayoutId id="2147483687" r:id="rId4"/>
    <p:sldLayoutId id="2147483688" r:id="rId5"/>
    <p:sldLayoutId id="2147483718" r:id="rId6"/>
  </p:sldLayoutIdLst>
  <p:hf hdr="0"/>
  <p:txStyles>
    <p:titleStyle>
      <a:lvl1pPr algn="l" defTabSz="685800" rtl="0" eaLnBrk="1" latinLnBrk="0" hangingPunct="1">
        <a:lnSpc>
          <a:spcPct val="90000"/>
        </a:lnSpc>
        <a:spcBef>
          <a:spcPct val="0"/>
        </a:spcBef>
        <a:buNone/>
        <a:defRPr kumimoji="1" sz="2800" b="1" kern="1200">
          <a:solidFill>
            <a:schemeClr val="bg1"/>
          </a:solidFill>
          <a:latin typeface="+mj-lt"/>
          <a:ea typeface="+mj-ea"/>
          <a:cs typeface="+mj-cs"/>
        </a:defRPr>
      </a:lvl1pPr>
    </p:titleStyle>
    <p:bodyStyle>
      <a:lvl1pPr marL="171450" indent="-216000" algn="l" defTabSz="685800" rtl="0" eaLnBrk="1" latinLnBrk="0" hangingPunct="1">
        <a:lnSpc>
          <a:spcPct val="100000"/>
        </a:lnSpc>
        <a:spcBef>
          <a:spcPts val="750"/>
        </a:spcBef>
        <a:buClr>
          <a:schemeClr val="accent3"/>
        </a:buClr>
        <a:buSzPct val="90000"/>
        <a:buFont typeface="Wingdings" panose="05000000000000000000" pitchFamily="2" charset="2"/>
        <a:buChar char="l"/>
        <a:defRPr kumimoji="1" sz="2200" kern="1200">
          <a:solidFill>
            <a:schemeClr val="tx1"/>
          </a:solidFill>
          <a:latin typeface="+mn-lt"/>
          <a:ea typeface="+mn-ea"/>
          <a:cs typeface="+mn-cs"/>
        </a:defRPr>
      </a:lvl1pPr>
      <a:lvl2pPr marL="514350" indent="-171450" algn="l" defTabSz="685800" rtl="0" eaLnBrk="1" latinLnBrk="0" hangingPunct="1">
        <a:lnSpc>
          <a:spcPct val="100000"/>
        </a:lnSpc>
        <a:spcBef>
          <a:spcPts val="375"/>
        </a:spcBef>
        <a:buClr>
          <a:srgbClr val="6D6E70"/>
        </a:buClr>
        <a:buSzPct val="90000"/>
        <a:buFont typeface="Wingdings" panose="05000000000000000000" pitchFamily="2" charset="2"/>
        <a:buChar char="l"/>
        <a:defRPr kumimoji="1" sz="1800" kern="1200">
          <a:solidFill>
            <a:schemeClr val="tx1"/>
          </a:solidFill>
          <a:latin typeface="+mn-lt"/>
          <a:ea typeface="+mn-ea"/>
          <a:cs typeface="+mn-cs"/>
        </a:defRPr>
      </a:lvl2pPr>
      <a:lvl3pPr marL="857250" indent="-171450" algn="l" defTabSz="685800" rtl="0" eaLnBrk="1" latinLnBrk="0" hangingPunct="1">
        <a:lnSpc>
          <a:spcPct val="100000"/>
        </a:lnSpc>
        <a:spcBef>
          <a:spcPts val="375"/>
        </a:spcBef>
        <a:buClr>
          <a:srgbClr val="6D6E70"/>
        </a:buClr>
        <a:buSzPct val="90000"/>
        <a:buFont typeface="Wingdings" panose="05000000000000000000" pitchFamily="2" charset="2"/>
        <a:buChar char="l"/>
        <a:defRPr kumimoji="1" sz="1600" kern="1200">
          <a:solidFill>
            <a:schemeClr val="tx1"/>
          </a:solidFill>
          <a:latin typeface="+mn-lt"/>
          <a:ea typeface="+mn-ea"/>
          <a:cs typeface="+mn-cs"/>
        </a:defRPr>
      </a:lvl3pPr>
      <a:lvl4pPr marL="1200150" indent="-171450" algn="l" defTabSz="685800" rtl="0" eaLnBrk="1" latinLnBrk="0" hangingPunct="1">
        <a:lnSpc>
          <a:spcPct val="100000"/>
        </a:lnSpc>
        <a:spcBef>
          <a:spcPts val="375"/>
        </a:spcBef>
        <a:buClr>
          <a:srgbClr val="6D6E70"/>
        </a:buClr>
        <a:buSzPct val="90000"/>
        <a:buFont typeface="Wingdings" panose="05000000000000000000" pitchFamily="2" charset="2"/>
        <a:buChar char="l"/>
        <a:defRPr kumimoji="1" sz="1400" kern="1200">
          <a:solidFill>
            <a:schemeClr val="tx1"/>
          </a:solidFill>
          <a:latin typeface="+mn-lt"/>
          <a:ea typeface="+mn-ea"/>
          <a:cs typeface="+mn-cs"/>
        </a:defRPr>
      </a:lvl4pPr>
      <a:lvl5pPr marL="1543050" indent="-171450" algn="l" defTabSz="685800" rtl="0" eaLnBrk="1" latinLnBrk="0" hangingPunct="1">
        <a:lnSpc>
          <a:spcPct val="100000"/>
        </a:lnSpc>
        <a:spcBef>
          <a:spcPts val="375"/>
        </a:spcBef>
        <a:buClr>
          <a:srgbClr val="6D6E70"/>
        </a:buClr>
        <a:buSzPct val="90000"/>
        <a:buFont typeface="Wingdings" panose="05000000000000000000" pitchFamily="2" charset="2"/>
        <a:buChar char="l"/>
        <a:defRPr kumimoji="1" sz="1400" kern="1200">
          <a:solidFill>
            <a:schemeClr val="tx1"/>
          </a:solidFill>
          <a:latin typeface="+mn-lt"/>
          <a:ea typeface="+mn-ea"/>
          <a:cs typeface="+mn-cs"/>
        </a:defRPr>
      </a:lvl5pPr>
      <a:lvl6pPr marL="1885950" indent="-171450" algn="l" defTabSz="685800" rtl="0" eaLnBrk="1" latinLnBrk="0" hangingPunct="1">
        <a:lnSpc>
          <a:spcPct val="100000"/>
        </a:lnSpc>
        <a:spcBef>
          <a:spcPts val="375"/>
        </a:spcBef>
        <a:buClr>
          <a:srgbClr val="6D6E70"/>
        </a:buClr>
        <a:buSzPct val="90000"/>
        <a:buFont typeface="Wingdings" panose="05000000000000000000" pitchFamily="2" charset="2"/>
        <a:buChar char="l"/>
        <a:defRPr kumimoji="1" sz="1400" kern="1200">
          <a:solidFill>
            <a:schemeClr val="tx1"/>
          </a:solidFill>
          <a:latin typeface="+mn-lt"/>
          <a:ea typeface="+mn-ea"/>
          <a:cs typeface="+mn-cs"/>
        </a:defRPr>
      </a:lvl6pPr>
      <a:lvl7pPr marL="2228850" indent="-171450" algn="l" defTabSz="685800" rtl="0" eaLnBrk="1" latinLnBrk="0" hangingPunct="1">
        <a:lnSpc>
          <a:spcPct val="100000"/>
        </a:lnSpc>
        <a:spcBef>
          <a:spcPts val="375"/>
        </a:spcBef>
        <a:buClr>
          <a:srgbClr val="6D6E70"/>
        </a:buClr>
        <a:buSzPct val="90000"/>
        <a:buFont typeface="Wingdings" panose="05000000000000000000" pitchFamily="2" charset="2"/>
        <a:buChar char="l"/>
        <a:defRPr kumimoji="1" sz="1400" kern="1200">
          <a:solidFill>
            <a:schemeClr val="tx1"/>
          </a:solidFill>
          <a:latin typeface="+mn-lt"/>
          <a:ea typeface="+mn-ea"/>
          <a:cs typeface="+mn-cs"/>
        </a:defRPr>
      </a:lvl7pPr>
      <a:lvl8pPr marL="2571750" indent="-171450" algn="l" defTabSz="685800" rtl="0" eaLnBrk="1" latinLnBrk="0" hangingPunct="1">
        <a:lnSpc>
          <a:spcPct val="100000"/>
        </a:lnSpc>
        <a:spcBef>
          <a:spcPts val="375"/>
        </a:spcBef>
        <a:buClr>
          <a:srgbClr val="6D6E70"/>
        </a:buClr>
        <a:buSzPct val="90000"/>
        <a:buFont typeface="Wingdings" panose="05000000000000000000" pitchFamily="2" charset="2"/>
        <a:buChar char="l"/>
        <a:defRPr kumimoji="1" sz="1400" kern="1200">
          <a:solidFill>
            <a:schemeClr val="tx1"/>
          </a:solidFill>
          <a:latin typeface="+mn-lt"/>
          <a:ea typeface="+mn-ea"/>
          <a:cs typeface="+mn-cs"/>
        </a:defRPr>
      </a:lvl8pPr>
      <a:lvl9pPr marL="2914650" indent="-171450" algn="l" defTabSz="685800" rtl="0" eaLnBrk="1" latinLnBrk="0" hangingPunct="1">
        <a:lnSpc>
          <a:spcPct val="100000"/>
        </a:lnSpc>
        <a:spcBef>
          <a:spcPts val="375"/>
        </a:spcBef>
        <a:buClr>
          <a:srgbClr val="6D6E70"/>
        </a:buClr>
        <a:buSzPct val="90000"/>
        <a:buFont typeface="Wingdings" panose="05000000000000000000" pitchFamily="2" charset="2"/>
        <a:buChar char="l"/>
        <a:defRPr kumimoji="1" sz="1400" kern="1200">
          <a:solidFill>
            <a:schemeClr val="tx1"/>
          </a:solidFill>
          <a:latin typeface="+mn-lt"/>
          <a:ea typeface="+mn-ea"/>
          <a:cs typeface="+mn-cs"/>
        </a:defRPr>
      </a:lvl9pPr>
    </p:bodyStyle>
    <p:otherStyle>
      <a:defPPr>
        <a:defRPr lang="en-US"/>
      </a:defPPr>
      <a:lvl1pPr marL="0" algn="l" defTabSz="685800" rtl="0" eaLnBrk="1" latinLnBrk="0" hangingPunct="1">
        <a:defRPr kumimoji="1" sz="1350" kern="1200">
          <a:solidFill>
            <a:schemeClr val="tx1"/>
          </a:solidFill>
          <a:latin typeface="+mn-lt"/>
          <a:ea typeface="+mn-ea"/>
          <a:cs typeface="+mn-cs"/>
        </a:defRPr>
      </a:lvl1pPr>
      <a:lvl2pPr marL="342900" algn="l" defTabSz="685800" rtl="0" eaLnBrk="1" latinLnBrk="0" hangingPunct="1">
        <a:defRPr kumimoji="1" sz="1350" kern="1200">
          <a:solidFill>
            <a:schemeClr val="tx1"/>
          </a:solidFill>
          <a:latin typeface="+mn-lt"/>
          <a:ea typeface="+mn-ea"/>
          <a:cs typeface="+mn-cs"/>
        </a:defRPr>
      </a:lvl2pPr>
      <a:lvl3pPr marL="685800" algn="l" defTabSz="685800" rtl="0" eaLnBrk="1" latinLnBrk="0" hangingPunct="1">
        <a:defRPr kumimoji="1" sz="1350" kern="1200">
          <a:solidFill>
            <a:schemeClr val="tx1"/>
          </a:solidFill>
          <a:latin typeface="+mn-lt"/>
          <a:ea typeface="+mn-ea"/>
          <a:cs typeface="+mn-cs"/>
        </a:defRPr>
      </a:lvl3pPr>
      <a:lvl4pPr marL="1028700" algn="l" defTabSz="685800" rtl="0" eaLnBrk="1" latinLnBrk="0" hangingPunct="1">
        <a:defRPr kumimoji="1" sz="1350" kern="1200">
          <a:solidFill>
            <a:schemeClr val="tx1"/>
          </a:solidFill>
          <a:latin typeface="+mn-lt"/>
          <a:ea typeface="+mn-ea"/>
          <a:cs typeface="+mn-cs"/>
        </a:defRPr>
      </a:lvl4pPr>
      <a:lvl5pPr marL="1371600" algn="l" defTabSz="685800" rtl="0" eaLnBrk="1" latinLnBrk="0" hangingPunct="1">
        <a:defRPr kumimoji="1" sz="1350" kern="1200">
          <a:solidFill>
            <a:schemeClr val="tx1"/>
          </a:solidFill>
          <a:latin typeface="+mn-lt"/>
          <a:ea typeface="+mn-ea"/>
          <a:cs typeface="+mn-cs"/>
        </a:defRPr>
      </a:lvl5pPr>
      <a:lvl6pPr marL="1714500" algn="l" defTabSz="685800" rtl="0" eaLnBrk="1" latinLnBrk="0" hangingPunct="1">
        <a:defRPr kumimoji="1" sz="1350" kern="1200">
          <a:solidFill>
            <a:schemeClr val="tx1"/>
          </a:solidFill>
          <a:latin typeface="+mn-lt"/>
          <a:ea typeface="+mn-ea"/>
          <a:cs typeface="+mn-cs"/>
        </a:defRPr>
      </a:lvl6pPr>
      <a:lvl7pPr marL="2057400" algn="l" defTabSz="685800" rtl="0" eaLnBrk="1" latinLnBrk="0" hangingPunct="1">
        <a:defRPr kumimoji="1" sz="1350" kern="1200">
          <a:solidFill>
            <a:schemeClr val="tx1"/>
          </a:solidFill>
          <a:latin typeface="+mn-lt"/>
          <a:ea typeface="+mn-ea"/>
          <a:cs typeface="+mn-cs"/>
        </a:defRPr>
      </a:lvl7pPr>
      <a:lvl8pPr marL="2400300" algn="l" defTabSz="685800" rtl="0" eaLnBrk="1" latinLnBrk="0" hangingPunct="1">
        <a:defRPr kumimoji="1" sz="1350" kern="1200">
          <a:solidFill>
            <a:schemeClr val="tx1"/>
          </a:solidFill>
          <a:latin typeface="+mn-lt"/>
          <a:ea typeface="+mn-ea"/>
          <a:cs typeface="+mn-cs"/>
        </a:defRPr>
      </a:lvl8pPr>
      <a:lvl9pPr marL="2743200" algn="l" defTabSz="685800" rtl="0" eaLnBrk="1" latinLnBrk="0" hangingPunct="1">
        <a:defRPr kumimoji="1" sz="135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16" name="図 15">
            <a:extLst>
              <a:ext uri="{FF2B5EF4-FFF2-40B4-BE49-F238E27FC236}">
                <a16:creationId xmlns:a16="http://schemas.microsoft.com/office/drawing/2014/main" id="{4A610FE8-4E13-44F5-8261-1F6C83957A07}"/>
              </a:ext>
              <a:ext uri="{C183D7F6-B498-43B3-948B-1728B52AA6E4}">
                <adec:decorative xmlns:adec="http://schemas.microsoft.com/office/drawing/2017/decorative" val="1"/>
              </a:ext>
            </a:extLst>
          </p:cNvPr>
          <p:cNvPicPr>
            <a:picLocks noChangeAspect="1"/>
          </p:cNvPicPr>
          <p:nvPr userDrawn="1"/>
        </p:nvPicPr>
        <p:blipFill rotWithShape="1">
          <a:blip r:embed="rId8" cstate="print">
            <a:extLst>
              <a:ext uri="{28A0092B-C50C-407E-A947-70E740481C1C}">
                <a14:useLocalDpi xmlns:a14="http://schemas.microsoft.com/office/drawing/2010/main"/>
              </a:ext>
            </a:extLst>
          </a:blip>
          <a:srcRect r="283"/>
          <a:stretch/>
        </p:blipFill>
        <p:spPr bwMode="gray">
          <a:xfrm>
            <a:off x="0" y="-4012"/>
            <a:ext cx="9144000" cy="716400"/>
          </a:xfrm>
          <a:prstGeom prst="rect">
            <a:avLst/>
          </a:prstGeom>
        </p:spPr>
      </p:pic>
      <p:sp>
        <p:nvSpPr>
          <p:cNvPr id="20" name="正方形/長方形 3">
            <a:extLst>
              <a:ext uri="{FF2B5EF4-FFF2-40B4-BE49-F238E27FC236}">
                <a16:creationId xmlns:a16="http://schemas.microsoft.com/office/drawing/2014/main" id="{01B82633-049F-4C00-BBD3-E3F88671F94A}"/>
              </a:ext>
            </a:extLst>
          </p:cNvPr>
          <p:cNvSpPr/>
          <p:nvPr userDrawn="1"/>
        </p:nvSpPr>
        <p:spPr bwMode="gray">
          <a:xfrm>
            <a:off x="6796877" y="-2144"/>
            <a:ext cx="2347122" cy="714532"/>
          </a:xfrm>
          <a:prstGeom prst="rect">
            <a:avLst/>
          </a:prstGeom>
          <a:gradFill flip="none" rotWithShape="1">
            <a:gsLst>
              <a:gs pos="0">
                <a:schemeClr val="accent1">
                  <a:alpha val="80000"/>
                </a:schemeClr>
              </a:gs>
              <a:gs pos="100000">
                <a:schemeClr val="accent1">
                  <a:alpha val="0"/>
                </a:scheme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ltLang="ja-JP" dirty="0">
              <a:solidFill>
                <a:schemeClr val="tx1"/>
              </a:solidFill>
            </a:endParaRPr>
          </a:p>
        </p:txBody>
      </p:sp>
      <p:sp>
        <p:nvSpPr>
          <p:cNvPr id="2" name="Title Placeholder 1">
            <a:extLst>
              <a:ext uri="{C183D7F6-B498-43B3-948B-1728B52AA6E4}">
                <adec:decorative xmlns:adec="http://schemas.microsoft.com/office/drawing/2017/decorative" val="0"/>
              </a:ext>
            </a:extLst>
          </p:cNvPr>
          <p:cNvSpPr>
            <a:spLocks noGrp="1"/>
          </p:cNvSpPr>
          <p:nvPr>
            <p:ph type="title"/>
          </p:nvPr>
        </p:nvSpPr>
        <p:spPr bwMode="gray">
          <a:xfrm>
            <a:off x="234000" y="32400"/>
            <a:ext cx="7560000" cy="655200"/>
          </a:xfrm>
          <a:prstGeom prst="rect">
            <a:avLst/>
          </a:prstGeom>
        </p:spPr>
        <p:txBody>
          <a:bodyPr vert="horz" lIns="0" tIns="108000" rIns="0" bIns="0" rtlCol="0" anchor="ctr">
            <a:normAutofit/>
          </a:bodyPr>
          <a:lstStyle/>
          <a:p>
            <a:r>
              <a:rPr lang="ja-JP" altLang="en-US" dirty="0"/>
              <a:t>マスター タイトルの書式設定</a:t>
            </a:r>
            <a:endParaRPr lang="en-US" dirty="0"/>
          </a:p>
        </p:txBody>
      </p:sp>
      <p:sp>
        <p:nvSpPr>
          <p:cNvPr id="3" name="Text Placeholder 2"/>
          <p:cNvSpPr>
            <a:spLocks noGrp="1"/>
          </p:cNvSpPr>
          <p:nvPr>
            <p:ph type="body" idx="1"/>
          </p:nvPr>
        </p:nvSpPr>
        <p:spPr bwMode="gray">
          <a:xfrm>
            <a:off x="230400" y="950400"/>
            <a:ext cx="8679600" cy="3787200"/>
          </a:xfrm>
          <a:prstGeom prst="rect">
            <a:avLst/>
          </a:prstGeom>
        </p:spPr>
        <p:txBody>
          <a:bodyPr vert="horz" lIns="0" tIns="0" rIns="0" bIns="0" rtlCol="0">
            <a:noAutofit/>
          </a:bodyPr>
          <a:lstStyle/>
          <a:p>
            <a:pPr lvl="0"/>
            <a:r>
              <a:rPr lang="ja-JP" altLang="en-US" dirty="0"/>
              <a:t>マスター テキストの書式設定</a:t>
            </a:r>
          </a:p>
          <a:p>
            <a:pPr lvl="1"/>
            <a:r>
              <a:rPr lang="ja-JP" altLang="en-US" dirty="0"/>
              <a:t>第</a:t>
            </a:r>
            <a:r>
              <a:rPr lang="en-US" altLang="ja-JP" dirty="0"/>
              <a:t>2</a:t>
            </a:r>
            <a:r>
              <a:rPr lang="ja-JP" altLang="en-US" dirty="0"/>
              <a:t> レベル</a:t>
            </a:r>
          </a:p>
          <a:p>
            <a:pPr lvl="2"/>
            <a:r>
              <a:rPr lang="ja-JP" altLang="en-US" dirty="0"/>
              <a:t>第</a:t>
            </a:r>
            <a:r>
              <a:rPr lang="en-US" altLang="ja-JP" dirty="0"/>
              <a:t>3</a:t>
            </a:r>
            <a:r>
              <a:rPr lang="ja-JP" altLang="en-US" dirty="0"/>
              <a:t> レベル</a:t>
            </a:r>
          </a:p>
          <a:p>
            <a:pPr lvl="3"/>
            <a:r>
              <a:rPr lang="ja-JP" altLang="en-US" dirty="0"/>
              <a:t>第</a:t>
            </a:r>
            <a:r>
              <a:rPr lang="en-US" altLang="ja-JP" dirty="0"/>
              <a:t>4</a:t>
            </a:r>
            <a:r>
              <a:rPr lang="ja-JP" altLang="en-US" dirty="0"/>
              <a:t> レベル</a:t>
            </a:r>
          </a:p>
          <a:p>
            <a:pPr lvl="4"/>
            <a:r>
              <a:rPr lang="ja-JP" altLang="en-US" dirty="0"/>
              <a:t>第</a:t>
            </a:r>
            <a:r>
              <a:rPr lang="en-US" altLang="ja-JP" dirty="0"/>
              <a:t>5</a:t>
            </a:r>
            <a:r>
              <a:rPr lang="ja-JP" altLang="en-US" dirty="0"/>
              <a:t> レベル</a:t>
            </a:r>
            <a:endParaRPr lang="en-US" altLang="ja-JP" dirty="0"/>
          </a:p>
          <a:p>
            <a:pPr lvl="5"/>
            <a:r>
              <a:rPr lang="ja-JP" altLang="en-US" dirty="0"/>
              <a:t>テキスト</a:t>
            </a:r>
            <a:endParaRPr lang="en-US" altLang="ja-JP" dirty="0"/>
          </a:p>
          <a:p>
            <a:pPr lvl="6"/>
            <a:r>
              <a:rPr lang="ja-JP" altLang="en-US" dirty="0"/>
              <a:t>テキスト</a:t>
            </a:r>
            <a:endParaRPr lang="en-US" altLang="ja-JP" dirty="0"/>
          </a:p>
          <a:p>
            <a:pPr lvl="7"/>
            <a:r>
              <a:rPr lang="ja-JP" altLang="en-US" dirty="0"/>
              <a:t>テキスト</a:t>
            </a:r>
            <a:endParaRPr lang="en-US" altLang="ja-JP" dirty="0"/>
          </a:p>
          <a:p>
            <a:pPr lvl="8"/>
            <a:r>
              <a:rPr lang="ja-JP" altLang="en-US" dirty="0"/>
              <a:t>テキスト</a:t>
            </a:r>
            <a:endParaRPr lang="en-US" dirty="0"/>
          </a:p>
        </p:txBody>
      </p:sp>
      <p:sp>
        <p:nvSpPr>
          <p:cNvPr id="5" name="Footer Placeholder 4"/>
          <p:cNvSpPr>
            <a:spLocks noGrp="1"/>
          </p:cNvSpPr>
          <p:nvPr>
            <p:ph type="ftr" sz="quarter" idx="3"/>
          </p:nvPr>
        </p:nvSpPr>
        <p:spPr bwMode="gray">
          <a:xfrm>
            <a:off x="7758000" y="4888800"/>
            <a:ext cx="1155600" cy="108000"/>
          </a:xfrm>
          <a:prstGeom prst="rect">
            <a:avLst/>
          </a:prstGeom>
        </p:spPr>
        <p:txBody>
          <a:bodyPr vert="horz" wrap="none" lIns="0" tIns="0" rIns="0" bIns="0" rtlCol="0" anchor="ctr"/>
          <a:lstStyle>
            <a:lvl1pPr algn="r">
              <a:defRPr sz="700">
                <a:solidFill>
                  <a:schemeClr val="tx1"/>
                </a:solidFill>
                <a:latin typeface="Arial" panose="020B0604020202020204" pitchFamily="34" charset="0"/>
                <a:cs typeface="Arial" panose="020B0604020202020204" pitchFamily="34" charset="0"/>
              </a:defRPr>
            </a:lvl1pPr>
          </a:lstStyle>
          <a:p>
            <a:r>
              <a:rPr lang="en-US" altLang="ja-JP"/>
              <a:t>© 2022 Fujitsu Limited</a:t>
            </a:r>
            <a:endParaRPr lang="de-DE" altLang="ja-JP" dirty="0"/>
          </a:p>
        </p:txBody>
      </p:sp>
      <p:sp>
        <p:nvSpPr>
          <p:cNvPr id="17" name="Slide Number Placeholder 5">
            <a:extLst>
              <a:ext uri="{FF2B5EF4-FFF2-40B4-BE49-F238E27FC236}">
                <a16:creationId xmlns:a16="http://schemas.microsoft.com/office/drawing/2014/main" id="{77DC5FBD-BA73-4475-A498-FD167F60DD8B}"/>
              </a:ext>
            </a:extLst>
          </p:cNvPr>
          <p:cNvSpPr>
            <a:spLocks noGrp="1"/>
          </p:cNvSpPr>
          <p:nvPr>
            <p:ph type="sldNum" sz="quarter" idx="4"/>
          </p:nvPr>
        </p:nvSpPr>
        <p:spPr bwMode="gray">
          <a:xfrm>
            <a:off x="4302000" y="4878000"/>
            <a:ext cx="540000" cy="122400"/>
          </a:xfrm>
          <a:prstGeom prst="rect">
            <a:avLst/>
          </a:prstGeom>
        </p:spPr>
        <p:txBody>
          <a:bodyPr vert="horz" lIns="0" tIns="0" rIns="0" bIns="0" rtlCol="0" anchor="ctr"/>
          <a:lstStyle>
            <a:lvl1pPr algn="ctr">
              <a:defRPr sz="800">
                <a:solidFill>
                  <a:schemeClr val="tx1"/>
                </a:solidFill>
                <a:latin typeface="Arial" panose="020B0604020202020204" pitchFamily="34" charset="0"/>
                <a:cs typeface="Arial" panose="020B0604020202020204" pitchFamily="34" charset="0"/>
              </a:defRPr>
            </a:lvl1pPr>
          </a:lstStyle>
          <a:p>
            <a:fld id="{4D029D89-7B63-4C94-AD4D-2E4D6BB83637}" type="slidenum">
              <a:rPr kumimoji="1" lang="ja-JP" altLang="en-US" smtClean="0"/>
              <a:pPr/>
              <a:t>‹#›</a:t>
            </a:fld>
            <a:endParaRPr kumimoji="1" lang="ja-JP" altLang="en-US"/>
          </a:p>
        </p:txBody>
      </p:sp>
      <p:pic>
        <p:nvPicPr>
          <p:cNvPr id="21" name="Picture 56" descr="Fujitsu">
            <a:extLst>
              <a:ext uri="{FF2B5EF4-FFF2-40B4-BE49-F238E27FC236}">
                <a16:creationId xmlns:a16="http://schemas.microsoft.com/office/drawing/2014/main" id="{CCE01033-ACD1-490A-9993-2E4C9E5D1835}"/>
              </a:ext>
            </a:extLst>
          </p:cNvPr>
          <p:cNvPicPr>
            <a:picLocks noChangeAspect="1"/>
          </p:cNvPicPr>
          <p:nvPr userDrawn="1"/>
        </p:nvPicPr>
        <p:blipFill>
          <a:blip r:embed="rId9" cstate="print">
            <a:extLst>
              <a:ext uri="{28A0092B-C50C-407E-A947-70E740481C1C}">
                <a14:useLocalDpi xmlns:a14="http://schemas.microsoft.com/office/drawing/2010/main" val="0"/>
              </a:ext>
            </a:extLst>
          </a:blip>
          <a:stretch>
            <a:fillRect/>
          </a:stretch>
        </p:blipFill>
        <p:spPr>
          <a:xfrm>
            <a:off x="7864250" y="4761"/>
            <a:ext cx="1126108" cy="685800"/>
          </a:xfrm>
          <a:prstGeom prst="rect">
            <a:avLst/>
          </a:prstGeom>
        </p:spPr>
      </p:pic>
      <p:pic>
        <p:nvPicPr>
          <p:cNvPr id="10" name="Picture 23" descr="A picture containing icon&#10;&#10;Description automatically generated">
            <a:extLst>
              <a:ext uri="{FF2B5EF4-FFF2-40B4-BE49-F238E27FC236}">
                <a16:creationId xmlns:a16="http://schemas.microsoft.com/office/drawing/2014/main" id="{26F001E0-DEBF-48D5-B0A7-28B550B83D9F}"/>
              </a:ext>
            </a:extLst>
          </p:cNvPr>
          <p:cNvPicPr>
            <a:picLocks noChangeAspect="1"/>
          </p:cNvPicPr>
          <p:nvPr userDrawn="1"/>
        </p:nvPicPr>
        <p:blipFill rotWithShape="1">
          <a:blip r:embed="rId10" cstate="print">
            <a:extLst>
              <a:ext uri="{28A0092B-C50C-407E-A947-70E740481C1C}">
                <a14:useLocalDpi xmlns:a14="http://schemas.microsoft.com/office/drawing/2010/main" val="0"/>
              </a:ext>
            </a:extLst>
          </a:blip>
          <a:srcRect/>
          <a:stretch/>
        </p:blipFill>
        <p:spPr>
          <a:xfrm>
            <a:off x="9264043" y="-14287"/>
            <a:ext cx="670272" cy="3374707"/>
          </a:xfrm>
          <a:prstGeom prst="rect">
            <a:avLst/>
          </a:prstGeom>
        </p:spPr>
      </p:pic>
      <p:pic>
        <p:nvPicPr>
          <p:cNvPr id="12" name="SD_FUJITSU-RESTRICTED">
            <a:extLst>
              <a:ext uri="{FF2B5EF4-FFF2-40B4-BE49-F238E27FC236}">
                <a16:creationId xmlns:a16="http://schemas.microsoft.com/office/drawing/2014/main" id="{ECA80E07-D10E-4ACA-A4CF-AA9682A658F8}"/>
              </a:ext>
            </a:extLst>
          </p:cNvPr>
          <p:cNvPicPr>
            <a:picLocks noChangeAspect="1"/>
          </p:cNvPicPr>
          <p:nvPr userDrawn="1"/>
        </p:nvPicPr>
        <p:blipFill>
          <a:blip r:embed="rId11">
            <a:extLst>
              <a:ext uri="{28A0092B-C50C-407E-A947-70E740481C1C}">
                <a14:useLocalDpi xmlns:a14="http://schemas.microsoft.com/office/drawing/2010/main" val="0"/>
              </a:ext>
            </a:extLst>
          </a:blip>
          <a:stretch>
            <a:fillRect/>
          </a:stretch>
        </p:blipFill>
        <p:spPr>
          <a:xfrm>
            <a:off x="230400" y="4863874"/>
            <a:ext cx="1292691" cy="166263"/>
          </a:xfrm>
          <a:prstGeom prst="rect">
            <a:avLst/>
          </a:prstGeom>
        </p:spPr>
      </p:pic>
    </p:spTree>
    <p:extLst>
      <p:ext uri="{BB962C8B-B14F-4D97-AF65-F5344CB8AC3E}">
        <p14:creationId xmlns:p14="http://schemas.microsoft.com/office/powerpoint/2010/main" val="3247970042"/>
      </p:ext>
    </p:extLst>
  </p:cSld>
  <p:clrMap bg1="lt1" tx1="dk1" bg2="lt2" tx2="dk2" accent1="accent1" accent2="accent2" accent3="accent3" accent4="accent4" accent5="accent5" accent6="accent6" hlink="hlink" folHlink="folHlink"/>
  <p:sldLayoutIdLst>
    <p:sldLayoutId id="2147483719" r:id="rId1"/>
    <p:sldLayoutId id="2147483692" r:id="rId2"/>
    <p:sldLayoutId id="2147483693" r:id="rId3"/>
    <p:sldLayoutId id="2147483694" r:id="rId4"/>
    <p:sldLayoutId id="2147483695" r:id="rId5"/>
    <p:sldLayoutId id="2147483720" r:id="rId6"/>
  </p:sldLayoutIdLst>
  <p:hf hdr="0"/>
  <p:txStyles>
    <p:titleStyle>
      <a:lvl1pPr algn="l" defTabSz="685800" rtl="0" eaLnBrk="1" latinLnBrk="0" hangingPunct="1">
        <a:lnSpc>
          <a:spcPct val="90000"/>
        </a:lnSpc>
        <a:spcBef>
          <a:spcPct val="0"/>
        </a:spcBef>
        <a:buNone/>
        <a:defRPr kumimoji="1" sz="2800" b="1" kern="1200">
          <a:solidFill>
            <a:schemeClr val="bg1"/>
          </a:solidFill>
          <a:latin typeface="+mj-lt"/>
          <a:ea typeface="+mj-ea"/>
          <a:cs typeface="+mj-cs"/>
        </a:defRPr>
      </a:lvl1pPr>
    </p:titleStyle>
    <p:bodyStyle>
      <a:lvl1pPr marL="171450" indent="-216000" algn="l" defTabSz="685800" rtl="0" eaLnBrk="1" latinLnBrk="0" hangingPunct="1">
        <a:lnSpc>
          <a:spcPct val="100000"/>
        </a:lnSpc>
        <a:spcBef>
          <a:spcPts val="750"/>
        </a:spcBef>
        <a:buClr>
          <a:schemeClr val="accent1"/>
        </a:buClr>
        <a:buSzPct val="90000"/>
        <a:buFont typeface="Wingdings" panose="05000000000000000000" pitchFamily="2" charset="2"/>
        <a:buChar char="l"/>
        <a:defRPr kumimoji="1" sz="2200" kern="1200">
          <a:solidFill>
            <a:schemeClr val="tx1"/>
          </a:solidFill>
          <a:latin typeface="+mj-ea"/>
          <a:ea typeface="+mj-ea"/>
          <a:cs typeface="+mn-cs"/>
        </a:defRPr>
      </a:lvl1pPr>
      <a:lvl2pPr marL="514350" indent="-171450" algn="l" defTabSz="685800" rtl="0" eaLnBrk="1" latinLnBrk="0" hangingPunct="1">
        <a:lnSpc>
          <a:spcPct val="100000"/>
        </a:lnSpc>
        <a:spcBef>
          <a:spcPts val="375"/>
        </a:spcBef>
        <a:buClr>
          <a:srgbClr val="6D6E70"/>
        </a:buClr>
        <a:buSzPct val="90000"/>
        <a:buFont typeface="Wingdings" panose="05000000000000000000" pitchFamily="2" charset="2"/>
        <a:buChar char="l"/>
        <a:defRPr kumimoji="1" sz="1800" kern="1200">
          <a:solidFill>
            <a:schemeClr val="tx1"/>
          </a:solidFill>
          <a:latin typeface="+mj-ea"/>
          <a:ea typeface="+mj-ea"/>
          <a:cs typeface="+mn-cs"/>
        </a:defRPr>
      </a:lvl2pPr>
      <a:lvl3pPr marL="857250" indent="-171450" algn="l" defTabSz="685800" rtl="0" eaLnBrk="1" latinLnBrk="0" hangingPunct="1">
        <a:lnSpc>
          <a:spcPct val="100000"/>
        </a:lnSpc>
        <a:spcBef>
          <a:spcPts val="375"/>
        </a:spcBef>
        <a:buClr>
          <a:srgbClr val="6D6E70"/>
        </a:buClr>
        <a:buSzPct val="90000"/>
        <a:buFont typeface="Wingdings" panose="05000000000000000000" pitchFamily="2" charset="2"/>
        <a:buChar char="l"/>
        <a:defRPr kumimoji="1" sz="1600" kern="1200">
          <a:solidFill>
            <a:schemeClr val="tx1"/>
          </a:solidFill>
          <a:latin typeface="+mj-ea"/>
          <a:ea typeface="+mj-ea"/>
          <a:cs typeface="+mn-cs"/>
        </a:defRPr>
      </a:lvl3pPr>
      <a:lvl4pPr marL="1200150" indent="-171450" algn="l" defTabSz="685800" rtl="0" eaLnBrk="1" latinLnBrk="0" hangingPunct="1">
        <a:lnSpc>
          <a:spcPct val="100000"/>
        </a:lnSpc>
        <a:spcBef>
          <a:spcPts val="375"/>
        </a:spcBef>
        <a:buClr>
          <a:srgbClr val="6D6E70"/>
        </a:buClr>
        <a:buSzPct val="90000"/>
        <a:buFont typeface="Wingdings" panose="05000000000000000000" pitchFamily="2" charset="2"/>
        <a:buChar char="l"/>
        <a:defRPr kumimoji="1" sz="1400" kern="1200">
          <a:solidFill>
            <a:schemeClr val="tx1"/>
          </a:solidFill>
          <a:latin typeface="+mj-ea"/>
          <a:ea typeface="+mj-ea"/>
          <a:cs typeface="+mn-cs"/>
        </a:defRPr>
      </a:lvl4pPr>
      <a:lvl5pPr marL="1543050" indent="-171450" algn="l" defTabSz="685800" rtl="0" eaLnBrk="1" latinLnBrk="0" hangingPunct="1">
        <a:lnSpc>
          <a:spcPct val="100000"/>
        </a:lnSpc>
        <a:spcBef>
          <a:spcPts val="375"/>
        </a:spcBef>
        <a:buClr>
          <a:srgbClr val="6D6E70"/>
        </a:buClr>
        <a:buSzPct val="90000"/>
        <a:buFont typeface="Wingdings" panose="05000000000000000000" pitchFamily="2" charset="2"/>
        <a:buChar char="l"/>
        <a:defRPr kumimoji="1" sz="1400" kern="1200">
          <a:solidFill>
            <a:schemeClr val="tx1"/>
          </a:solidFill>
          <a:latin typeface="+mj-ea"/>
          <a:ea typeface="+mj-ea"/>
          <a:cs typeface="+mn-cs"/>
        </a:defRPr>
      </a:lvl5pPr>
      <a:lvl6pPr marL="1885950" indent="-171450" algn="l" defTabSz="685800" rtl="0" eaLnBrk="1" latinLnBrk="0" hangingPunct="1">
        <a:lnSpc>
          <a:spcPct val="100000"/>
        </a:lnSpc>
        <a:spcBef>
          <a:spcPts val="375"/>
        </a:spcBef>
        <a:buClr>
          <a:srgbClr val="6D6E70"/>
        </a:buClr>
        <a:buSzPct val="90000"/>
        <a:buFont typeface="Wingdings" panose="05000000000000000000" pitchFamily="2" charset="2"/>
        <a:buChar char="l"/>
        <a:defRPr kumimoji="1" sz="1400" kern="1200">
          <a:solidFill>
            <a:schemeClr val="tx1"/>
          </a:solidFill>
          <a:latin typeface="+mn-lt"/>
          <a:ea typeface="+mn-ea"/>
          <a:cs typeface="+mn-cs"/>
        </a:defRPr>
      </a:lvl6pPr>
      <a:lvl7pPr marL="2228850" indent="-171450" algn="l" defTabSz="685800" rtl="0" eaLnBrk="1" latinLnBrk="0" hangingPunct="1">
        <a:lnSpc>
          <a:spcPct val="100000"/>
        </a:lnSpc>
        <a:spcBef>
          <a:spcPts val="375"/>
        </a:spcBef>
        <a:buClr>
          <a:srgbClr val="6D6E70"/>
        </a:buClr>
        <a:buSzPct val="90000"/>
        <a:buFont typeface="Wingdings" panose="05000000000000000000" pitchFamily="2" charset="2"/>
        <a:buChar char="l"/>
        <a:defRPr kumimoji="1" sz="1400" kern="1200">
          <a:solidFill>
            <a:schemeClr val="tx1"/>
          </a:solidFill>
          <a:latin typeface="+mn-lt"/>
          <a:ea typeface="+mn-ea"/>
          <a:cs typeface="+mn-cs"/>
        </a:defRPr>
      </a:lvl7pPr>
      <a:lvl8pPr marL="2571750" indent="-171450" algn="l" defTabSz="685800" rtl="0" eaLnBrk="1" latinLnBrk="0" hangingPunct="1">
        <a:lnSpc>
          <a:spcPct val="100000"/>
        </a:lnSpc>
        <a:spcBef>
          <a:spcPts val="375"/>
        </a:spcBef>
        <a:buClr>
          <a:srgbClr val="6D6E70"/>
        </a:buClr>
        <a:buSzPct val="90000"/>
        <a:buFont typeface="Wingdings" panose="05000000000000000000" pitchFamily="2" charset="2"/>
        <a:buChar char="l"/>
        <a:defRPr kumimoji="1" sz="1400" kern="1200">
          <a:solidFill>
            <a:schemeClr val="tx1"/>
          </a:solidFill>
          <a:latin typeface="+mn-lt"/>
          <a:ea typeface="+mn-ea"/>
          <a:cs typeface="+mn-cs"/>
        </a:defRPr>
      </a:lvl8pPr>
      <a:lvl9pPr marL="2914650" indent="-171450" algn="l" defTabSz="685800" rtl="0" eaLnBrk="1" latinLnBrk="0" hangingPunct="1">
        <a:lnSpc>
          <a:spcPct val="100000"/>
        </a:lnSpc>
        <a:spcBef>
          <a:spcPts val="375"/>
        </a:spcBef>
        <a:buClr>
          <a:srgbClr val="6D6E70"/>
        </a:buClr>
        <a:buSzPct val="90000"/>
        <a:buFont typeface="Wingdings" panose="05000000000000000000" pitchFamily="2" charset="2"/>
        <a:buChar char="l"/>
        <a:defRPr kumimoji="1" sz="1400" kern="1200">
          <a:solidFill>
            <a:schemeClr val="tx1"/>
          </a:solidFill>
          <a:latin typeface="+mn-lt"/>
          <a:ea typeface="+mn-ea"/>
          <a:cs typeface="+mn-cs"/>
        </a:defRPr>
      </a:lvl9pPr>
    </p:bodyStyle>
    <p:otherStyle>
      <a:defPPr>
        <a:defRPr lang="en-US"/>
      </a:defPPr>
      <a:lvl1pPr marL="0" algn="l" defTabSz="685800" rtl="0" eaLnBrk="1" latinLnBrk="0" hangingPunct="1">
        <a:defRPr kumimoji="1" sz="1350" kern="1200">
          <a:solidFill>
            <a:schemeClr val="tx1"/>
          </a:solidFill>
          <a:latin typeface="+mn-lt"/>
          <a:ea typeface="+mn-ea"/>
          <a:cs typeface="+mn-cs"/>
        </a:defRPr>
      </a:lvl1pPr>
      <a:lvl2pPr marL="342900" algn="l" defTabSz="685800" rtl="0" eaLnBrk="1" latinLnBrk="0" hangingPunct="1">
        <a:defRPr kumimoji="1" sz="1350" kern="1200">
          <a:solidFill>
            <a:schemeClr val="tx1"/>
          </a:solidFill>
          <a:latin typeface="+mn-lt"/>
          <a:ea typeface="+mn-ea"/>
          <a:cs typeface="+mn-cs"/>
        </a:defRPr>
      </a:lvl2pPr>
      <a:lvl3pPr marL="685800" algn="l" defTabSz="685800" rtl="0" eaLnBrk="1" latinLnBrk="0" hangingPunct="1">
        <a:defRPr kumimoji="1" sz="1350" kern="1200">
          <a:solidFill>
            <a:schemeClr val="tx1"/>
          </a:solidFill>
          <a:latin typeface="+mn-lt"/>
          <a:ea typeface="+mn-ea"/>
          <a:cs typeface="+mn-cs"/>
        </a:defRPr>
      </a:lvl3pPr>
      <a:lvl4pPr marL="1028700" algn="l" defTabSz="685800" rtl="0" eaLnBrk="1" latinLnBrk="0" hangingPunct="1">
        <a:defRPr kumimoji="1" sz="1350" kern="1200">
          <a:solidFill>
            <a:schemeClr val="tx1"/>
          </a:solidFill>
          <a:latin typeface="+mn-lt"/>
          <a:ea typeface="+mn-ea"/>
          <a:cs typeface="+mn-cs"/>
        </a:defRPr>
      </a:lvl4pPr>
      <a:lvl5pPr marL="1371600" algn="l" defTabSz="685800" rtl="0" eaLnBrk="1" latinLnBrk="0" hangingPunct="1">
        <a:defRPr kumimoji="1" sz="1350" kern="1200">
          <a:solidFill>
            <a:schemeClr val="tx1"/>
          </a:solidFill>
          <a:latin typeface="+mn-lt"/>
          <a:ea typeface="+mn-ea"/>
          <a:cs typeface="+mn-cs"/>
        </a:defRPr>
      </a:lvl5pPr>
      <a:lvl6pPr marL="1714500" algn="l" defTabSz="685800" rtl="0" eaLnBrk="1" latinLnBrk="0" hangingPunct="1">
        <a:defRPr kumimoji="1" sz="1350" kern="1200">
          <a:solidFill>
            <a:schemeClr val="tx1"/>
          </a:solidFill>
          <a:latin typeface="+mn-lt"/>
          <a:ea typeface="+mn-ea"/>
          <a:cs typeface="+mn-cs"/>
        </a:defRPr>
      </a:lvl6pPr>
      <a:lvl7pPr marL="2057400" algn="l" defTabSz="685800" rtl="0" eaLnBrk="1" latinLnBrk="0" hangingPunct="1">
        <a:defRPr kumimoji="1" sz="1350" kern="1200">
          <a:solidFill>
            <a:schemeClr val="tx1"/>
          </a:solidFill>
          <a:latin typeface="+mn-lt"/>
          <a:ea typeface="+mn-ea"/>
          <a:cs typeface="+mn-cs"/>
        </a:defRPr>
      </a:lvl7pPr>
      <a:lvl8pPr marL="2400300" algn="l" defTabSz="685800" rtl="0" eaLnBrk="1" latinLnBrk="0" hangingPunct="1">
        <a:defRPr kumimoji="1" sz="1350" kern="1200">
          <a:solidFill>
            <a:schemeClr val="tx1"/>
          </a:solidFill>
          <a:latin typeface="+mn-lt"/>
          <a:ea typeface="+mn-ea"/>
          <a:cs typeface="+mn-cs"/>
        </a:defRPr>
      </a:lvl8pPr>
      <a:lvl9pPr marL="2743200" algn="l" defTabSz="685800" rtl="0" eaLnBrk="1" latinLnBrk="0" hangingPunct="1">
        <a:defRPr kumimoji="1" sz="135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pSp>
        <p:nvGrpSpPr>
          <p:cNvPr id="4" name="グループ化 3">
            <a:extLst>
              <a:ext uri="{FF2B5EF4-FFF2-40B4-BE49-F238E27FC236}">
                <a16:creationId xmlns:a16="http://schemas.microsoft.com/office/drawing/2014/main" id="{D2930927-F7CD-4860-8732-4C593D441EA8}"/>
              </a:ext>
            </a:extLst>
          </p:cNvPr>
          <p:cNvGrpSpPr/>
          <p:nvPr userDrawn="1"/>
        </p:nvGrpSpPr>
        <p:grpSpPr bwMode="gray">
          <a:xfrm>
            <a:off x="1143" y="-3923"/>
            <a:ext cx="9142857" cy="716400"/>
            <a:chOff x="1143" y="-3923"/>
            <a:chExt cx="9142857" cy="716400"/>
          </a:xfrm>
        </p:grpSpPr>
        <p:pic>
          <p:nvPicPr>
            <p:cNvPr id="16" name="図 15">
              <a:extLst>
                <a:ext uri="{FF2B5EF4-FFF2-40B4-BE49-F238E27FC236}">
                  <a16:creationId xmlns:a16="http://schemas.microsoft.com/office/drawing/2014/main" id="{EC4032A0-0F3E-4051-906C-63D2CF184B96}"/>
                </a:ext>
                <a:ext uri="{C183D7F6-B498-43B3-948B-1728B52AA6E4}">
                  <adec:decorative xmlns:adec="http://schemas.microsoft.com/office/drawing/2017/decorative" val="1"/>
                </a:ext>
              </a:extLst>
            </p:cNvPr>
            <p:cNvPicPr>
              <a:picLocks noChangeAspect="1"/>
            </p:cNvPicPr>
            <p:nvPr userDrawn="1"/>
          </p:nvPicPr>
          <p:blipFill rotWithShape="1">
            <a:blip r:embed="rId10" cstate="print">
              <a:extLst>
                <a:ext uri="{28A0092B-C50C-407E-A947-70E740481C1C}">
                  <a14:useLocalDpi xmlns:a14="http://schemas.microsoft.com/office/drawing/2010/main"/>
                </a:ext>
              </a:extLst>
            </a:blip>
            <a:srcRect/>
            <a:stretch/>
          </p:blipFill>
          <p:spPr bwMode="gray">
            <a:xfrm>
              <a:off x="1143" y="-3923"/>
              <a:ext cx="9142857" cy="716400"/>
            </a:xfrm>
            <a:prstGeom prst="rect">
              <a:avLst/>
            </a:prstGeom>
          </p:spPr>
        </p:pic>
        <p:sp>
          <p:nvSpPr>
            <p:cNvPr id="17" name="正方形/長方形 3">
              <a:extLst>
                <a:ext uri="{FF2B5EF4-FFF2-40B4-BE49-F238E27FC236}">
                  <a16:creationId xmlns:a16="http://schemas.microsoft.com/office/drawing/2014/main" id="{7210403B-E461-4A5C-B672-595B72C20F42}"/>
                </a:ext>
              </a:extLst>
            </p:cNvPr>
            <p:cNvSpPr/>
            <p:nvPr userDrawn="1"/>
          </p:nvSpPr>
          <p:spPr bwMode="gray">
            <a:xfrm>
              <a:off x="6637867" y="-2055"/>
              <a:ext cx="2506132" cy="714532"/>
            </a:xfrm>
            <a:prstGeom prst="rect">
              <a:avLst/>
            </a:prstGeom>
            <a:gradFill flip="none" rotWithShape="1">
              <a:gsLst>
                <a:gs pos="0">
                  <a:schemeClr val="accent4">
                    <a:alpha val="50000"/>
                  </a:schemeClr>
                </a:gs>
                <a:gs pos="100000">
                  <a:schemeClr val="accent4">
                    <a:alpha val="0"/>
                  </a:scheme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err="1">
                <a:solidFill>
                  <a:schemeClr val="tx1"/>
                </a:solidFill>
              </a:endParaRPr>
            </a:p>
          </p:txBody>
        </p:sp>
      </p:grpSp>
      <p:sp>
        <p:nvSpPr>
          <p:cNvPr id="2" name="Title Placeholder 1"/>
          <p:cNvSpPr>
            <a:spLocks noGrp="1"/>
          </p:cNvSpPr>
          <p:nvPr>
            <p:ph type="title"/>
          </p:nvPr>
        </p:nvSpPr>
        <p:spPr bwMode="gray">
          <a:xfrm>
            <a:off x="234000" y="32400"/>
            <a:ext cx="7560000" cy="655200"/>
          </a:xfrm>
          <a:prstGeom prst="rect">
            <a:avLst/>
          </a:prstGeom>
        </p:spPr>
        <p:txBody>
          <a:bodyPr vert="horz" lIns="0" tIns="108000" rIns="0" bIns="0" rtlCol="0" anchor="ctr">
            <a:normAutofit/>
          </a:bodyPr>
          <a:lstStyle/>
          <a:p>
            <a:r>
              <a:rPr lang="ja-JP" altLang="en-US" dirty="0"/>
              <a:t>マスター タイトルの書式設定</a:t>
            </a:r>
            <a:endParaRPr lang="en-US" dirty="0"/>
          </a:p>
        </p:txBody>
      </p:sp>
      <p:sp>
        <p:nvSpPr>
          <p:cNvPr id="3" name="Text Placeholder 2"/>
          <p:cNvSpPr>
            <a:spLocks noGrp="1"/>
          </p:cNvSpPr>
          <p:nvPr>
            <p:ph type="body" idx="1"/>
          </p:nvPr>
        </p:nvSpPr>
        <p:spPr bwMode="gray">
          <a:xfrm>
            <a:off x="230400" y="950400"/>
            <a:ext cx="8679600" cy="3787200"/>
          </a:xfrm>
          <a:prstGeom prst="rect">
            <a:avLst/>
          </a:prstGeom>
        </p:spPr>
        <p:txBody>
          <a:bodyPr vert="horz" lIns="0" tIns="0" rIns="0" bIns="0" rtlCol="0">
            <a:noAutofit/>
          </a:bodyPr>
          <a:lstStyle/>
          <a:p>
            <a:pPr lvl="0"/>
            <a:r>
              <a:rPr lang="ja-JP" altLang="en-US" dirty="0"/>
              <a:t>マスター テキストの書式設定</a:t>
            </a:r>
          </a:p>
          <a:p>
            <a:pPr lvl="1"/>
            <a:r>
              <a:rPr lang="ja-JP" altLang="en-US" dirty="0"/>
              <a:t>第</a:t>
            </a:r>
            <a:r>
              <a:rPr lang="en-US" altLang="ja-JP" dirty="0"/>
              <a:t>2</a:t>
            </a:r>
            <a:r>
              <a:rPr lang="ja-JP" altLang="en-US" dirty="0"/>
              <a:t> レベル</a:t>
            </a:r>
          </a:p>
          <a:p>
            <a:pPr lvl="2"/>
            <a:r>
              <a:rPr lang="ja-JP" altLang="en-US" dirty="0"/>
              <a:t>第</a:t>
            </a:r>
            <a:r>
              <a:rPr lang="en-US" altLang="ja-JP" dirty="0"/>
              <a:t>3</a:t>
            </a:r>
            <a:r>
              <a:rPr lang="ja-JP" altLang="en-US" dirty="0"/>
              <a:t> レベル</a:t>
            </a:r>
          </a:p>
          <a:p>
            <a:pPr lvl="3"/>
            <a:r>
              <a:rPr lang="ja-JP" altLang="en-US" dirty="0"/>
              <a:t>第</a:t>
            </a:r>
            <a:r>
              <a:rPr lang="en-US" altLang="ja-JP" dirty="0"/>
              <a:t>4</a:t>
            </a:r>
            <a:r>
              <a:rPr lang="ja-JP" altLang="en-US" dirty="0"/>
              <a:t> レベル</a:t>
            </a:r>
          </a:p>
          <a:p>
            <a:pPr lvl="4"/>
            <a:r>
              <a:rPr lang="ja-JP" altLang="en-US" dirty="0"/>
              <a:t>第</a:t>
            </a:r>
            <a:r>
              <a:rPr lang="en-US" altLang="ja-JP" dirty="0"/>
              <a:t>5</a:t>
            </a:r>
            <a:r>
              <a:rPr lang="ja-JP" altLang="en-US" dirty="0"/>
              <a:t> レベル</a:t>
            </a:r>
            <a:endParaRPr lang="en-US" altLang="ja-JP" dirty="0"/>
          </a:p>
          <a:p>
            <a:pPr lvl="5"/>
            <a:r>
              <a:rPr lang="ja-JP" altLang="en-US" dirty="0"/>
              <a:t>テキスト</a:t>
            </a:r>
            <a:endParaRPr lang="en-US" altLang="ja-JP" dirty="0"/>
          </a:p>
          <a:p>
            <a:pPr lvl="6"/>
            <a:r>
              <a:rPr lang="ja-JP" altLang="en-US" dirty="0"/>
              <a:t>テキスト</a:t>
            </a:r>
            <a:endParaRPr lang="en-US" altLang="ja-JP" dirty="0"/>
          </a:p>
          <a:p>
            <a:pPr lvl="7"/>
            <a:r>
              <a:rPr lang="ja-JP" altLang="en-US" dirty="0"/>
              <a:t>テキスト</a:t>
            </a:r>
            <a:endParaRPr lang="en-US" altLang="ja-JP" dirty="0"/>
          </a:p>
          <a:p>
            <a:pPr lvl="8"/>
            <a:r>
              <a:rPr lang="ja-JP" altLang="en-US" dirty="0"/>
              <a:t>テキスト</a:t>
            </a:r>
            <a:endParaRPr lang="en-US" dirty="0"/>
          </a:p>
        </p:txBody>
      </p:sp>
      <p:sp>
        <p:nvSpPr>
          <p:cNvPr id="5" name="Footer Placeholder 4"/>
          <p:cNvSpPr>
            <a:spLocks noGrp="1"/>
          </p:cNvSpPr>
          <p:nvPr>
            <p:ph type="ftr" sz="quarter" idx="3"/>
          </p:nvPr>
        </p:nvSpPr>
        <p:spPr bwMode="gray">
          <a:xfrm>
            <a:off x="7758000" y="4888800"/>
            <a:ext cx="1155600" cy="108000"/>
          </a:xfrm>
          <a:prstGeom prst="rect">
            <a:avLst/>
          </a:prstGeom>
        </p:spPr>
        <p:txBody>
          <a:bodyPr vert="horz" wrap="none" lIns="0" tIns="0" rIns="0" bIns="0" rtlCol="0" anchor="ctr"/>
          <a:lstStyle>
            <a:lvl1pPr algn="r">
              <a:defRPr sz="700">
                <a:solidFill>
                  <a:schemeClr val="tx1"/>
                </a:solidFill>
                <a:latin typeface="Arial" panose="020B0604020202020204" pitchFamily="34" charset="0"/>
                <a:cs typeface="Arial" panose="020B0604020202020204" pitchFamily="34" charset="0"/>
              </a:defRPr>
            </a:lvl1pPr>
          </a:lstStyle>
          <a:p>
            <a:r>
              <a:rPr lang="en-US" altLang="ja-JP"/>
              <a:t>© 2022 Fujitsu Limited</a:t>
            </a:r>
            <a:endParaRPr lang="de-DE" altLang="ja-JP" dirty="0"/>
          </a:p>
        </p:txBody>
      </p:sp>
      <p:sp>
        <p:nvSpPr>
          <p:cNvPr id="18" name="Slide Number Placeholder 5">
            <a:extLst>
              <a:ext uri="{FF2B5EF4-FFF2-40B4-BE49-F238E27FC236}">
                <a16:creationId xmlns:a16="http://schemas.microsoft.com/office/drawing/2014/main" id="{00DC7B19-3A52-4E26-9964-A6ACE89649FC}"/>
              </a:ext>
            </a:extLst>
          </p:cNvPr>
          <p:cNvSpPr>
            <a:spLocks noGrp="1"/>
          </p:cNvSpPr>
          <p:nvPr>
            <p:ph type="sldNum" sz="quarter" idx="4"/>
          </p:nvPr>
        </p:nvSpPr>
        <p:spPr bwMode="gray">
          <a:xfrm>
            <a:off x="4302000" y="4878000"/>
            <a:ext cx="540000" cy="122400"/>
          </a:xfrm>
          <a:prstGeom prst="rect">
            <a:avLst/>
          </a:prstGeom>
        </p:spPr>
        <p:txBody>
          <a:bodyPr vert="horz" lIns="0" tIns="0" rIns="0" bIns="0" rtlCol="0" anchor="ctr"/>
          <a:lstStyle>
            <a:lvl1pPr algn="ctr">
              <a:defRPr sz="800">
                <a:solidFill>
                  <a:schemeClr val="tx1"/>
                </a:solidFill>
                <a:latin typeface="Arial" panose="020B0604020202020204" pitchFamily="34" charset="0"/>
                <a:cs typeface="Arial" panose="020B0604020202020204" pitchFamily="34" charset="0"/>
              </a:defRPr>
            </a:lvl1pPr>
          </a:lstStyle>
          <a:p>
            <a:fld id="{4D029D89-7B63-4C94-AD4D-2E4D6BB83637}" type="slidenum">
              <a:rPr kumimoji="1" lang="ja-JP" altLang="en-US" smtClean="0"/>
              <a:pPr/>
              <a:t>‹#›</a:t>
            </a:fld>
            <a:endParaRPr kumimoji="1" lang="ja-JP" altLang="en-US"/>
          </a:p>
        </p:txBody>
      </p:sp>
      <p:pic>
        <p:nvPicPr>
          <p:cNvPr id="21" name="Picture 56" descr="Fujitsu">
            <a:extLst>
              <a:ext uri="{FF2B5EF4-FFF2-40B4-BE49-F238E27FC236}">
                <a16:creationId xmlns:a16="http://schemas.microsoft.com/office/drawing/2014/main" id="{4FCE7B3E-DCFA-4052-8FF4-947FD6212639}"/>
              </a:ext>
            </a:extLst>
          </p:cNvPr>
          <p:cNvPicPr>
            <a:picLocks noChangeAspect="1"/>
          </p:cNvPicPr>
          <p:nvPr userDrawn="1"/>
        </p:nvPicPr>
        <p:blipFill>
          <a:blip r:embed="rId11" cstate="print">
            <a:extLst>
              <a:ext uri="{28A0092B-C50C-407E-A947-70E740481C1C}">
                <a14:useLocalDpi xmlns:a14="http://schemas.microsoft.com/office/drawing/2010/main" val="0"/>
              </a:ext>
            </a:extLst>
          </a:blip>
          <a:stretch>
            <a:fillRect/>
          </a:stretch>
        </p:blipFill>
        <p:spPr>
          <a:xfrm>
            <a:off x="7864250" y="4761"/>
            <a:ext cx="1126108" cy="685800"/>
          </a:xfrm>
          <a:prstGeom prst="rect">
            <a:avLst/>
          </a:prstGeom>
        </p:spPr>
      </p:pic>
      <p:pic>
        <p:nvPicPr>
          <p:cNvPr id="11" name="Picture 23" descr="A picture containing icon&#10;&#10;Description automatically generated">
            <a:extLst>
              <a:ext uri="{FF2B5EF4-FFF2-40B4-BE49-F238E27FC236}">
                <a16:creationId xmlns:a16="http://schemas.microsoft.com/office/drawing/2014/main" id="{79151633-17A6-472C-90F8-0E7AB5E54485}"/>
              </a:ext>
            </a:extLst>
          </p:cNvPr>
          <p:cNvPicPr>
            <a:picLocks noChangeAspect="1"/>
          </p:cNvPicPr>
          <p:nvPr userDrawn="1"/>
        </p:nvPicPr>
        <p:blipFill rotWithShape="1">
          <a:blip r:embed="rId12" cstate="print">
            <a:extLst>
              <a:ext uri="{28A0092B-C50C-407E-A947-70E740481C1C}">
                <a14:useLocalDpi xmlns:a14="http://schemas.microsoft.com/office/drawing/2010/main" val="0"/>
              </a:ext>
            </a:extLst>
          </a:blip>
          <a:srcRect/>
          <a:stretch/>
        </p:blipFill>
        <p:spPr>
          <a:xfrm>
            <a:off x="9264043" y="-14287"/>
            <a:ext cx="670272" cy="3374707"/>
          </a:xfrm>
          <a:prstGeom prst="rect">
            <a:avLst/>
          </a:prstGeom>
        </p:spPr>
      </p:pic>
      <p:pic>
        <p:nvPicPr>
          <p:cNvPr id="13" name="SD_FUJITSU-RESTRICTED">
            <a:extLst>
              <a:ext uri="{FF2B5EF4-FFF2-40B4-BE49-F238E27FC236}">
                <a16:creationId xmlns:a16="http://schemas.microsoft.com/office/drawing/2014/main" id="{6B9508EC-4C33-4FBA-8CCE-A03E713B38E7}"/>
              </a:ext>
            </a:extLst>
          </p:cNvPr>
          <p:cNvPicPr>
            <a:picLocks noChangeAspect="1"/>
          </p:cNvPicPr>
          <p:nvPr userDrawn="1"/>
        </p:nvPicPr>
        <p:blipFill>
          <a:blip r:embed="rId13">
            <a:extLst>
              <a:ext uri="{28A0092B-C50C-407E-A947-70E740481C1C}">
                <a14:useLocalDpi xmlns:a14="http://schemas.microsoft.com/office/drawing/2010/main" val="0"/>
              </a:ext>
            </a:extLst>
          </a:blip>
          <a:stretch>
            <a:fillRect/>
          </a:stretch>
        </p:blipFill>
        <p:spPr>
          <a:xfrm>
            <a:off x="230400" y="4863874"/>
            <a:ext cx="1292691" cy="166263"/>
          </a:xfrm>
          <a:prstGeom prst="rect">
            <a:avLst/>
          </a:prstGeom>
        </p:spPr>
      </p:pic>
    </p:spTree>
    <p:extLst>
      <p:ext uri="{BB962C8B-B14F-4D97-AF65-F5344CB8AC3E}">
        <p14:creationId xmlns:p14="http://schemas.microsoft.com/office/powerpoint/2010/main" val="4240899197"/>
      </p:ext>
    </p:extLst>
  </p:cSld>
  <p:clrMap bg1="lt1" tx1="dk1" bg2="lt2" tx2="dk2" accent1="accent1" accent2="accent2" accent3="accent3" accent4="accent4" accent5="accent5" accent6="accent6" hlink="hlink" folHlink="folHlink"/>
  <p:sldLayoutIdLst>
    <p:sldLayoutId id="2147483721" r:id="rId1"/>
    <p:sldLayoutId id="2147483699" r:id="rId2"/>
    <p:sldLayoutId id="2147483700" r:id="rId3"/>
    <p:sldLayoutId id="2147483701" r:id="rId4"/>
    <p:sldLayoutId id="2147483702" r:id="rId5"/>
    <p:sldLayoutId id="2147483722" r:id="rId6"/>
    <p:sldLayoutId id="2147483728" r:id="rId7"/>
    <p:sldLayoutId id="2147483729" r:id="rId8"/>
  </p:sldLayoutIdLst>
  <p:hf hdr="0"/>
  <p:txStyles>
    <p:titleStyle>
      <a:lvl1pPr algn="l" defTabSz="685800" rtl="0" eaLnBrk="1" latinLnBrk="0" hangingPunct="1">
        <a:lnSpc>
          <a:spcPct val="90000"/>
        </a:lnSpc>
        <a:spcBef>
          <a:spcPct val="0"/>
        </a:spcBef>
        <a:buNone/>
        <a:defRPr kumimoji="1" sz="2800" b="1" kern="1200">
          <a:solidFill>
            <a:schemeClr val="bg1"/>
          </a:solidFill>
          <a:latin typeface="+mj-lt"/>
          <a:ea typeface="+mj-ea"/>
          <a:cs typeface="+mj-cs"/>
        </a:defRPr>
      </a:lvl1pPr>
    </p:titleStyle>
    <p:bodyStyle>
      <a:lvl1pPr marL="171450" indent="-216000" algn="l" defTabSz="685800" rtl="0" eaLnBrk="1" latinLnBrk="0" hangingPunct="1">
        <a:lnSpc>
          <a:spcPct val="100000"/>
        </a:lnSpc>
        <a:spcBef>
          <a:spcPts val="750"/>
        </a:spcBef>
        <a:buClr>
          <a:schemeClr val="accent4"/>
        </a:buClr>
        <a:buSzPct val="90000"/>
        <a:buFont typeface="Wingdings" panose="05000000000000000000" pitchFamily="2" charset="2"/>
        <a:buChar char="l"/>
        <a:defRPr kumimoji="1" sz="2200" kern="1200">
          <a:solidFill>
            <a:schemeClr val="tx1"/>
          </a:solidFill>
          <a:latin typeface="+mj-ea"/>
          <a:ea typeface="+mj-ea"/>
          <a:cs typeface="+mn-cs"/>
        </a:defRPr>
      </a:lvl1pPr>
      <a:lvl2pPr marL="514350" indent="-171450" algn="l" defTabSz="685800" rtl="0" eaLnBrk="1" latinLnBrk="0" hangingPunct="1">
        <a:lnSpc>
          <a:spcPct val="100000"/>
        </a:lnSpc>
        <a:spcBef>
          <a:spcPts val="375"/>
        </a:spcBef>
        <a:buClr>
          <a:srgbClr val="6D6E70"/>
        </a:buClr>
        <a:buSzPct val="90000"/>
        <a:buFont typeface="Wingdings" panose="05000000000000000000" pitchFamily="2" charset="2"/>
        <a:buChar char="l"/>
        <a:defRPr kumimoji="1" sz="1800" kern="1200">
          <a:solidFill>
            <a:schemeClr val="tx1"/>
          </a:solidFill>
          <a:latin typeface="+mj-ea"/>
          <a:ea typeface="+mj-ea"/>
          <a:cs typeface="+mn-cs"/>
        </a:defRPr>
      </a:lvl2pPr>
      <a:lvl3pPr marL="857250" indent="-171450" algn="l" defTabSz="685800" rtl="0" eaLnBrk="1" latinLnBrk="0" hangingPunct="1">
        <a:lnSpc>
          <a:spcPct val="100000"/>
        </a:lnSpc>
        <a:spcBef>
          <a:spcPts val="375"/>
        </a:spcBef>
        <a:buClr>
          <a:srgbClr val="6D6E70"/>
        </a:buClr>
        <a:buSzPct val="90000"/>
        <a:buFont typeface="Wingdings" panose="05000000000000000000" pitchFamily="2" charset="2"/>
        <a:buChar char="l"/>
        <a:defRPr kumimoji="1" sz="1600" kern="1200">
          <a:solidFill>
            <a:schemeClr val="tx1"/>
          </a:solidFill>
          <a:latin typeface="+mj-ea"/>
          <a:ea typeface="+mj-ea"/>
          <a:cs typeface="+mn-cs"/>
        </a:defRPr>
      </a:lvl3pPr>
      <a:lvl4pPr marL="1200150" indent="-171450" algn="l" defTabSz="685800" rtl="0" eaLnBrk="1" latinLnBrk="0" hangingPunct="1">
        <a:lnSpc>
          <a:spcPct val="100000"/>
        </a:lnSpc>
        <a:spcBef>
          <a:spcPts val="375"/>
        </a:spcBef>
        <a:buClr>
          <a:srgbClr val="6D6E70"/>
        </a:buClr>
        <a:buSzPct val="90000"/>
        <a:buFont typeface="Wingdings" panose="05000000000000000000" pitchFamily="2" charset="2"/>
        <a:buChar char="l"/>
        <a:defRPr kumimoji="1" sz="1400" kern="1200">
          <a:solidFill>
            <a:schemeClr val="tx1"/>
          </a:solidFill>
          <a:latin typeface="+mj-ea"/>
          <a:ea typeface="+mj-ea"/>
          <a:cs typeface="+mn-cs"/>
        </a:defRPr>
      </a:lvl4pPr>
      <a:lvl5pPr marL="1543050" indent="-171450" algn="l" defTabSz="685800" rtl="0" eaLnBrk="1" latinLnBrk="0" hangingPunct="1">
        <a:lnSpc>
          <a:spcPct val="100000"/>
        </a:lnSpc>
        <a:spcBef>
          <a:spcPts val="375"/>
        </a:spcBef>
        <a:buClr>
          <a:srgbClr val="6D6E70"/>
        </a:buClr>
        <a:buSzPct val="90000"/>
        <a:buFont typeface="Wingdings" panose="05000000000000000000" pitchFamily="2" charset="2"/>
        <a:buChar char="l"/>
        <a:defRPr kumimoji="1" sz="1400" kern="1200">
          <a:solidFill>
            <a:schemeClr val="tx1"/>
          </a:solidFill>
          <a:latin typeface="+mj-ea"/>
          <a:ea typeface="+mj-ea"/>
          <a:cs typeface="+mn-cs"/>
        </a:defRPr>
      </a:lvl5pPr>
      <a:lvl6pPr marL="1885950" indent="-171450" algn="l" defTabSz="685800" rtl="0" eaLnBrk="1" latinLnBrk="0" hangingPunct="1">
        <a:lnSpc>
          <a:spcPct val="100000"/>
        </a:lnSpc>
        <a:spcBef>
          <a:spcPts val="375"/>
        </a:spcBef>
        <a:buClr>
          <a:srgbClr val="6D6E70"/>
        </a:buClr>
        <a:buSzPct val="90000"/>
        <a:buFont typeface="Wingdings" panose="05000000000000000000" pitchFamily="2" charset="2"/>
        <a:buChar char="l"/>
        <a:defRPr kumimoji="1" sz="1400" kern="1200">
          <a:solidFill>
            <a:schemeClr val="tx1"/>
          </a:solidFill>
          <a:latin typeface="+mn-lt"/>
          <a:ea typeface="+mn-ea"/>
          <a:cs typeface="+mn-cs"/>
        </a:defRPr>
      </a:lvl6pPr>
      <a:lvl7pPr marL="2228850" indent="-171450" algn="l" defTabSz="685800" rtl="0" eaLnBrk="1" latinLnBrk="0" hangingPunct="1">
        <a:lnSpc>
          <a:spcPct val="100000"/>
        </a:lnSpc>
        <a:spcBef>
          <a:spcPts val="375"/>
        </a:spcBef>
        <a:buClr>
          <a:srgbClr val="6D6E70"/>
        </a:buClr>
        <a:buSzPct val="90000"/>
        <a:buFont typeface="Wingdings" panose="05000000000000000000" pitchFamily="2" charset="2"/>
        <a:buChar char="l"/>
        <a:defRPr kumimoji="1" sz="1400" kern="1200">
          <a:solidFill>
            <a:schemeClr val="tx1"/>
          </a:solidFill>
          <a:latin typeface="+mn-lt"/>
          <a:ea typeface="+mn-ea"/>
          <a:cs typeface="+mn-cs"/>
        </a:defRPr>
      </a:lvl7pPr>
      <a:lvl8pPr marL="2571750" indent="-171450" algn="l" defTabSz="685800" rtl="0" eaLnBrk="1" latinLnBrk="0" hangingPunct="1">
        <a:lnSpc>
          <a:spcPct val="100000"/>
        </a:lnSpc>
        <a:spcBef>
          <a:spcPts val="375"/>
        </a:spcBef>
        <a:buClr>
          <a:srgbClr val="6D6E70"/>
        </a:buClr>
        <a:buSzPct val="90000"/>
        <a:buFont typeface="Wingdings" panose="05000000000000000000" pitchFamily="2" charset="2"/>
        <a:buChar char="l"/>
        <a:defRPr kumimoji="1" sz="1400" kern="1200">
          <a:solidFill>
            <a:schemeClr val="tx1"/>
          </a:solidFill>
          <a:latin typeface="+mn-lt"/>
          <a:ea typeface="+mn-ea"/>
          <a:cs typeface="+mn-cs"/>
        </a:defRPr>
      </a:lvl8pPr>
      <a:lvl9pPr marL="2914650" indent="-171450" algn="l" defTabSz="685800" rtl="0" eaLnBrk="1" latinLnBrk="0" hangingPunct="1">
        <a:lnSpc>
          <a:spcPct val="100000"/>
        </a:lnSpc>
        <a:spcBef>
          <a:spcPts val="375"/>
        </a:spcBef>
        <a:buClr>
          <a:srgbClr val="6D6E70"/>
        </a:buClr>
        <a:buSzPct val="90000"/>
        <a:buFont typeface="Wingdings" panose="05000000000000000000" pitchFamily="2" charset="2"/>
        <a:buChar char="l"/>
        <a:defRPr kumimoji="1" sz="1400" kern="1200">
          <a:solidFill>
            <a:schemeClr val="tx1"/>
          </a:solidFill>
          <a:latin typeface="+mn-lt"/>
          <a:ea typeface="+mn-ea"/>
          <a:cs typeface="+mn-cs"/>
        </a:defRPr>
      </a:lvl9pPr>
    </p:bodyStyle>
    <p:otherStyle>
      <a:defPPr>
        <a:defRPr lang="en-US"/>
      </a:defPPr>
      <a:lvl1pPr marL="0" algn="l" defTabSz="685800" rtl="0" eaLnBrk="1" latinLnBrk="0" hangingPunct="1">
        <a:defRPr kumimoji="1" sz="1350" kern="1200">
          <a:solidFill>
            <a:schemeClr val="tx1"/>
          </a:solidFill>
          <a:latin typeface="+mn-lt"/>
          <a:ea typeface="+mn-ea"/>
          <a:cs typeface="+mn-cs"/>
        </a:defRPr>
      </a:lvl1pPr>
      <a:lvl2pPr marL="342900" algn="l" defTabSz="685800" rtl="0" eaLnBrk="1" latinLnBrk="0" hangingPunct="1">
        <a:defRPr kumimoji="1" sz="1350" kern="1200">
          <a:solidFill>
            <a:schemeClr val="tx1"/>
          </a:solidFill>
          <a:latin typeface="+mn-lt"/>
          <a:ea typeface="+mn-ea"/>
          <a:cs typeface="+mn-cs"/>
        </a:defRPr>
      </a:lvl2pPr>
      <a:lvl3pPr marL="685800" algn="l" defTabSz="685800" rtl="0" eaLnBrk="1" latinLnBrk="0" hangingPunct="1">
        <a:defRPr kumimoji="1" sz="1350" kern="1200">
          <a:solidFill>
            <a:schemeClr val="tx1"/>
          </a:solidFill>
          <a:latin typeface="+mn-lt"/>
          <a:ea typeface="+mn-ea"/>
          <a:cs typeface="+mn-cs"/>
        </a:defRPr>
      </a:lvl3pPr>
      <a:lvl4pPr marL="1028700" algn="l" defTabSz="685800" rtl="0" eaLnBrk="1" latinLnBrk="0" hangingPunct="1">
        <a:defRPr kumimoji="1" sz="1350" kern="1200">
          <a:solidFill>
            <a:schemeClr val="tx1"/>
          </a:solidFill>
          <a:latin typeface="+mn-lt"/>
          <a:ea typeface="+mn-ea"/>
          <a:cs typeface="+mn-cs"/>
        </a:defRPr>
      </a:lvl4pPr>
      <a:lvl5pPr marL="1371600" algn="l" defTabSz="685800" rtl="0" eaLnBrk="1" latinLnBrk="0" hangingPunct="1">
        <a:defRPr kumimoji="1" sz="1350" kern="1200">
          <a:solidFill>
            <a:schemeClr val="tx1"/>
          </a:solidFill>
          <a:latin typeface="+mn-lt"/>
          <a:ea typeface="+mn-ea"/>
          <a:cs typeface="+mn-cs"/>
        </a:defRPr>
      </a:lvl5pPr>
      <a:lvl6pPr marL="1714500" algn="l" defTabSz="685800" rtl="0" eaLnBrk="1" latinLnBrk="0" hangingPunct="1">
        <a:defRPr kumimoji="1" sz="1350" kern="1200">
          <a:solidFill>
            <a:schemeClr val="tx1"/>
          </a:solidFill>
          <a:latin typeface="+mn-lt"/>
          <a:ea typeface="+mn-ea"/>
          <a:cs typeface="+mn-cs"/>
        </a:defRPr>
      </a:lvl6pPr>
      <a:lvl7pPr marL="2057400" algn="l" defTabSz="685800" rtl="0" eaLnBrk="1" latinLnBrk="0" hangingPunct="1">
        <a:defRPr kumimoji="1" sz="1350" kern="1200">
          <a:solidFill>
            <a:schemeClr val="tx1"/>
          </a:solidFill>
          <a:latin typeface="+mn-lt"/>
          <a:ea typeface="+mn-ea"/>
          <a:cs typeface="+mn-cs"/>
        </a:defRPr>
      </a:lvl7pPr>
      <a:lvl8pPr marL="2400300" algn="l" defTabSz="685800" rtl="0" eaLnBrk="1" latinLnBrk="0" hangingPunct="1">
        <a:defRPr kumimoji="1" sz="1350" kern="1200">
          <a:solidFill>
            <a:schemeClr val="tx1"/>
          </a:solidFill>
          <a:latin typeface="+mn-lt"/>
          <a:ea typeface="+mn-ea"/>
          <a:cs typeface="+mn-cs"/>
        </a:defRPr>
      </a:lvl8pPr>
      <a:lvl9pPr marL="2743200" algn="l" defTabSz="685800" rtl="0" eaLnBrk="1" latinLnBrk="0" hangingPunct="1">
        <a:defRPr kumimoji="1" sz="135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16" name="図 15">
            <a:extLst>
              <a:ext uri="{FF2B5EF4-FFF2-40B4-BE49-F238E27FC236}">
                <a16:creationId xmlns:a16="http://schemas.microsoft.com/office/drawing/2014/main" id="{40ECD1A6-1A6B-424D-8080-308AC80A0530}"/>
              </a:ext>
              <a:ext uri="{C183D7F6-B498-43B3-948B-1728B52AA6E4}">
                <adec:decorative xmlns:adec="http://schemas.microsoft.com/office/drawing/2017/decorative" val="1"/>
              </a:ext>
            </a:extLst>
          </p:cNvPr>
          <p:cNvPicPr>
            <a:picLocks noChangeAspect="1"/>
          </p:cNvPicPr>
          <p:nvPr userDrawn="1"/>
        </p:nvPicPr>
        <p:blipFill rotWithShape="1">
          <a:blip r:embed="rId8" cstate="print">
            <a:extLst>
              <a:ext uri="{28A0092B-C50C-407E-A947-70E740481C1C}">
                <a14:useLocalDpi xmlns:a14="http://schemas.microsoft.com/office/drawing/2010/main"/>
              </a:ext>
            </a:extLst>
          </a:blip>
          <a:srcRect r="295"/>
          <a:stretch/>
        </p:blipFill>
        <p:spPr bwMode="gray">
          <a:xfrm>
            <a:off x="1143" y="-3923"/>
            <a:ext cx="9142857" cy="716400"/>
          </a:xfrm>
          <a:prstGeom prst="rect">
            <a:avLst/>
          </a:prstGeom>
        </p:spPr>
      </p:pic>
      <p:sp>
        <p:nvSpPr>
          <p:cNvPr id="17" name="正方形/長方形 3">
            <a:extLst>
              <a:ext uri="{FF2B5EF4-FFF2-40B4-BE49-F238E27FC236}">
                <a16:creationId xmlns:a16="http://schemas.microsoft.com/office/drawing/2014/main" id="{1818A7E9-356B-4706-BDB8-EF72749A6FC0}"/>
              </a:ext>
            </a:extLst>
          </p:cNvPr>
          <p:cNvSpPr/>
          <p:nvPr userDrawn="1"/>
        </p:nvSpPr>
        <p:spPr bwMode="gray">
          <a:xfrm>
            <a:off x="7271191" y="-2055"/>
            <a:ext cx="1872808" cy="714532"/>
          </a:xfrm>
          <a:prstGeom prst="rect">
            <a:avLst/>
          </a:prstGeom>
          <a:gradFill flip="none" rotWithShape="1">
            <a:gsLst>
              <a:gs pos="0">
                <a:schemeClr val="accent6">
                  <a:alpha val="60000"/>
                </a:schemeClr>
              </a:gs>
              <a:gs pos="100000">
                <a:schemeClr val="accent6">
                  <a:alpha val="0"/>
                </a:scheme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ltLang="ja-JP" dirty="0">
              <a:solidFill>
                <a:schemeClr val="tx1"/>
              </a:solidFill>
            </a:endParaRPr>
          </a:p>
        </p:txBody>
      </p:sp>
      <p:sp>
        <p:nvSpPr>
          <p:cNvPr id="2" name="Title Placeholder 1"/>
          <p:cNvSpPr>
            <a:spLocks noGrp="1"/>
          </p:cNvSpPr>
          <p:nvPr>
            <p:ph type="title"/>
          </p:nvPr>
        </p:nvSpPr>
        <p:spPr bwMode="gray">
          <a:xfrm>
            <a:off x="234000" y="32400"/>
            <a:ext cx="7560000" cy="655200"/>
          </a:xfrm>
          <a:prstGeom prst="rect">
            <a:avLst/>
          </a:prstGeom>
        </p:spPr>
        <p:txBody>
          <a:bodyPr vert="horz" lIns="0" tIns="108000" rIns="0" bIns="0" rtlCol="0" anchor="ctr">
            <a:normAutofit/>
          </a:bodyPr>
          <a:lstStyle/>
          <a:p>
            <a:r>
              <a:rPr lang="ja-JP" altLang="en-US" dirty="0"/>
              <a:t>マスター タイトルの書式設定</a:t>
            </a:r>
            <a:endParaRPr lang="en-US" dirty="0"/>
          </a:p>
        </p:txBody>
      </p:sp>
      <p:sp>
        <p:nvSpPr>
          <p:cNvPr id="3" name="Text Placeholder 2"/>
          <p:cNvSpPr>
            <a:spLocks noGrp="1"/>
          </p:cNvSpPr>
          <p:nvPr>
            <p:ph type="body" idx="1"/>
          </p:nvPr>
        </p:nvSpPr>
        <p:spPr bwMode="gray">
          <a:xfrm>
            <a:off x="230400" y="950400"/>
            <a:ext cx="8679600" cy="3787200"/>
          </a:xfrm>
          <a:prstGeom prst="rect">
            <a:avLst/>
          </a:prstGeom>
        </p:spPr>
        <p:txBody>
          <a:bodyPr vert="horz" lIns="0" tIns="0" rIns="0" bIns="0" rtlCol="0">
            <a:noAutofit/>
          </a:bodyPr>
          <a:lstStyle/>
          <a:p>
            <a:pPr lvl="0"/>
            <a:r>
              <a:rPr lang="ja-JP" altLang="en-US" dirty="0"/>
              <a:t>マスター テキストの書式設定</a:t>
            </a:r>
          </a:p>
          <a:p>
            <a:pPr lvl="1"/>
            <a:r>
              <a:rPr lang="ja-JP" altLang="en-US" dirty="0"/>
              <a:t>第</a:t>
            </a:r>
            <a:r>
              <a:rPr lang="en-US" altLang="ja-JP" dirty="0"/>
              <a:t>2</a:t>
            </a:r>
            <a:r>
              <a:rPr lang="ja-JP" altLang="en-US" dirty="0"/>
              <a:t> レベル</a:t>
            </a:r>
          </a:p>
          <a:p>
            <a:pPr lvl="2"/>
            <a:r>
              <a:rPr lang="ja-JP" altLang="en-US" dirty="0"/>
              <a:t>第</a:t>
            </a:r>
            <a:r>
              <a:rPr lang="en-US" altLang="ja-JP" dirty="0"/>
              <a:t>3</a:t>
            </a:r>
            <a:r>
              <a:rPr lang="ja-JP" altLang="en-US" dirty="0"/>
              <a:t> レベル</a:t>
            </a:r>
          </a:p>
          <a:p>
            <a:pPr lvl="3"/>
            <a:r>
              <a:rPr lang="ja-JP" altLang="en-US" dirty="0"/>
              <a:t>第</a:t>
            </a:r>
            <a:r>
              <a:rPr lang="en-US" altLang="ja-JP" dirty="0"/>
              <a:t>4</a:t>
            </a:r>
            <a:r>
              <a:rPr lang="ja-JP" altLang="en-US" dirty="0"/>
              <a:t> レベル</a:t>
            </a:r>
          </a:p>
          <a:p>
            <a:pPr lvl="4"/>
            <a:r>
              <a:rPr lang="ja-JP" altLang="en-US" dirty="0"/>
              <a:t>第</a:t>
            </a:r>
            <a:r>
              <a:rPr lang="en-US" altLang="ja-JP" dirty="0"/>
              <a:t>5</a:t>
            </a:r>
            <a:r>
              <a:rPr lang="ja-JP" altLang="en-US" dirty="0"/>
              <a:t> レベル</a:t>
            </a:r>
            <a:endParaRPr lang="en-US" altLang="ja-JP" dirty="0"/>
          </a:p>
          <a:p>
            <a:pPr lvl="5"/>
            <a:r>
              <a:rPr lang="ja-JP" altLang="en-US" dirty="0"/>
              <a:t>テキスト</a:t>
            </a:r>
            <a:endParaRPr lang="en-US" altLang="ja-JP" dirty="0"/>
          </a:p>
          <a:p>
            <a:pPr lvl="6"/>
            <a:r>
              <a:rPr lang="ja-JP" altLang="en-US" dirty="0"/>
              <a:t>テキスト</a:t>
            </a:r>
            <a:endParaRPr lang="en-US" altLang="ja-JP" dirty="0"/>
          </a:p>
          <a:p>
            <a:pPr lvl="7"/>
            <a:r>
              <a:rPr lang="ja-JP" altLang="en-US" dirty="0"/>
              <a:t>テキスト</a:t>
            </a:r>
            <a:endParaRPr lang="en-US" altLang="ja-JP" dirty="0"/>
          </a:p>
          <a:p>
            <a:pPr lvl="8"/>
            <a:r>
              <a:rPr lang="ja-JP" altLang="en-US" dirty="0"/>
              <a:t>テキスト</a:t>
            </a:r>
            <a:endParaRPr lang="en-US" dirty="0"/>
          </a:p>
        </p:txBody>
      </p:sp>
      <p:sp>
        <p:nvSpPr>
          <p:cNvPr id="5" name="Footer Placeholder 4"/>
          <p:cNvSpPr>
            <a:spLocks noGrp="1"/>
          </p:cNvSpPr>
          <p:nvPr>
            <p:ph type="ftr" sz="quarter" idx="3"/>
          </p:nvPr>
        </p:nvSpPr>
        <p:spPr bwMode="gray">
          <a:xfrm>
            <a:off x="7758000" y="4888800"/>
            <a:ext cx="1155600" cy="108000"/>
          </a:xfrm>
          <a:prstGeom prst="rect">
            <a:avLst/>
          </a:prstGeom>
        </p:spPr>
        <p:txBody>
          <a:bodyPr vert="horz" wrap="none" lIns="0" tIns="0" rIns="0" bIns="0" rtlCol="0" anchor="ctr"/>
          <a:lstStyle>
            <a:lvl1pPr algn="r">
              <a:defRPr sz="700">
                <a:solidFill>
                  <a:schemeClr val="tx1"/>
                </a:solidFill>
                <a:latin typeface="Arial" panose="020B0604020202020204" pitchFamily="34" charset="0"/>
                <a:cs typeface="Arial" panose="020B0604020202020204" pitchFamily="34" charset="0"/>
              </a:defRPr>
            </a:lvl1pPr>
          </a:lstStyle>
          <a:p>
            <a:r>
              <a:rPr lang="en-US" altLang="ja-JP"/>
              <a:t>© 2022 Fujitsu Limited</a:t>
            </a:r>
            <a:endParaRPr lang="de-DE" altLang="ja-JP" dirty="0"/>
          </a:p>
        </p:txBody>
      </p:sp>
      <p:sp>
        <p:nvSpPr>
          <p:cNvPr id="18" name="Slide Number Placeholder 5">
            <a:extLst>
              <a:ext uri="{FF2B5EF4-FFF2-40B4-BE49-F238E27FC236}">
                <a16:creationId xmlns:a16="http://schemas.microsoft.com/office/drawing/2014/main" id="{46C4A7D1-266B-46A5-B76C-633DB74BB133}"/>
              </a:ext>
            </a:extLst>
          </p:cNvPr>
          <p:cNvSpPr>
            <a:spLocks noGrp="1"/>
          </p:cNvSpPr>
          <p:nvPr>
            <p:ph type="sldNum" sz="quarter" idx="4"/>
          </p:nvPr>
        </p:nvSpPr>
        <p:spPr bwMode="gray">
          <a:xfrm>
            <a:off x="4302000" y="4878000"/>
            <a:ext cx="540000" cy="122400"/>
          </a:xfrm>
          <a:prstGeom prst="rect">
            <a:avLst/>
          </a:prstGeom>
        </p:spPr>
        <p:txBody>
          <a:bodyPr vert="horz" lIns="0" tIns="0" rIns="0" bIns="0" rtlCol="0" anchor="ctr"/>
          <a:lstStyle>
            <a:lvl1pPr algn="ctr">
              <a:defRPr sz="800">
                <a:solidFill>
                  <a:schemeClr val="tx1"/>
                </a:solidFill>
                <a:latin typeface="Arial" panose="020B0604020202020204" pitchFamily="34" charset="0"/>
                <a:cs typeface="Arial" panose="020B0604020202020204" pitchFamily="34" charset="0"/>
              </a:defRPr>
            </a:lvl1pPr>
          </a:lstStyle>
          <a:p>
            <a:fld id="{4D029D89-7B63-4C94-AD4D-2E4D6BB83637}" type="slidenum">
              <a:rPr kumimoji="1" lang="ja-JP" altLang="en-US" smtClean="0"/>
              <a:pPr/>
              <a:t>‹#›</a:t>
            </a:fld>
            <a:endParaRPr kumimoji="1" lang="ja-JP" altLang="en-US"/>
          </a:p>
        </p:txBody>
      </p:sp>
      <p:pic>
        <p:nvPicPr>
          <p:cNvPr id="21" name="Picture 56" descr="Fujitsu">
            <a:extLst>
              <a:ext uri="{FF2B5EF4-FFF2-40B4-BE49-F238E27FC236}">
                <a16:creationId xmlns:a16="http://schemas.microsoft.com/office/drawing/2014/main" id="{3377C2EC-18A1-44B7-9EE8-5456C655653E}"/>
              </a:ext>
            </a:extLst>
          </p:cNvPr>
          <p:cNvPicPr>
            <a:picLocks noChangeAspect="1"/>
          </p:cNvPicPr>
          <p:nvPr userDrawn="1"/>
        </p:nvPicPr>
        <p:blipFill>
          <a:blip r:embed="rId9" cstate="print">
            <a:extLst>
              <a:ext uri="{28A0092B-C50C-407E-A947-70E740481C1C}">
                <a14:useLocalDpi xmlns:a14="http://schemas.microsoft.com/office/drawing/2010/main" val="0"/>
              </a:ext>
            </a:extLst>
          </a:blip>
          <a:stretch>
            <a:fillRect/>
          </a:stretch>
        </p:blipFill>
        <p:spPr>
          <a:xfrm>
            <a:off x="7864250" y="4761"/>
            <a:ext cx="1126108" cy="685800"/>
          </a:xfrm>
          <a:prstGeom prst="rect">
            <a:avLst/>
          </a:prstGeom>
        </p:spPr>
      </p:pic>
      <p:pic>
        <p:nvPicPr>
          <p:cNvPr id="10" name="Picture 23" descr="A picture containing icon&#10;&#10;Description automatically generated">
            <a:extLst>
              <a:ext uri="{FF2B5EF4-FFF2-40B4-BE49-F238E27FC236}">
                <a16:creationId xmlns:a16="http://schemas.microsoft.com/office/drawing/2014/main" id="{3AF700E5-C5B6-437B-86BB-53847DD8B0C5}"/>
              </a:ext>
            </a:extLst>
          </p:cNvPr>
          <p:cNvPicPr>
            <a:picLocks noChangeAspect="1"/>
          </p:cNvPicPr>
          <p:nvPr userDrawn="1"/>
        </p:nvPicPr>
        <p:blipFill rotWithShape="1">
          <a:blip r:embed="rId10" cstate="print">
            <a:extLst>
              <a:ext uri="{28A0092B-C50C-407E-A947-70E740481C1C}">
                <a14:useLocalDpi xmlns:a14="http://schemas.microsoft.com/office/drawing/2010/main" val="0"/>
              </a:ext>
            </a:extLst>
          </a:blip>
          <a:srcRect/>
          <a:stretch/>
        </p:blipFill>
        <p:spPr>
          <a:xfrm>
            <a:off x="9264043" y="-14287"/>
            <a:ext cx="670272" cy="3374707"/>
          </a:xfrm>
          <a:prstGeom prst="rect">
            <a:avLst/>
          </a:prstGeom>
        </p:spPr>
      </p:pic>
      <p:pic>
        <p:nvPicPr>
          <p:cNvPr id="12" name="SD_FUJITSU-RESTRICTED">
            <a:extLst>
              <a:ext uri="{FF2B5EF4-FFF2-40B4-BE49-F238E27FC236}">
                <a16:creationId xmlns:a16="http://schemas.microsoft.com/office/drawing/2014/main" id="{DB81886D-24A1-458A-9520-22FD409808BF}"/>
              </a:ext>
            </a:extLst>
          </p:cNvPr>
          <p:cNvPicPr>
            <a:picLocks noChangeAspect="1"/>
          </p:cNvPicPr>
          <p:nvPr userDrawn="1"/>
        </p:nvPicPr>
        <p:blipFill>
          <a:blip r:embed="rId11">
            <a:extLst>
              <a:ext uri="{28A0092B-C50C-407E-A947-70E740481C1C}">
                <a14:useLocalDpi xmlns:a14="http://schemas.microsoft.com/office/drawing/2010/main" val="0"/>
              </a:ext>
            </a:extLst>
          </a:blip>
          <a:stretch>
            <a:fillRect/>
          </a:stretch>
        </p:blipFill>
        <p:spPr>
          <a:xfrm>
            <a:off x="230400" y="4863874"/>
            <a:ext cx="1292691" cy="166263"/>
          </a:xfrm>
          <a:prstGeom prst="rect">
            <a:avLst/>
          </a:prstGeom>
        </p:spPr>
      </p:pic>
    </p:spTree>
    <p:extLst>
      <p:ext uri="{BB962C8B-B14F-4D97-AF65-F5344CB8AC3E}">
        <p14:creationId xmlns:p14="http://schemas.microsoft.com/office/powerpoint/2010/main" val="30061366"/>
      </p:ext>
    </p:extLst>
  </p:cSld>
  <p:clrMap bg1="lt1" tx1="dk1" bg2="lt2" tx2="dk2" accent1="accent1" accent2="accent2" accent3="accent3" accent4="accent4" accent5="accent5" accent6="accent6" hlink="hlink" folHlink="folHlink"/>
  <p:sldLayoutIdLst>
    <p:sldLayoutId id="2147483723" r:id="rId1"/>
    <p:sldLayoutId id="2147483706" r:id="rId2"/>
    <p:sldLayoutId id="2147483707" r:id="rId3"/>
    <p:sldLayoutId id="2147483708" r:id="rId4"/>
    <p:sldLayoutId id="2147483709" r:id="rId5"/>
    <p:sldLayoutId id="2147483724" r:id="rId6"/>
  </p:sldLayoutIdLst>
  <p:hf hdr="0"/>
  <p:txStyles>
    <p:titleStyle>
      <a:lvl1pPr algn="l" defTabSz="685800" rtl="0" eaLnBrk="1" latinLnBrk="0" hangingPunct="1">
        <a:lnSpc>
          <a:spcPct val="90000"/>
        </a:lnSpc>
        <a:spcBef>
          <a:spcPct val="0"/>
        </a:spcBef>
        <a:buNone/>
        <a:defRPr kumimoji="1" sz="2800" b="1" kern="1200">
          <a:solidFill>
            <a:schemeClr val="bg1"/>
          </a:solidFill>
          <a:latin typeface="+mj-lt"/>
          <a:ea typeface="+mj-ea"/>
          <a:cs typeface="+mj-cs"/>
        </a:defRPr>
      </a:lvl1pPr>
    </p:titleStyle>
    <p:bodyStyle>
      <a:lvl1pPr marL="171450" indent="-216000" algn="l" defTabSz="685800" rtl="0" eaLnBrk="1" latinLnBrk="0" hangingPunct="1">
        <a:lnSpc>
          <a:spcPct val="100000"/>
        </a:lnSpc>
        <a:spcBef>
          <a:spcPts val="750"/>
        </a:spcBef>
        <a:buClr>
          <a:schemeClr val="accent6"/>
        </a:buClr>
        <a:buSzPct val="90000"/>
        <a:buFont typeface="Wingdings" panose="05000000000000000000" pitchFamily="2" charset="2"/>
        <a:buChar char="l"/>
        <a:defRPr kumimoji="1" sz="2200" kern="1200">
          <a:solidFill>
            <a:schemeClr val="tx1"/>
          </a:solidFill>
          <a:latin typeface="+mn-lt"/>
          <a:ea typeface="+mn-ea"/>
          <a:cs typeface="+mn-cs"/>
        </a:defRPr>
      </a:lvl1pPr>
      <a:lvl2pPr marL="514350" indent="-171450" algn="l" defTabSz="685800" rtl="0" eaLnBrk="1" latinLnBrk="0" hangingPunct="1">
        <a:lnSpc>
          <a:spcPct val="100000"/>
        </a:lnSpc>
        <a:spcBef>
          <a:spcPts val="375"/>
        </a:spcBef>
        <a:buClr>
          <a:srgbClr val="6D6E70"/>
        </a:buClr>
        <a:buSzPct val="90000"/>
        <a:buFont typeface="Wingdings" panose="05000000000000000000" pitchFamily="2" charset="2"/>
        <a:buChar char="l"/>
        <a:defRPr kumimoji="1" sz="1800" kern="1200">
          <a:solidFill>
            <a:schemeClr val="tx1"/>
          </a:solidFill>
          <a:latin typeface="+mn-lt"/>
          <a:ea typeface="+mn-ea"/>
          <a:cs typeface="+mn-cs"/>
        </a:defRPr>
      </a:lvl2pPr>
      <a:lvl3pPr marL="857250" indent="-171450" algn="l" defTabSz="685800" rtl="0" eaLnBrk="1" latinLnBrk="0" hangingPunct="1">
        <a:lnSpc>
          <a:spcPct val="100000"/>
        </a:lnSpc>
        <a:spcBef>
          <a:spcPts val="375"/>
        </a:spcBef>
        <a:buClr>
          <a:srgbClr val="6D6E70"/>
        </a:buClr>
        <a:buSzPct val="90000"/>
        <a:buFont typeface="Wingdings" panose="05000000000000000000" pitchFamily="2" charset="2"/>
        <a:buChar char="l"/>
        <a:defRPr kumimoji="1" sz="1600" kern="1200">
          <a:solidFill>
            <a:schemeClr val="tx1"/>
          </a:solidFill>
          <a:latin typeface="+mn-lt"/>
          <a:ea typeface="+mn-ea"/>
          <a:cs typeface="+mn-cs"/>
        </a:defRPr>
      </a:lvl3pPr>
      <a:lvl4pPr marL="1200150" indent="-171450" algn="l" defTabSz="685800" rtl="0" eaLnBrk="1" latinLnBrk="0" hangingPunct="1">
        <a:lnSpc>
          <a:spcPct val="100000"/>
        </a:lnSpc>
        <a:spcBef>
          <a:spcPts val="375"/>
        </a:spcBef>
        <a:buClr>
          <a:srgbClr val="6D6E70"/>
        </a:buClr>
        <a:buSzPct val="90000"/>
        <a:buFont typeface="Wingdings" panose="05000000000000000000" pitchFamily="2" charset="2"/>
        <a:buChar char="l"/>
        <a:defRPr kumimoji="1" sz="1400" kern="1200">
          <a:solidFill>
            <a:schemeClr val="tx1"/>
          </a:solidFill>
          <a:latin typeface="+mn-lt"/>
          <a:ea typeface="+mn-ea"/>
          <a:cs typeface="+mn-cs"/>
        </a:defRPr>
      </a:lvl4pPr>
      <a:lvl5pPr marL="1543050" indent="-171450" algn="l" defTabSz="685800" rtl="0" eaLnBrk="1" latinLnBrk="0" hangingPunct="1">
        <a:lnSpc>
          <a:spcPct val="100000"/>
        </a:lnSpc>
        <a:spcBef>
          <a:spcPts val="375"/>
        </a:spcBef>
        <a:buClr>
          <a:srgbClr val="6D6E70"/>
        </a:buClr>
        <a:buSzPct val="90000"/>
        <a:buFont typeface="Wingdings" panose="05000000000000000000" pitchFamily="2" charset="2"/>
        <a:buChar char="l"/>
        <a:defRPr kumimoji="1" sz="1400" kern="1200">
          <a:solidFill>
            <a:schemeClr val="tx1"/>
          </a:solidFill>
          <a:latin typeface="+mn-lt"/>
          <a:ea typeface="+mn-ea"/>
          <a:cs typeface="+mn-cs"/>
        </a:defRPr>
      </a:lvl5pPr>
      <a:lvl6pPr marL="1885950" indent="-171450" algn="l" defTabSz="685800" rtl="0" eaLnBrk="1" latinLnBrk="0" hangingPunct="1">
        <a:lnSpc>
          <a:spcPct val="100000"/>
        </a:lnSpc>
        <a:spcBef>
          <a:spcPts val="375"/>
        </a:spcBef>
        <a:buClr>
          <a:srgbClr val="6D6E70"/>
        </a:buClr>
        <a:buSzPct val="90000"/>
        <a:buFont typeface="Wingdings" panose="05000000000000000000" pitchFamily="2" charset="2"/>
        <a:buChar char="l"/>
        <a:defRPr kumimoji="1" sz="1400" kern="1200">
          <a:solidFill>
            <a:schemeClr val="tx1"/>
          </a:solidFill>
          <a:latin typeface="+mn-lt"/>
          <a:ea typeface="+mn-ea"/>
          <a:cs typeface="+mn-cs"/>
        </a:defRPr>
      </a:lvl6pPr>
      <a:lvl7pPr marL="2228850" indent="-171450" algn="l" defTabSz="685800" rtl="0" eaLnBrk="1" latinLnBrk="0" hangingPunct="1">
        <a:lnSpc>
          <a:spcPct val="100000"/>
        </a:lnSpc>
        <a:spcBef>
          <a:spcPts val="375"/>
        </a:spcBef>
        <a:buClr>
          <a:srgbClr val="6D6E70"/>
        </a:buClr>
        <a:buSzPct val="90000"/>
        <a:buFont typeface="Wingdings" panose="05000000000000000000" pitchFamily="2" charset="2"/>
        <a:buChar char="l"/>
        <a:defRPr kumimoji="1" sz="1400" kern="1200">
          <a:solidFill>
            <a:schemeClr val="tx1"/>
          </a:solidFill>
          <a:latin typeface="+mn-lt"/>
          <a:ea typeface="+mn-ea"/>
          <a:cs typeface="+mn-cs"/>
        </a:defRPr>
      </a:lvl7pPr>
      <a:lvl8pPr marL="2571750" indent="-171450" algn="l" defTabSz="685800" rtl="0" eaLnBrk="1" latinLnBrk="0" hangingPunct="1">
        <a:lnSpc>
          <a:spcPct val="100000"/>
        </a:lnSpc>
        <a:spcBef>
          <a:spcPts val="375"/>
        </a:spcBef>
        <a:buClr>
          <a:srgbClr val="6D6E70"/>
        </a:buClr>
        <a:buSzPct val="90000"/>
        <a:buFont typeface="Wingdings" panose="05000000000000000000" pitchFamily="2" charset="2"/>
        <a:buChar char="l"/>
        <a:defRPr kumimoji="1" sz="1400" kern="1200">
          <a:solidFill>
            <a:schemeClr val="tx1"/>
          </a:solidFill>
          <a:latin typeface="+mn-lt"/>
          <a:ea typeface="+mn-ea"/>
          <a:cs typeface="+mn-cs"/>
        </a:defRPr>
      </a:lvl8pPr>
      <a:lvl9pPr marL="2914650" indent="-171450" algn="l" defTabSz="685800" rtl="0" eaLnBrk="1" latinLnBrk="0" hangingPunct="1">
        <a:lnSpc>
          <a:spcPct val="100000"/>
        </a:lnSpc>
        <a:spcBef>
          <a:spcPts val="375"/>
        </a:spcBef>
        <a:buClr>
          <a:srgbClr val="6D6E70"/>
        </a:buClr>
        <a:buSzPct val="90000"/>
        <a:buFont typeface="Wingdings" panose="05000000000000000000" pitchFamily="2" charset="2"/>
        <a:buChar char="l"/>
        <a:defRPr kumimoji="1" sz="1400" kern="1200">
          <a:solidFill>
            <a:schemeClr val="tx1"/>
          </a:solidFill>
          <a:latin typeface="+mn-lt"/>
          <a:ea typeface="+mn-ea"/>
          <a:cs typeface="+mn-cs"/>
        </a:defRPr>
      </a:lvl9pPr>
    </p:bodyStyle>
    <p:otherStyle>
      <a:defPPr>
        <a:defRPr lang="en-US"/>
      </a:defPPr>
      <a:lvl1pPr marL="0" algn="l" defTabSz="685800" rtl="0" eaLnBrk="1" latinLnBrk="0" hangingPunct="1">
        <a:defRPr kumimoji="1" sz="1350" kern="1200">
          <a:solidFill>
            <a:schemeClr val="tx1"/>
          </a:solidFill>
          <a:latin typeface="+mn-lt"/>
          <a:ea typeface="+mn-ea"/>
          <a:cs typeface="+mn-cs"/>
        </a:defRPr>
      </a:lvl1pPr>
      <a:lvl2pPr marL="342900" algn="l" defTabSz="685800" rtl="0" eaLnBrk="1" latinLnBrk="0" hangingPunct="1">
        <a:defRPr kumimoji="1" sz="1350" kern="1200">
          <a:solidFill>
            <a:schemeClr val="tx1"/>
          </a:solidFill>
          <a:latin typeface="+mn-lt"/>
          <a:ea typeface="+mn-ea"/>
          <a:cs typeface="+mn-cs"/>
        </a:defRPr>
      </a:lvl2pPr>
      <a:lvl3pPr marL="685800" algn="l" defTabSz="685800" rtl="0" eaLnBrk="1" latinLnBrk="0" hangingPunct="1">
        <a:defRPr kumimoji="1" sz="1350" kern="1200">
          <a:solidFill>
            <a:schemeClr val="tx1"/>
          </a:solidFill>
          <a:latin typeface="+mn-lt"/>
          <a:ea typeface="+mn-ea"/>
          <a:cs typeface="+mn-cs"/>
        </a:defRPr>
      </a:lvl3pPr>
      <a:lvl4pPr marL="1028700" algn="l" defTabSz="685800" rtl="0" eaLnBrk="1" latinLnBrk="0" hangingPunct="1">
        <a:defRPr kumimoji="1" sz="1350" kern="1200">
          <a:solidFill>
            <a:schemeClr val="tx1"/>
          </a:solidFill>
          <a:latin typeface="+mn-lt"/>
          <a:ea typeface="+mn-ea"/>
          <a:cs typeface="+mn-cs"/>
        </a:defRPr>
      </a:lvl4pPr>
      <a:lvl5pPr marL="1371600" algn="l" defTabSz="685800" rtl="0" eaLnBrk="1" latinLnBrk="0" hangingPunct="1">
        <a:defRPr kumimoji="1" sz="1350" kern="1200">
          <a:solidFill>
            <a:schemeClr val="tx1"/>
          </a:solidFill>
          <a:latin typeface="+mn-lt"/>
          <a:ea typeface="+mn-ea"/>
          <a:cs typeface="+mn-cs"/>
        </a:defRPr>
      </a:lvl5pPr>
      <a:lvl6pPr marL="1714500" algn="l" defTabSz="685800" rtl="0" eaLnBrk="1" latinLnBrk="0" hangingPunct="1">
        <a:defRPr kumimoji="1" sz="1350" kern="1200">
          <a:solidFill>
            <a:schemeClr val="tx1"/>
          </a:solidFill>
          <a:latin typeface="+mn-lt"/>
          <a:ea typeface="+mn-ea"/>
          <a:cs typeface="+mn-cs"/>
        </a:defRPr>
      </a:lvl6pPr>
      <a:lvl7pPr marL="2057400" algn="l" defTabSz="685800" rtl="0" eaLnBrk="1" latinLnBrk="0" hangingPunct="1">
        <a:defRPr kumimoji="1" sz="1350" kern="1200">
          <a:solidFill>
            <a:schemeClr val="tx1"/>
          </a:solidFill>
          <a:latin typeface="+mn-lt"/>
          <a:ea typeface="+mn-ea"/>
          <a:cs typeface="+mn-cs"/>
        </a:defRPr>
      </a:lvl7pPr>
      <a:lvl8pPr marL="2400300" algn="l" defTabSz="685800" rtl="0" eaLnBrk="1" latinLnBrk="0" hangingPunct="1">
        <a:defRPr kumimoji="1" sz="1350" kern="1200">
          <a:solidFill>
            <a:schemeClr val="tx1"/>
          </a:solidFill>
          <a:latin typeface="+mn-lt"/>
          <a:ea typeface="+mn-ea"/>
          <a:cs typeface="+mn-cs"/>
        </a:defRPr>
      </a:lvl8pPr>
      <a:lvl9pPr marL="2743200" algn="l" defTabSz="685800" rtl="0" eaLnBrk="1" latinLnBrk="0" hangingPunct="1">
        <a:defRPr kumimoji="1" sz="135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9" name="図 8">
            <a:extLst>
              <a:ext uri="{FF2B5EF4-FFF2-40B4-BE49-F238E27FC236}">
                <a16:creationId xmlns:a16="http://schemas.microsoft.com/office/drawing/2014/main" id="{740F57D8-338C-4D61-B05D-AC393D185D82}"/>
              </a:ext>
              <a:ext uri="{C183D7F6-B498-43B3-948B-1728B52AA6E4}">
                <adec:decorative xmlns:adec="http://schemas.microsoft.com/office/drawing/2017/decorative" val="1"/>
              </a:ext>
            </a:extLst>
          </p:cNvPr>
          <p:cNvPicPr>
            <a:picLocks noChangeAspect="1"/>
          </p:cNvPicPr>
          <p:nvPr userDrawn="1"/>
        </p:nvPicPr>
        <p:blipFill rotWithShape="1">
          <a:blip r:embed="rId8" cstate="print">
            <a:extLst>
              <a:ext uri="{28A0092B-C50C-407E-A947-70E740481C1C}">
                <a14:useLocalDpi xmlns:a14="http://schemas.microsoft.com/office/drawing/2010/main"/>
              </a:ext>
            </a:extLst>
          </a:blip>
          <a:srcRect r="295"/>
          <a:stretch/>
        </p:blipFill>
        <p:spPr bwMode="gray">
          <a:xfrm>
            <a:off x="1143" y="-3923"/>
            <a:ext cx="9142857" cy="716400"/>
          </a:xfrm>
          <a:prstGeom prst="rect">
            <a:avLst/>
          </a:prstGeom>
        </p:spPr>
      </p:pic>
      <p:sp>
        <p:nvSpPr>
          <p:cNvPr id="2" name="Title Placeholder 1"/>
          <p:cNvSpPr>
            <a:spLocks noGrp="1"/>
          </p:cNvSpPr>
          <p:nvPr>
            <p:ph type="title"/>
          </p:nvPr>
        </p:nvSpPr>
        <p:spPr bwMode="gray">
          <a:xfrm>
            <a:off x="234000" y="32400"/>
            <a:ext cx="7560000" cy="655200"/>
          </a:xfrm>
          <a:prstGeom prst="rect">
            <a:avLst/>
          </a:prstGeom>
        </p:spPr>
        <p:txBody>
          <a:bodyPr vert="horz" lIns="0" tIns="108000" rIns="0" bIns="0" rtlCol="0" anchor="ctr">
            <a:normAutofit/>
          </a:bodyPr>
          <a:lstStyle/>
          <a:p>
            <a:r>
              <a:rPr lang="ja-JP" altLang="en-US" dirty="0"/>
              <a:t>マスター タイトルの書式設定</a:t>
            </a:r>
            <a:endParaRPr lang="en-US" dirty="0"/>
          </a:p>
        </p:txBody>
      </p:sp>
      <p:sp>
        <p:nvSpPr>
          <p:cNvPr id="3" name="Text Placeholder 2"/>
          <p:cNvSpPr>
            <a:spLocks noGrp="1"/>
          </p:cNvSpPr>
          <p:nvPr>
            <p:ph type="body" idx="1"/>
          </p:nvPr>
        </p:nvSpPr>
        <p:spPr bwMode="gray">
          <a:xfrm>
            <a:off x="230400" y="950400"/>
            <a:ext cx="8679600" cy="3787200"/>
          </a:xfrm>
          <a:prstGeom prst="rect">
            <a:avLst/>
          </a:prstGeom>
        </p:spPr>
        <p:txBody>
          <a:bodyPr vert="horz" lIns="0" tIns="0" rIns="0" bIns="0" rtlCol="0">
            <a:noAutofit/>
          </a:bodyPr>
          <a:lstStyle/>
          <a:p>
            <a:pPr lvl="0"/>
            <a:r>
              <a:rPr lang="ja-JP" altLang="en-US" dirty="0"/>
              <a:t>マスター テキストの書式設定</a:t>
            </a:r>
          </a:p>
          <a:p>
            <a:pPr lvl="1"/>
            <a:r>
              <a:rPr lang="ja-JP" altLang="en-US" dirty="0"/>
              <a:t>第</a:t>
            </a:r>
            <a:r>
              <a:rPr lang="en-US" altLang="ja-JP" dirty="0"/>
              <a:t>2</a:t>
            </a:r>
            <a:r>
              <a:rPr lang="ja-JP" altLang="en-US" dirty="0"/>
              <a:t> レベル</a:t>
            </a:r>
          </a:p>
          <a:p>
            <a:pPr lvl="2"/>
            <a:r>
              <a:rPr lang="ja-JP" altLang="en-US" dirty="0"/>
              <a:t>第</a:t>
            </a:r>
            <a:r>
              <a:rPr lang="en-US" altLang="ja-JP" dirty="0"/>
              <a:t>3</a:t>
            </a:r>
            <a:r>
              <a:rPr lang="ja-JP" altLang="en-US" dirty="0"/>
              <a:t> レベル</a:t>
            </a:r>
          </a:p>
          <a:p>
            <a:pPr lvl="3"/>
            <a:r>
              <a:rPr lang="ja-JP" altLang="en-US" dirty="0"/>
              <a:t>第</a:t>
            </a:r>
            <a:r>
              <a:rPr lang="en-US" altLang="ja-JP" dirty="0"/>
              <a:t>4</a:t>
            </a:r>
            <a:r>
              <a:rPr lang="ja-JP" altLang="en-US" dirty="0"/>
              <a:t> レベル</a:t>
            </a:r>
          </a:p>
          <a:p>
            <a:pPr lvl="4"/>
            <a:r>
              <a:rPr lang="ja-JP" altLang="en-US" dirty="0"/>
              <a:t>第</a:t>
            </a:r>
            <a:r>
              <a:rPr lang="en-US" altLang="ja-JP" dirty="0"/>
              <a:t>5</a:t>
            </a:r>
            <a:r>
              <a:rPr lang="ja-JP" altLang="en-US" dirty="0"/>
              <a:t> レベル</a:t>
            </a:r>
            <a:endParaRPr lang="en-US" altLang="ja-JP" dirty="0"/>
          </a:p>
          <a:p>
            <a:pPr lvl="5"/>
            <a:r>
              <a:rPr lang="ja-JP" altLang="en-US" dirty="0"/>
              <a:t>テキスト</a:t>
            </a:r>
            <a:endParaRPr lang="en-US" altLang="ja-JP" dirty="0"/>
          </a:p>
          <a:p>
            <a:pPr lvl="6"/>
            <a:r>
              <a:rPr lang="ja-JP" altLang="en-US" dirty="0"/>
              <a:t>テキスト</a:t>
            </a:r>
            <a:endParaRPr lang="en-US" altLang="ja-JP" dirty="0"/>
          </a:p>
          <a:p>
            <a:pPr lvl="7"/>
            <a:r>
              <a:rPr lang="ja-JP" altLang="en-US" dirty="0"/>
              <a:t>テキスト</a:t>
            </a:r>
            <a:endParaRPr lang="en-US" altLang="ja-JP" dirty="0"/>
          </a:p>
          <a:p>
            <a:pPr lvl="8"/>
            <a:r>
              <a:rPr lang="ja-JP" altLang="en-US" dirty="0"/>
              <a:t>テキスト</a:t>
            </a:r>
            <a:endParaRPr lang="en-US" dirty="0"/>
          </a:p>
        </p:txBody>
      </p:sp>
      <p:sp>
        <p:nvSpPr>
          <p:cNvPr id="5" name="Footer Placeholder 4"/>
          <p:cNvSpPr>
            <a:spLocks noGrp="1"/>
          </p:cNvSpPr>
          <p:nvPr>
            <p:ph type="ftr" sz="quarter" idx="3"/>
          </p:nvPr>
        </p:nvSpPr>
        <p:spPr bwMode="gray">
          <a:xfrm>
            <a:off x="7758000" y="4888800"/>
            <a:ext cx="1155600" cy="108000"/>
          </a:xfrm>
          <a:prstGeom prst="rect">
            <a:avLst/>
          </a:prstGeom>
        </p:spPr>
        <p:txBody>
          <a:bodyPr vert="horz" wrap="none" lIns="0" tIns="0" rIns="0" bIns="0" rtlCol="0" anchor="ctr"/>
          <a:lstStyle>
            <a:lvl1pPr algn="r">
              <a:defRPr sz="700">
                <a:solidFill>
                  <a:schemeClr val="tx1"/>
                </a:solidFill>
                <a:latin typeface="Arial" panose="020B0604020202020204" pitchFamily="34" charset="0"/>
                <a:cs typeface="Arial" panose="020B0604020202020204" pitchFamily="34" charset="0"/>
              </a:defRPr>
            </a:lvl1pPr>
          </a:lstStyle>
          <a:p>
            <a:r>
              <a:rPr lang="en-US" altLang="ja-JP"/>
              <a:t>© 2022 Fujitsu Limited</a:t>
            </a:r>
            <a:endParaRPr lang="de-DE" altLang="ja-JP" dirty="0"/>
          </a:p>
        </p:txBody>
      </p:sp>
      <p:sp>
        <p:nvSpPr>
          <p:cNvPr id="10" name="Slide Number Placeholder 5">
            <a:extLst>
              <a:ext uri="{FF2B5EF4-FFF2-40B4-BE49-F238E27FC236}">
                <a16:creationId xmlns:a16="http://schemas.microsoft.com/office/drawing/2014/main" id="{41D8FCF7-17D7-419C-9A69-F8EE30CBAC22}"/>
              </a:ext>
            </a:extLst>
          </p:cNvPr>
          <p:cNvSpPr>
            <a:spLocks noGrp="1"/>
          </p:cNvSpPr>
          <p:nvPr>
            <p:ph type="sldNum" sz="quarter" idx="4"/>
          </p:nvPr>
        </p:nvSpPr>
        <p:spPr bwMode="gray">
          <a:xfrm>
            <a:off x="4302000" y="4878000"/>
            <a:ext cx="540000" cy="122400"/>
          </a:xfrm>
          <a:prstGeom prst="rect">
            <a:avLst/>
          </a:prstGeom>
        </p:spPr>
        <p:txBody>
          <a:bodyPr vert="horz" lIns="0" tIns="0" rIns="0" bIns="0" rtlCol="0" anchor="ctr"/>
          <a:lstStyle>
            <a:lvl1pPr algn="ctr">
              <a:defRPr sz="800">
                <a:solidFill>
                  <a:schemeClr val="tx1"/>
                </a:solidFill>
                <a:latin typeface="Arial" panose="020B0604020202020204" pitchFamily="34" charset="0"/>
                <a:cs typeface="Arial" panose="020B0604020202020204" pitchFamily="34" charset="0"/>
              </a:defRPr>
            </a:lvl1pPr>
          </a:lstStyle>
          <a:p>
            <a:fld id="{4D029D89-7B63-4C94-AD4D-2E4D6BB83637}" type="slidenum">
              <a:rPr kumimoji="1" lang="ja-JP" altLang="en-US" smtClean="0"/>
              <a:pPr/>
              <a:t>‹#›</a:t>
            </a:fld>
            <a:endParaRPr kumimoji="1" lang="ja-JP" altLang="en-US"/>
          </a:p>
        </p:txBody>
      </p:sp>
      <p:pic>
        <p:nvPicPr>
          <p:cNvPr id="14" name="Picture 65" descr="Fujitsu">
            <a:extLst>
              <a:ext uri="{FF2B5EF4-FFF2-40B4-BE49-F238E27FC236}">
                <a16:creationId xmlns:a16="http://schemas.microsoft.com/office/drawing/2014/main" id="{3DBB7CCA-CCFB-4268-890B-0A2A79A22D06}"/>
              </a:ext>
            </a:extLst>
          </p:cNvPr>
          <p:cNvPicPr>
            <a:picLocks noChangeAspect="1"/>
          </p:cNvPicPr>
          <p:nvPr userDrawn="1"/>
        </p:nvPicPr>
        <p:blipFill>
          <a:blip r:embed="rId9" cstate="print">
            <a:extLst>
              <a:ext uri="{28A0092B-C50C-407E-A947-70E740481C1C}">
                <a14:useLocalDpi xmlns:a14="http://schemas.microsoft.com/office/drawing/2010/main" val="0"/>
              </a:ext>
            </a:extLst>
          </a:blip>
          <a:srcRect/>
          <a:stretch/>
        </p:blipFill>
        <p:spPr bwMode="gray">
          <a:xfrm>
            <a:off x="7864250" y="4761"/>
            <a:ext cx="1126108" cy="685799"/>
          </a:xfrm>
          <a:prstGeom prst="rect">
            <a:avLst/>
          </a:prstGeom>
        </p:spPr>
      </p:pic>
      <p:pic>
        <p:nvPicPr>
          <p:cNvPr id="12" name="Picture 23" descr="A picture containing icon&#10;&#10;Description automatically generated">
            <a:extLst>
              <a:ext uri="{FF2B5EF4-FFF2-40B4-BE49-F238E27FC236}">
                <a16:creationId xmlns:a16="http://schemas.microsoft.com/office/drawing/2014/main" id="{92C11EE2-8F20-4B90-A944-87927E6C1D06}"/>
              </a:ext>
            </a:extLst>
          </p:cNvPr>
          <p:cNvPicPr>
            <a:picLocks noChangeAspect="1"/>
          </p:cNvPicPr>
          <p:nvPr userDrawn="1"/>
        </p:nvPicPr>
        <p:blipFill rotWithShape="1">
          <a:blip r:embed="rId10" cstate="print">
            <a:extLst>
              <a:ext uri="{28A0092B-C50C-407E-A947-70E740481C1C}">
                <a14:useLocalDpi xmlns:a14="http://schemas.microsoft.com/office/drawing/2010/main" val="0"/>
              </a:ext>
            </a:extLst>
          </a:blip>
          <a:srcRect/>
          <a:stretch/>
        </p:blipFill>
        <p:spPr>
          <a:xfrm>
            <a:off x="9264043" y="-14287"/>
            <a:ext cx="670272" cy="3374707"/>
          </a:xfrm>
          <a:prstGeom prst="rect">
            <a:avLst/>
          </a:prstGeom>
        </p:spPr>
      </p:pic>
      <p:pic>
        <p:nvPicPr>
          <p:cNvPr id="15" name="SD_FUJITSU-RESTRICTED">
            <a:extLst>
              <a:ext uri="{FF2B5EF4-FFF2-40B4-BE49-F238E27FC236}">
                <a16:creationId xmlns:a16="http://schemas.microsoft.com/office/drawing/2014/main" id="{67BA6BF3-884E-45AB-A656-53B8E3C607C9}"/>
              </a:ext>
            </a:extLst>
          </p:cNvPr>
          <p:cNvPicPr>
            <a:picLocks noChangeAspect="1"/>
          </p:cNvPicPr>
          <p:nvPr userDrawn="1"/>
        </p:nvPicPr>
        <p:blipFill>
          <a:blip r:embed="rId11">
            <a:extLst>
              <a:ext uri="{28A0092B-C50C-407E-A947-70E740481C1C}">
                <a14:useLocalDpi xmlns:a14="http://schemas.microsoft.com/office/drawing/2010/main" val="0"/>
              </a:ext>
            </a:extLst>
          </a:blip>
          <a:stretch>
            <a:fillRect/>
          </a:stretch>
        </p:blipFill>
        <p:spPr>
          <a:xfrm>
            <a:off x="230400" y="4863874"/>
            <a:ext cx="1292691" cy="166263"/>
          </a:xfrm>
          <a:prstGeom prst="rect">
            <a:avLst/>
          </a:prstGeom>
        </p:spPr>
      </p:pic>
    </p:spTree>
    <p:extLst>
      <p:ext uri="{BB962C8B-B14F-4D97-AF65-F5344CB8AC3E}">
        <p14:creationId xmlns:p14="http://schemas.microsoft.com/office/powerpoint/2010/main" val="2279705927"/>
      </p:ext>
    </p:extLst>
  </p:cSld>
  <p:clrMap bg1="lt1" tx1="dk1" bg2="lt2" tx2="dk2" accent1="accent1" accent2="accent2" accent3="accent3" accent4="accent4" accent5="accent5" accent6="accent6" hlink="hlink" folHlink="folHlink"/>
  <p:sldLayoutIdLst>
    <p:sldLayoutId id="2147483725" r:id="rId1"/>
    <p:sldLayoutId id="2147483713" r:id="rId2"/>
    <p:sldLayoutId id="2147483714" r:id="rId3"/>
    <p:sldLayoutId id="2147483715" r:id="rId4"/>
    <p:sldLayoutId id="2147483716" r:id="rId5"/>
    <p:sldLayoutId id="2147483726" r:id="rId6"/>
  </p:sldLayoutIdLst>
  <p:hf hdr="0"/>
  <p:txStyles>
    <p:titleStyle>
      <a:lvl1pPr algn="l" defTabSz="685800" rtl="0" eaLnBrk="1" latinLnBrk="0" hangingPunct="1">
        <a:lnSpc>
          <a:spcPct val="90000"/>
        </a:lnSpc>
        <a:spcBef>
          <a:spcPct val="0"/>
        </a:spcBef>
        <a:buNone/>
        <a:defRPr kumimoji="1" sz="2800" b="1" kern="1200">
          <a:solidFill>
            <a:schemeClr val="tx1"/>
          </a:solidFill>
          <a:latin typeface="+mj-lt"/>
          <a:ea typeface="+mj-ea"/>
          <a:cs typeface="+mj-cs"/>
        </a:defRPr>
      </a:lvl1pPr>
    </p:titleStyle>
    <p:bodyStyle>
      <a:lvl1pPr marL="171450" indent="-216000" algn="l" defTabSz="685800" rtl="0" eaLnBrk="1" latinLnBrk="0" hangingPunct="1">
        <a:lnSpc>
          <a:spcPct val="100000"/>
        </a:lnSpc>
        <a:spcBef>
          <a:spcPts val="750"/>
        </a:spcBef>
        <a:buClr>
          <a:schemeClr val="accent2"/>
        </a:buClr>
        <a:buSzPct val="90000"/>
        <a:buFont typeface="Wingdings" panose="05000000000000000000" pitchFamily="2" charset="2"/>
        <a:buChar char="l"/>
        <a:defRPr kumimoji="1" sz="2200" kern="1200">
          <a:solidFill>
            <a:schemeClr val="tx1"/>
          </a:solidFill>
          <a:latin typeface="+mn-lt"/>
          <a:ea typeface="+mn-ea"/>
          <a:cs typeface="+mn-cs"/>
        </a:defRPr>
      </a:lvl1pPr>
      <a:lvl2pPr marL="514350" indent="-171450" algn="l" defTabSz="685800" rtl="0" eaLnBrk="1" latinLnBrk="0" hangingPunct="1">
        <a:lnSpc>
          <a:spcPct val="100000"/>
        </a:lnSpc>
        <a:spcBef>
          <a:spcPts val="375"/>
        </a:spcBef>
        <a:buClr>
          <a:srgbClr val="6D6E70"/>
        </a:buClr>
        <a:buSzPct val="90000"/>
        <a:buFont typeface="Wingdings" panose="05000000000000000000" pitchFamily="2" charset="2"/>
        <a:buChar char="l"/>
        <a:defRPr kumimoji="1" sz="1800" kern="1200">
          <a:solidFill>
            <a:schemeClr val="tx1"/>
          </a:solidFill>
          <a:latin typeface="+mn-lt"/>
          <a:ea typeface="+mn-ea"/>
          <a:cs typeface="+mn-cs"/>
        </a:defRPr>
      </a:lvl2pPr>
      <a:lvl3pPr marL="857250" indent="-171450" algn="l" defTabSz="685800" rtl="0" eaLnBrk="1" latinLnBrk="0" hangingPunct="1">
        <a:lnSpc>
          <a:spcPct val="100000"/>
        </a:lnSpc>
        <a:spcBef>
          <a:spcPts val="375"/>
        </a:spcBef>
        <a:buClr>
          <a:srgbClr val="6D6E70"/>
        </a:buClr>
        <a:buSzPct val="90000"/>
        <a:buFont typeface="Wingdings" panose="05000000000000000000" pitchFamily="2" charset="2"/>
        <a:buChar char="l"/>
        <a:defRPr kumimoji="1" sz="1600" kern="1200">
          <a:solidFill>
            <a:schemeClr val="tx1"/>
          </a:solidFill>
          <a:latin typeface="+mn-lt"/>
          <a:ea typeface="+mn-ea"/>
          <a:cs typeface="+mn-cs"/>
        </a:defRPr>
      </a:lvl3pPr>
      <a:lvl4pPr marL="1200150" indent="-171450" algn="l" defTabSz="685800" rtl="0" eaLnBrk="1" latinLnBrk="0" hangingPunct="1">
        <a:lnSpc>
          <a:spcPct val="100000"/>
        </a:lnSpc>
        <a:spcBef>
          <a:spcPts val="375"/>
        </a:spcBef>
        <a:buClr>
          <a:srgbClr val="6D6E70"/>
        </a:buClr>
        <a:buSzPct val="90000"/>
        <a:buFont typeface="Wingdings" panose="05000000000000000000" pitchFamily="2" charset="2"/>
        <a:buChar char="l"/>
        <a:defRPr kumimoji="1" sz="1400" kern="1200">
          <a:solidFill>
            <a:schemeClr val="tx1"/>
          </a:solidFill>
          <a:latin typeface="+mn-lt"/>
          <a:ea typeface="+mn-ea"/>
          <a:cs typeface="+mn-cs"/>
        </a:defRPr>
      </a:lvl4pPr>
      <a:lvl5pPr marL="1543050" indent="-171450" algn="l" defTabSz="685800" rtl="0" eaLnBrk="1" latinLnBrk="0" hangingPunct="1">
        <a:lnSpc>
          <a:spcPct val="100000"/>
        </a:lnSpc>
        <a:spcBef>
          <a:spcPts val="375"/>
        </a:spcBef>
        <a:buClr>
          <a:srgbClr val="6D6E70"/>
        </a:buClr>
        <a:buSzPct val="90000"/>
        <a:buFont typeface="Wingdings" panose="05000000000000000000" pitchFamily="2" charset="2"/>
        <a:buChar char="l"/>
        <a:defRPr kumimoji="1" sz="1400" kern="1200">
          <a:solidFill>
            <a:schemeClr val="tx1"/>
          </a:solidFill>
          <a:latin typeface="+mn-lt"/>
          <a:ea typeface="+mn-ea"/>
          <a:cs typeface="+mn-cs"/>
        </a:defRPr>
      </a:lvl5pPr>
      <a:lvl6pPr marL="1885950" indent="-171450" algn="l" defTabSz="685800" rtl="0" eaLnBrk="1" latinLnBrk="0" hangingPunct="1">
        <a:lnSpc>
          <a:spcPct val="100000"/>
        </a:lnSpc>
        <a:spcBef>
          <a:spcPts val="375"/>
        </a:spcBef>
        <a:buClr>
          <a:srgbClr val="6D6E70"/>
        </a:buClr>
        <a:buSzPct val="90000"/>
        <a:buFont typeface="Wingdings" panose="05000000000000000000" pitchFamily="2" charset="2"/>
        <a:buChar char="l"/>
        <a:defRPr kumimoji="1" sz="1400" kern="1200">
          <a:solidFill>
            <a:schemeClr val="tx1"/>
          </a:solidFill>
          <a:latin typeface="+mn-lt"/>
          <a:ea typeface="+mn-ea"/>
          <a:cs typeface="+mn-cs"/>
        </a:defRPr>
      </a:lvl6pPr>
      <a:lvl7pPr marL="2228850" indent="-171450" algn="l" defTabSz="685800" rtl="0" eaLnBrk="1" latinLnBrk="0" hangingPunct="1">
        <a:lnSpc>
          <a:spcPct val="100000"/>
        </a:lnSpc>
        <a:spcBef>
          <a:spcPts val="375"/>
        </a:spcBef>
        <a:buClr>
          <a:srgbClr val="6D6E70"/>
        </a:buClr>
        <a:buSzPct val="90000"/>
        <a:buFont typeface="Wingdings" panose="05000000000000000000" pitchFamily="2" charset="2"/>
        <a:buChar char="l"/>
        <a:defRPr kumimoji="1" sz="1400" kern="1200">
          <a:solidFill>
            <a:schemeClr val="tx1"/>
          </a:solidFill>
          <a:latin typeface="+mn-lt"/>
          <a:ea typeface="+mn-ea"/>
          <a:cs typeface="+mn-cs"/>
        </a:defRPr>
      </a:lvl7pPr>
      <a:lvl8pPr marL="2571750" indent="-171450" algn="l" defTabSz="685800" rtl="0" eaLnBrk="1" latinLnBrk="0" hangingPunct="1">
        <a:lnSpc>
          <a:spcPct val="100000"/>
        </a:lnSpc>
        <a:spcBef>
          <a:spcPts val="375"/>
        </a:spcBef>
        <a:buClr>
          <a:srgbClr val="6D6E70"/>
        </a:buClr>
        <a:buSzPct val="90000"/>
        <a:buFont typeface="Wingdings" panose="05000000000000000000" pitchFamily="2" charset="2"/>
        <a:buChar char="l"/>
        <a:defRPr kumimoji="1" sz="1400" kern="1200">
          <a:solidFill>
            <a:schemeClr val="tx1"/>
          </a:solidFill>
          <a:latin typeface="+mn-lt"/>
          <a:ea typeface="+mn-ea"/>
          <a:cs typeface="+mn-cs"/>
        </a:defRPr>
      </a:lvl8pPr>
      <a:lvl9pPr marL="2914650" indent="-171450" algn="l" defTabSz="685800" rtl="0" eaLnBrk="1" latinLnBrk="0" hangingPunct="1">
        <a:lnSpc>
          <a:spcPct val="100000"/>
        </a:lnSpc>
        <a:spcBef>
          <a:spcPts val="375"/>
        </a:spcBef>
        <a:buClr>
          <a:srgbClr val="6D6E70"/>
        </a:buClr>
        <a:buSzPct val="90000"/>
        <a:buFont typeface="Wingdings" panose="05000000000000000000" pitchFamily="2" charset="2"/>
        <a:buChar char="l"/>
        <a:defRPr kumimoji="1" sz="1400" kern="1200">
          <a:solidFill>
            <a:schemeClr val="tx1"/>
          </a:solidFill>
          <a:latin typeface="+mn-lt"/>
          <a:ea typeface="+mn-ea"/>
          <a:cs typeface="+mn-cs"/>
        </a:defRPr>
      </a:lvl9pPr>
    </p:bodyStyle>
    <p:otherStyle>
      <a:defPPr>
        <a:defRPr lang="en-US"/>
      </a:defPPr>
      <a:lvl1pPr marL="0" algn="l" defTabSz="685800" rtl="0" eaLnBrk="1" latinLnBrk="0" hangingPunct="1">
        <a:defRPr kumimoji="1" sz="1350" kern="1200">
          <a:solidFill>
            <a:schemeClr val="tx1"/>
          </a:solidFill>
          <a:latin typeface="+mn-lt"/>
          <a:ea typeface="+mn-ea"/>
          <a:cs typeface="+mn-cs"/>
        </a:defRPr>
      </a:lvl1pPr>
      <a:lvl2pPr marL="342900" algn="l" defTabSz="685800" rtl="0" eaLnBrk="1" latinLnBrk="0" hangingPunct="1">
        <a:defRPr kumimoji="1" sz="1350" kern="1200">
          <a:solidFill>
            <a:schemeClr val="tx1"/>
          </a:solidFill>
          <a:latin typeface="+mn-lt"/>
          <a:ea typeface="+mn-ea"/>
          <a:cs typeface="+mn-cs"/>
        </a:defRPr>
      </a:lvl2pPr>
      <a:lvl3pPr marL="685800" algn="l" defTabSz="685800" rtl="0" eaLnBrk="1" latinLnBrk="0" hangingPunct="1">
        <a:defRPr kumimoji="1" sz="1350" kern="1200">
          <a:solidFill>
            <a:schemeClr val="tx1"/>
          </a:solidFill>
          <a:latin typeface="+mn-lt"/>
          <a:ea typeface="+mn-ea"/>
          <a:cs typeface="+mn-cs"/>
        </a:defRPr>
      </a:lvl3pPr>
      <a:lvl4pPr marL="1028700" algn="l" defTabSz="685800" rtl="0" eaLnBrk="1" latinLnBrk="0" hangingPunct="1">
        <a:defRPr kumimoji="1" sz="1350" kern="1200">
          <a:solidFill>
            <a:schemeClr val="tx1"/>
          </a:solidFill>
          <a:latin typeface="+mn-lt"/>
          <a:ea typeface="+mn-ea"/>
          <a:cs typeface="+mn-cs"/>
        </a:defRPr>
      </a:lvl4pPr>
      <a:lvl5pPr marL="1371600" algn="l" defTabSz="685800" rtl="0" eaLnBrk="1" latinLnBrk="0" hangingPunct="1">
        <a:defRPr kumimoji="1" sz="1350" kern="1200">
          <a:solidFill>
            <a:schemeClr val="tx1"/>
          </a:solidFill>
          <a:latin typeface="+mn-lt"/>
          <a:ea typeface="+mn-ea"/>
          <a:cs typeface="+mn-cs"/>
        </a:defRPr>
      </a:lvl5pPr>
      <a:lvl6pPr marL="1714500" algn="l" defTabSz="685800" rtl="0" eaLnBrk="1" latinLnBrk="0" hangingPunct="1">
        <a:defRPr kumimoji="1" sz="1350" kern="1200">
          <a:solidFill>
            <a:schemeClr val="tx1"/>
          </a:solidFill>
          <a:latin typeface="+mn-lt"/>
          <a:ea typeface="+mn-ea"/>
          <a:cs typeface="+mn-cs"/>
        </a:defRPr>
      </a:lvl6pPr>
      <a:lvl7pPr marL="2057400" algn="l" defTabSz="685800" rtl="0" eaLnBrk="1" latinLnBrk="0" hangingPunct="1">
        <a:defRPr kumimoji="1" sz="1350" kern="1200">
          <a:solidFill>
            <a:schemeClr val="tx1"/>
          </a:solidFill>
          <a:latin typeface="+mn-lt"/>
          <a:ea typeface="+mn-ea"/>
          <a:cs typeface="+mn-cs"/>
        </a:defRPr>
      </a:lvl7pPr>
      <a:lvl8pPr marL="2400300" algn="l" defTabSz="685800" rtl="0" eaLnBrk="1" latinLnBrk="0" hangingPunct="1">
        <a:defRPr kumimoji="1" sz="1350" kern="1200">
          <a:solidFill>
            <a:schemeClr val="tx1"/>
          </a:solidFill>
          <a:latin typeface="+mn-lt"/>
          <a:ea typeface="+mn-ea"/>
          <a:cs typeface="+mn-cs"/>
        </a:defRPr>
      </a:lvl8pPr>
      <a:lvl9pPr marL="2743200" algn="l" defTabSz="685800" rtl="0" eaLnBrk="1" latinLnBrk="0" hangingPunct="1">
        <a:defRPr kumimoji="1"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3.xml"/><Relationship Id="rId1" Type="http://schemas.openxmlformats.org/officeDocument/2006/relationships/tags" Target="../tags/tag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5.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0.xml"/></Relationships>
</file>

<file path=ppt/slides/_rels/slide5.xml.rels><?xml version="1.0" encoding="UTF-8" standalone="yes"?>
<Relationships xmlns="http://schemas.openxmlformats.org/package/2006/relationships"><Relationship Id="rId3" Type="http://schemas.openxmlformats.org/officeDocument/2006/relationships/hyperlink" Target="https://fujitsu.sharepoint.com/:x:/r/teams/msteams_c8e71e/Shared%20Documents/21_Activate2.0%E6%A7%8B%E6%88%90%E7%AE%A1%E7%90%86(%E7%B7%8A%E6%80%A5%E4%BE%9D%E9%A0%BC%EF%BC%86%E6%9B%B4%E6%96%B0%E9%80%9A%E7%9F%A5%EF%BC%89/Activate3.0%20%E3%83%89%E3%82%AD%E3%83%A5%E3%83%A1%E3%83%B3%E3%83%88%E6%9B%B4%E6%96%B0%E4%BE%9D%E9%A0%BC%E5%8F%B0%E5%B8%B3_V3.0-00.xlsx?d=wd6e46dd7157943d4aa354db4a984d1a0&amp;csf=1&amp;web=1&amp;e=MMr1h3" TargetMode="External"/><Relationship Id="rId2" Type="http://schemas.openxmlformats.org/officeDocument/2006/relationships/notesSlide" Target="../notesSlides/notesSlide5.xml"/><Relationship Id="rId1" Type="http://schemas.openxmlformats.org/officeDocument/2006/relationships/slideLayout" Target="../slideLayouts/slideLayout20.xml"/><Relationship Id="rId6" Type="http://schemas.openxmlformats.org/officeDocument/2006/relationships/hyperlink" Target="https://fujitsu.sharepoint.com/sites/jp-SAP-bussines-info/delivery/Activate20" TargetMode="External"/><Relationship Id="rId5" Type="http://schemas.openxmlformats.org/officeDocument/2006/relationships/hyperlink" Target="https://fujitsu.sharepoint.com/:f:/r/sites/jp-SAP-bussines-info/delivery/SAP%20Delivery%20Management/22_Activate%203.0?csf=1&amp;web=1&amp;e=2TYqnF" TargetMode="External"/><Relationship Id="rId4" Type="http://schemas.openxmlformats.org/officeDocument/2006/relationships/hyperlink" Target="https://fujitsu.sharepoint.com/:f:/r/teams/msteams_c8e71e/Shared%20Documents/21_Activate2.0%E6%A7%8B%E6%88%90%E7%AE%A1%E7%90%86(%E7%B7%8A%E6%80%A5%E4%BE%9D%E9%A0%BC%EF%BC%86%E6%9B%B4%E6%96%B0%E9%80%9A%E7%9F%A5%EF%BC%89?csf=1&amp;web=1&amp;e=DCq0gt" TargetMode="External"/></Relationships>
</file>

<file path=ppt/slides/_rels/slide6.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6.xml"/><Relationship Id="rId1" Type="http://schemas.openxmlformats.org/officeDocument/2006/relationships/slideLayout" Target="../slideLayouts/slideLayout20.xml"/><Relationship Id="rId5" Type="http://schemas.openxmlformats.org/officeDocument/2006/relationships/image" Target="../media/image31.png"/><Relationship Id="rId4" Type="http://schemas.openxmlformats.org/officeDocument/2006/relationships/image" Target="../media/image30.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0.xml"/></Relationships>
</file>

<file path=ppt/slides/_rels/slide8.xml.rels><?xml version="1.0" encoding="UTF-8" standalone="yes"?>
<Relationships xmlns="http://schemas.openxmlformats.org/package/2006/relationships"><Relationship Id="rId3" Type="http://schemas.openxmlformats.org/officeDocument/2006/relationships/hyperlink" Target="https://fujitsu.sharepoint.com/:x:/r/teams/msteams_c8e71e/Shared%20Documents/21_Activate2.0%E6%A7%8B%E6%88%90%E7%AE%A1%E7%90%86(%E7%B7%8A%E6%80%A5%E4%BE%9D%E9%A0%BC%EF%BC%86%E6%9B%B4%E6%96%B0%E9%80%9A%E7%9F%A5%EF%BC%89/Activate3.0%20%E3%83%89%E3%82%AD%E3%83%A5%E3%83%A1%E3%83%B3%E3%83%88%E6%9B%B4%E6%96%B0%E4%BE%9D%E9%A0%BC%E5%8F%B0%E5%B8%B3_V3.0-00.xlsx?d=wd6e46dd7157943d4aa354db4a984d1a0&amp;csf=1&amp;web=1&amp;e=MMr1h3" TargetMode="External"/><Relationship Id="rId2" Type="http://schemas.openxmlformats.org/officeDocument/2006/relationships/notesSlide" Target="../notesSlides/notesSlide8.xml"/><Relationship Id="rId1" Type="http://schemas.openxmlformats.org/officeDocument/2006/relationships/slideLayout" Target="../slideLayouts/slideLayout20.xml"/><Relationship Id="rId4" Type="http://schemas.openxmlformats.org/officeDocument/2006/relationships/image" Target="../media/image32.png"/></Relationships>
</file>

<file path=ppt/slides/_rels/slide9.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9.xml"/><Relationship Id="rId1" Type="http://schemas.openxmlformats.org/officeDocument/2006/relationships/slideLayout" Target="../slideLayouts/slideLayout20.xml"/><Relationship Id="rId4" Type="http://schemas.openxmlformats.org/officeDocument/2006/relationships/hyperlink" Target="https://fujitsu.sharepoint.com/:f:/r/teams/msteams_c8e71e/Shared%20Documents/21_Activate2.0%E6%A7%8B%E6%88%90%E7%AE%A1%E7%90%86(%E7%B7%8A%E6%80%A5%E4%BE%9D%E9%A0%BC%EF%BC%86%E6%9B%B4%E6%96%B0%E9%80%9A%E7%9F%A5%EF%BC%89?csf=1&amp;web=1&amp;e=DCq0gt" TargetMode="External"/></Relationships>
</file>

<file path=ppt/slides/_rels/slide10.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10.xml"/><Relationship Id="rId1" Type="http://schemas.openxmlformats.org/officeDocument/2006/relationships/slideLayout" Target="../slideLayouts/slideLayout20.xml"/><Relationship Id="rId4" Type="http://schemas.openxmlformats.org/officeDocument/2006/relationships/image" Target="../media/image35.png"/></Relationships>
</file>

<file path=ppt/slides/_rels/slide11.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11.xml"/><Relationship Id="rId1" Type="http://schemas.openxmlformats.org/officeDocument/2006/relationships/slideLayout" Target="../slideLayouts/slideLayout20.xml"/><Relationship Id="rId5" Type="http://schemas.openxmlformats.org/officeDocument/2006/relationships/hyperlink" Target="https://fujitsu.sharepoint.com/:x:/r/teams/msteams_c8e71e/Shared%20Documents/21_Activate2.0%E6%A7%8B%E6%88%90%E7%AE%A1%E7%90%86(%E7%B7%8A%E6%80%A5%E4%BE%9D%E9%A0%BC%EF%BC%86%E6%9B%B4%E6%96%B0%E9%80%9A%E7%9F%A5%EF%BC%89/Activate3.0%20%E3%83%89%E3%82%AD%E3%83%A5%E3%83%A1%E3%83%B3%E3%83%88%E6%9B%B4%E6%96%B0%E4%BE%9D%E9%A0%BC%E5%8F%B0%E5%B8%B3_V3.0-00.xlsx?d=wd6e46dd7157943d4aa354db4a984d1a0&amp;csf=1&amp;web=1&amp;e=MMr1h3" TargetMode="External"/><Relationship Id="rId4" Type="http://schemas.openxmlformats.org/officeDocument/2006/relationships/image" Target="../media/image32.png"/></Relationships>
</file>

<file path=ppt/slides/_rels/slide12.xml.rels><?xml version="1.0" encoding="UTF-8" standalone="yes"?>
<Relationships xmlns="http://schemas.openxmlformats.org/package/2006/relationships"><Relationship Id="rId8" Type="http://schemas.openxmlformats.org/officeDocument/2006/relationships/hyperlink" Target="https://fujitsu.sharepoint.com/:f:/r/sites/jp-SAP-bussines-info/delivery/SAP%20Delivery%20Management/22_Activate%203.0?csf=1&amp;web=1&amp;e=2TYqnF" TargetMode="External"/><Relationship Id="rId3" Type="http://schemas.openxmlformats.org/officeDocument/2006/relationships/image" Target="../media/image37.png"/><Relationship Id="rId7" Type="http://schemas.openxmlformats.org/officeDocument/2006/relationships/hyperlink" Target="https://fujitsu.sharepoint.com/:x:/r/teams/msteams_c8e71e/Shared%20Documents/21_Activate2.0%E6%A7%8B%E6%88%90%E7%AE%A1%E7%90%86(%E7%B7%8A%E6%80%A5%E4%BE%9D%E9%A0%BC%EF%BC%86%E6%9B%B4%E6%96%B0%E9%80%9A%E7%9F%A5%EF%BC%89/Activate3.0%20%E3%83%89%E3%82%AD%E3%83%A5%E3%83%A1%E3%83%B3%E3%83%88%E6%9B%B4%E6%96%B0%E4%BE%9D%E9%A0%BC%E5%8F%B0%E5%B8%B3_V3.0-00.xlsx?d=wd6e46dd7157943d4aa354db4a984d1a0&amp;csf=1&amp;web=1&amp;e=MMr1h3" TargetMode="External"/><Relationship Id="rId2" Type="http://schemas.openxmlformats.org/officeDocument/2006/relationships/notesSlide" Target="../notesSlides/notesSlide12.xml"/><Relationship Id="rId1" Type="http://schemas.openxmlformats.org/officeDocument/2006/relationships/slideLayout" Target="../slideLayouts/slideLayout20.xml"/><Relationship Id="rId6" Type="http://schemas.openxmlformats.org/officeDocument/2006/relationships/image" Target="../media/image38.png"/><Relationship Id="rId5" Type="http://schemas.openxmlformats.org/officeDocument/2006/relationships/image" Target="../media/image30.png"/><Relationship Id="rId4" Type="http://schemas.openxmlformats.org/officeDocument/2006/relationships/image" Target="../media/image29.png"/></Relationships>
</file>

<file path=ppt/slides/_rels/slide13.xml.rels><?xml version="1.0" encoding="UTF-8" standalone="yes"?>
<Relationships xmlns="http://schemas.openxmlformats.org/package/2006/relationships"><Relationship Id="rId8" Type="http://schemas.openxmlformats.org/officeDocument/2006/relationships/hyperlink" Target="https://fujitsu.sharepoint.com/sites/jp-SAP-bussines-info/delivery/Activate20" TargetMode="External"/><Relationship Id="rId3" Type="http://schemas.openxmlformats.org/officeDocument/2006/relationships/image" Target="../media/image29.png"/><Relationship Id="rId7" Type="http://schemas.openxmlformats.org/officeDocument/2006/relationships/hyperlink" Target="https://fujitsu.sharepoint.com/:f:/r/sites/jp-SAP-bussines-info/delivery/SAP%20Delivery%20Management/22_Activate%203.0?csf=1&amp;web=1&amp;e=2TYqnF" TargetMode="External"/><Relationship Id="rId2" Type="http://schemas.openxmlformats.org/officeDocument/2006/relationships/notesSlide" Target="../notesSlides/notesSlide13.xml"/><Relationship Id="rId1" Type="http://schemas.openxmlformats.org/officeDocument/2006/relationships/slideLayout" Target="../slideLayouts/slideLayout20.xml"/><Relationship Id="rId6" Type="http://schemas.openxmlformats.org/officeDocument/2006/relationships/hyperlink" Target="https://fujitsu.sharepoint.com/:x:/r/teams/msteams_c8e71e/Shared%20Documents/21_Activate2.0%E6%A7%8B%E6%88%90%E7%AE%A1%E7%90%86(%E7%B7%8A%E6%80%A5%E4%BE%9D%E9%A0%BC%EF%BC%86%E6%9B%B4%E6%96%B0%E9%80%9A%E7%9F%A5%EF%BC%89/Activate3.0%20%E3%83%89%E3%82%AD%E3%83%A5%E3%83%A1%E3%83%B3%E3%83%88%E6%9B%B4%E6%96%B0%E4%BE%9D%E9%A0%BC%E5%8F%B0%E5%B8%B3_V3.0-00.xlsx?d=wd6e46dd7157943d4aa354db4a984d1a0&amp;csf=1&amp;web=1&amp;e=MMr1h3" TargetMode="External"/><Relationship Id="rId5" Type="http://schemas.openxmlformats.org/officeDocument/2006/relationships/image" Target="../media/image39.png"/><Relationship Id="rId4" Type="http://schemas.openxmlformats.org/officeDocument/2006/relationships/image" Target="../media/image38.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タイトル 5">
            <a:extLst>
              <a:ext uri="{FF2B5EF4-FFF2-40B4-BE49-F238E27FC236}">
                <a16:creationId xmlns:a16="http://schemas.microsoft.com/office/drawing/2014/main" id="{E4A95C72-B720-49C5-B895-E9C968439297}"/>
              </a:ext>
            </a:extLst>
          </p:cNvPr>
          <p:cNvSpPr>
            <a:spLocks noGrp="1"/>
          </p:cNvSpPr>
          <p:nvPr>
            <p:ph type="ctrTitle"/>
          </p:nvPr>
        </p:nvSpPr>
        <p:spPr/>
        <p:txBody>
          <a:bodyPr/>
          <a:lstStyle/>
          <a:p>
            <a:br>
              <a:rPr lang="en-US" altLang="ja-JP" b="1">
                <a:cs typeface="Meiryo UI" panose="020B0604030504040204" pitchFamily="50" charset="-128"/>
              </a:rPr>
            </a:br>
            <a:br>
              <a:rPr lang="en-US" altLang="ja-JP" b="1">
                <a:cs typeface="Meiryo UI" panose="020B0604030504040204" pitchFamily="50" charset="-128"/>
              </a:rPr>
            </a:br>
            <a:r>
              <a:rPr lang="en-US" altLang="ja-JP" b="1">
                <a:cs typeface="Meiryo UI" panose="020B0604030504040204" pitchFamily="50" charset="-128"/>
              </a:rPr>
              <a:t>Activate 3.0</a:t>
            </a:r>
            <a:br>
              <a:rPr lang="en-US" altLang="ja-JP" b="1">
                <a:cs typeface="Meiryo UI" panose="020B0604030504040204" pitchFamily="50" charset="-128"/>
              </a:rPr>
            </a:br>
            <a:r>
              <a:rPr lang="ja-JP" altLang="en-US" b="1">
                <a:cs typeface="Meiryo UI" panose="020B0604030504040204" pitchFamily="50" charset="-128"/>
              </a:rPr>
              <a:t>構成管理手順書</a:t>
            </a:r>
            <a:endParaRPr lang="ja-JP" altLang="en-US" dirty="0"/>
          </a:p>
        </p:txBody>
      </p:sp>
      <p:sp>
        <p:nvSpPr>
          <p:cNvPr id="7" name="字幕 6">
            <a:extLst>
              <a:ext uri="{FF2B5EF4-FFF2-40B4-BE49-F238E27FC236}">
                <a16:creationId xmlns:a16="http://schemas.microsoft.com/office/drawing/2014/main" id="{46978F18-9B69-49FD-93C5-04FC12F434D0}"/>
              </a:ext>
            </a:extLst>
          </p:cNvPr>
          <p:cNvSpPr>
            <a:spLocks noGrp="1"/>
          </p:cNvSpPr>
          <p:nvPr>
            <p:ph type="subTitle" idx="1"/>
            <p:custDataLst>
              <p:tags r:id="rId1"/>
            </p:custDataLst>
          </p:nvPr>
        </p:nvSpPr>
        <p:spPr/>
        <p:txBody>
          <a:bodyPr/>
          <a:lstStyle/>
          <a:p>
            <a:r>
              <a:rPr lang="en-US" altLang="ja-JP" dirty="0"/>
              <a:t>2022</a:t>
            </a:r>
            <a:r>
              <a:rPr lang="ja-JP" altLang="en-US" dirty="0"/>
              <a:t>年</a:t>
            </a:r>
            <a:r>
              <a:rPr lang="en-US" altLang="ja-JP" dirty="0"/>
              <a:t>5</a:t>
            </a:r>
            <a:r>
              <a:rPr lang="ja-JP" altLang="en-US" dirty="0"/>
              <a:t>月</a:t>
            </a:r>
            <a:r>
              <a:rPr lang="en-US" altLang="ja-JP" dirty="0"/>
              <a:t>16</a:t>
            </a:r>
            <a:r>
              <a:rPr lang="ja-JP" altLang="en-US" dirty="0"/>
              <a:t>日</a:t>
            </a:r>
          </a:p>
        </p:txBody>
      </p:sp>
      <p:sp>
        <p:nvSpPr>
          <p:cNvPr id="4" name="フッター プレースホルダー 3">
            <a:extLst>
              <a:ext uri="{FF2B5EF4-FFF2-40B4-BE49-F238E27FC236}">
                <a16:creationId xmlns:a16="http://schemas.microsoft.com/office/drawing/2014/main" id="{04F6A5CE-AD54-4CD2-BE8B-4D090DE539AB}"/>
              </a:ext>
            </a:extLst>
          </p:cNvPr>
          <p:cNvSpPr>
            <a:spLocks noGrp="1"/>
          </p:cNvSpPr>
          <p:nvPr>
            <p:ph type="ftr" sz="quarter" idx="11"/>
          </p:nvPr>
        </p:nvSpPr>
        <p:spPr/>
        <p:txBody>
          <a:bodyPr/>
          <a:lstStyle/>
          <a:p>
            <a:r>
              <a:rPr kumimoji="1" lang="en-US" altLang="ja-JP"/>
              <a:t>© 2022 Fujitsu Limited</a:t>
            </a:r>
            <a:endParaRPr kumimoji="1" lang="ja-JP" altLang="en-US"/>
          </a:p>
        </p:txBody>
      </p:sp>
      <p:sp>
        <p:nvSpPr>
          <p:cNvPr id="15" name="スライド番号プレースホルダー 14">
            <a:extLst>
              <a:ext uri="{FF2B5EF4-FFF2-40B4-BE49-F238E27FC236}">
                <a16:creationId xmlns:a16="http://schemas.microsoft.com/office/drawing/2014/main" id="{7BF66A19-FA53-4F01-B260-0424A4D262F9}"/>
              </a:ext>
            </a:extLst>
          </p:cNvPr>
          <p:cNvSpPr>
            <a:spLocks noGrp="1"/>
          </p:cNvSpPr>
          <p:nvPr>
            <p:ph type="sldNum" sz="quarter" idx="4"/>
          </p:nvPr>
        </p:nvSpPr>
        <p:spPr/>
        <p:txBody>
          <a:bodyPr/>
          <a:lstStyle/>
          <a:p>
            <a:fld id="{4D029D89-7B63-4C94-AD4D-2E4D6BB83637}" type="slidenum">
              <a:rPr kumimoji="1" lang="ja-JP" altLang="en-US" smtClean="0"/>
              <a:pPr/>
              <a:t>1</a:t>
            </a:fld>
            <a:endParaRPr kumimoji="1" lang="ja-JP" altLang="en-US"/>
          </a:p>
        </p:txBody>
      </p:sp>
    </p:spTree>
    <p:extLst>
      <p:ext uri="{BB962C8B-B14F-4D97-AF65-F5344CB8AC3E}">
        <p14:creationId xmlns:p14="http://schemas.microsoft.com/office/powerpoint/2010/main" val="253914557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タイトル 2">
            <a:extLst>
              <a:ext uri="{FF2B5EF4-FFF2-40B4-BE49-F238E27FC236}">
                <a16:creationId xmlns:a16="http://schemas.microsoft.com/office/drawing/2014/main" id="{21BBB437-6FCD-402A-AE50-C691DDFDC634}"/>
              </a:ext>
            </a:extLst>
          </p:cNvPr>
          <p:cNvSpPr>
            <a:spLocks noGrp="1"/>
          </p:cNvSpPr>
          <p:nvPr>
            <p:ph type="title"/>
          </p:nvPr>
        </p:nvSpPr>
        <p:spPr/>
        <p:txBody>
          <a:bodyPr/>
          <a:lstStyle/>
          <a:p>
            <a:r>
              <a:rPr lang="ja-JP" altLang="en-US" sz="2800" dirty="0"/>
              <a:t>更新履歴</a:t>
            </a:r>
            <a:endParaRPr lang="ja-JP" altLang="en-US" dirty="0"/>
          </a:p>
        </p:txBody>
      </p:sp>
      <p:graphicFrame>
        <p:nvGraphicFramePr>
          <p:cNvPr id="8" name="Group 86">
            <a:extLst>
              <a:ext uri="{FF2B5EF4-FFF2-40B4-BE49-F238E27FC236}">
                <a16:creationId xmlns:a16="http://schemas.microsoft.com/office/drawing/2014/main" id="{DDAAC785-9D7C-476C-9045-314AA72BBFE4}"/>
              </a:ext>
            </a:extLst>
          </p:cNvPr>
          <p:cNvGraphicFramePr>
            <a:graphicFrameLocks noGrp="1"/>
          </p:cNvGraphicFramePr>
          <p:nvPr>
            <p:extLst>
              <p:ext uri="{D42A27DB-BD31-4B8C-83A1-F6EECF244321}">
                <p14:modId xmlns:p14="http://schemas.microsoft.com/office/powerpoint/2010/main" val="3202099200"/>
              </p:ext>
            </p:extLst>
          </p:nvPr>
        </p:nvGraphicFramePr>
        <p:xfrm>
          <a:off x="211839" y="1132830"/>
          <a:ext cx="8695230" cy="1759432"/>
        </p:xfrm>
        <a:graphic>
          <a:graphicData uri="http://schemas.openxmlformats.org/drawingml/2006/table">
            <a:tbl>
              <a:tblPr/>
              <a:tblGrid>
                <a:gridCol w="759761">
                  <a:extLst>
                    <a:ext uri="{9D8B030D-6E8A-4147-A177-3AD203B41FA5}">
                      <a16:colId xmlns:a16="http://schemas.microsoft.com/office/drawing/2014/main" val="20000"/>
                    </a:ext>
                  </a:extLst>
                </a:gridCol>
                <a:gridCol w="1440160">
                  <a:extLst>
                    <a:ext uri="{9D8B030D-6E8A-4147-A177-3AD203B41FA5}">
                      <a16:colId xmlns:a16="http://schemas.microsoft.com/office/drawing/2014/main" val="20001"/>
                    </a:ext>
                  </a:extLst>
                </a:gridCol>
                <a:gridCol w="1080120">
                  <a:extLst>
                    <a:ext uri="{9D8B030D-6E8A-4147-A177-3AD203B41FA5}">
                      <a16:colId xmlns:a16="http://schemas.microsoft.com/office/drawing/2014/main" val="20002"/>
                    </a:ext>
                  </a:extLst>
                </a:gridCol>
                <a:gridCol w="3128405">
                  <a:extLst>
                    <a:ext uri="{9D8B030D-6E8A-4147-A177-3AD203B41FA5}">
                      <a16:colId xmlns:a16="http://schemas.microsoft.com/office/drawing/2014/main" val="20003"/>
                    </a:ext>
                  </a:extLst>
                </a:gridCol>
                <a:gridCol w="1151773">
                  <a:extLst>
                    <a:ext uri="{9D8B030D-6E8A-4147-A177-3AD203B41FA5}">
                      <a16:colId xmlns:a16="http://schemas.microsoft.com/office/drawing/2014/main" val="20004"/>
                    </a:ext>
                  </a:extLst>
                </a:gridCol>
                <a:gridCol w="1135011">
                  <a:extLst>
                    <a:ext uri="{9D8B030D-6E8A-4147-A177-3AD203B41FA5}">
                      <a16:colId xmlns:a16="http://schemas.microsoft.com/office/drawing/2014/main" val="20005"/>
                    </a:ext>
                  </a:extLst>
                </a:gridCol>
              </a:tblGrid>
              <a:tr h="245924">
                <a:tc>
                  <a:txBody>
                    <a:bodyPr/>
                    <a:lstStyle>
                      <a:lvl1pPr algn="l" defTabSz="957263">
                        <a:spcBef>
                          <a:spcPct val="20000"/>
                        </a:spcBef>
                        <a:buClr>
                          <a:srgbClr val="FF0000"/>
                        </a:buClr>
                        <a:buSzPct val="80000"/>
                        <a:buFont typeface="Wingdings" pitchFamily="2" charset="2"/>
                        <a:defRPr sz="2800">
                          <a:solidFill>
                            <a:schemeClr val="tx1"/>
                          </a:solidFill>
                          <a:latin typeface="Arial" charset="0"/>
                          <a:ea typeface="ＭＳ Ｐゴシック" pitchFamily="50" charset="-128"/>
                        </a:defRPr>
                      </a:lvl1pPr>
                      <a:lvl2pPr marL="479425" algn="l" defTabSz="957263">
                        <a:spcBef>
                          <a:spcPct val="20000"/>
                        </a:spcBef>
                        <a:buClr>
                          <a:srgbClr val="969696"/>
                        </a:buClr>
                        <a:buSzPct val="80000"/>
                        <a:buFont typeface="Wingdings" pitchFamily="2" charset="2"/>
                        <a:defRPr kumimoji="1" sz="2400">
                          <a:solidFill>
                            <a:schemeClr val="tx1"/>
                          </a:solidFill>
                          <a:latin typeface="ＭＳ Ｐゴシック" pitchFamily="50" charset="-128"/>
                          <a:ea typeface="ＭＳ Ｐゴシック" pitchFamily="50" charset="-128"/>
                        </a:defRPr>
                      </a:lvl2pPr>
                      <a:lvl3pPr marL="957263" algn="l" defTabSz="957263">
                        <a:spcBef>
                          <a:spcPct val="20000"/>
                        </a:spcBef>
                        <a:buClr>
                          <a:schemeClr val="tx1"/>
                        </a:buClr>
                        <a:defRPr kumimoji="1" sz="2000">
                          <a:solidFill>
                            <a:schemeClr val="tx1"/>
                          </a:solidFill>
                          <a:latin typeface="ＭＳ Ｐゴシック" pitchFamily="50" charset="-128"/>
                          <a:ea typeface="ＭＳ Ｐゴシック" pitchFamily="50" charset="-128"/>
                        </a:defRPr>
                      </a:lvl3pPr>
                      <a:lvl4pPr marL="1436688" algn="l" defTabSz="957263">
                        <a:spcBef>
                          <a:spcPct val="20000"/>
                        </a:spcBef>
                        <a:buClr>
                          <a:schemeClr val="folHlink"/>
                        </a:buClr>
                        <a:buFont typeface="Wingdings" pitchFamily="2" charset="2"/>
                        <a:defRPr>
                          <a:solidFill>
                            <a:schemeClr val="tx1"/>
                          </a:solidFill>
                          <a:latin typeface="ＭＳ Ｐゴシック" pitchFamily="50" charset="-128"/>
                          <a:ea typeface="ＭＳ Ｐゴシック" pitchFamily="50" charset="-128"/>
                        </a:defRPr>
                      </a:lvl4pPr>
                      <a:lvl5pPr marL="1916113" algn="l" defTabSz="957263">
                        <a:spcBef>
                          <a:spcPct val="20000"/>
                        </a:spcBef>
                        <a:buClr>
                          <a:schemeClr val="folHlink"/>
                        </a:buClr>
                        <a:buFont typeface="Wingdings" pitchFamily="2" charset="2"/>
                        <a:defRPr kumimoji="1" sz="1000">
                          <a:solidFill>
                            <a:schemeClr val="tx1"/>
                          </a:solidFill>
                          <a:latin typeface="Arial" charset="0"/>
                          <a:ea typeface="ＭＳ Ｐゴシック" pitchFamily="50" charset="-128"/>
                        </a:defRPr>
                      </a:lvl5pPr>
                      <a:lvl6pPr marL="2373313" defTabSz="957263" fontAlgn="base">
                        <a:spcBef>
                          <a:spcPct val="20000"/>
                        </a:spcBef>
                        <a:spcAft>
                          <a:spcPct val="0"/>
                        </a:spcAft>
                        <a:buClr>
                          <a:schemeClr val="folHlink"/>
                        </a:buClr>
                        <a:buFont typeface="Wingdings" pitchFamily="2" charset="2"/>
                        <a:defRPr kumimoji="1" sz="1000">
                          <a:solidFill>
                            <a:schemeClr val="tx1"/>
                          </a:solidFill>
                          <a:latin typeface="Arial" charset="0"/>
                          <a:ea typeface="ＭＳ Ｐゴシック" pitchFamily="50" charset="-128"/>
                        </a:defRPr>
                      </a:lvl6pPr>
                      <a:lvl7pPr marL="2830513" defTabSz="957263" fontAlgn="base">
                        <a:spcBef>
                          <a:spcPct val="20000"/>
                        </a:spcBef>
                        <a:spcAft>
                          <a:spcPct val="0"/>
                        </a:spcAft>
                        <a:buClr>
                          <a:schemeClr val="folHlink"/>
                        </a:buClr>
                        <a:buFont typeface="Wingdings" pitchFamily="2" charset="2"/>
                        <a:defRPr kumimoji="1" sz="1000">
                          <a:solidFill>
                            <a:schemeClr val="tx1"/>
                          </a:solidFill>
                          <a:latin typeface="Arial" charset="0"/>
                          <a:ea typeface="ＭＳ Ｐゴシック" pitchFamily="50" charset="-128"/>
                        </a:defRPr>
                      </a:lvl7pPr>
                      <a:lvl8pPr marL="3287713" defTabSz="957263" fontAlgn="base">
                        <a:spcBef>
                          <a:spcPct val="20000"/>
                        </a:spcBef>
                        <a:spcAft>
                          <a:spcPct val="0"/>
                        </a:spcAft>
                        <a:buClr>
                          <a:schemeClr val="folHlink"/>
                        </a:buClr>
                        <a:buFont typeface="Wingdings" pitchFamily="2" charset="2"/>
                        <a:defRPr kumimoji="1" sz="1000">
                          <a:solidFill>
                            <a:schemeClr val="tx1"/>
                          </a:solidFill>
                          <a:latin typeface="Arial" charset="0"/>
                          <a:ea typeface="ＭＳ Ｐゴシック" pitchFamily="50" charset="-128"/>
                        </a:defRPr>
                      </a:lvl8pPr>
                      <a:lvl9pPr marL="3744913" defTabSz="957263" fontAlgn="base">
                        <a:spcBef>
                          <a:spcPct val="20000"/>
                        </a:spcBef>
                        <a:spcAft>
                          <a:spcPct val="0"/>
                        </a:spcAft>
                        <a:buClr>
                          <a:schemeClr val="folHlink"/>
                        </a:buClr>
                        <a:buFont typeface="Wingdings" pitchFamily="2" charset="2"/>
                        <a:defRPr kumimoji="1" sz="1000">
                          <a:solidFill>
                            <a:schemeClr val="tx1"/>
                          </a:solidFill>
                          <a:latin typeface="Arial" charset="0"/>
                          <a:ea typeface="ＭＳ Ｐゴシック" pitchFamily="50" charset="-128"/>
                        </a:defRPr>
                      </a:lvl9pPr>
                    </a:lstStyle>
                    <a:p>
                      <a:pPr marL="0" marR="0" lvl="0" indent="0" algn="ctr" defTabSz="957263" rtl="0" eaLnBrk="1" fontAlgn="base" latinLnBrk="0" hangingPunct="1">
                        <a:lnSpc>
                          <a:spcPct val="100000"/>
                        </a:lnSpc>
                        <a:spcBef>
                          <a:spcPct val="20000"/>
                        </a:spcBef>
                        <a:spcAft>
                          <a:spcPct val="0"/>
                        </a:spcAft>
                        <a:buClr>
                          <a:srgbClr val="FF0000"/>
                        </a:buClr>
                        <a:buSzPct val="80000"/>
                        <a:buFont typeface="Wingdings" pitchFamily="2" charset="2"/>
                        <a:buNone/>
                        <a:tabLst/>
                      </a:pPr>
                      <a:r>
                        <a:rPr kumimoji="0" lang="ja-JP" altLang="en-US" sz="1000" b="0" i="0" u="none" strike="noStrike" cap="none" normalizeH="0" baseline="0" dirty="0">
                          <a:ln>
                            <a:noFill/>
                          </a:ln>
                          <a:solidFill>
                            <a:srgbClr val="000000"/>
                          </a:solidFill>
                          <a:effectLst/>
                          <a:latin typeface="Meiryo UI" panose="020B0604030504040204" pitchFamily="50" charset="-128"/>
                          <a:ea typeface="Meiryo UI" panose="020B0604030504040204" pitchFamily="50" charset="-128"/>
                          <a:cs typeface="Meiryo UI" panose="020B0604030504040204" pitchFamily="50" charset="-128"/>
                        </a:rPr>
                        <a:t>バージョン</a:t>
                      </a:r>
                    </a:p>
                  </a:txBody>
                  <a:tcPr marL="89972" marR="89972" marT="46786" marB="4678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AD9D6"/>
                    </a:solidFill>
                  </a:tcPr>
                </a:tc>
                <a:tc>
                  <a:txBody>
                    <a:bodyPr/>
                    <a:lstStyle>
                      <a:lvl1pPr algn="l" defTabSz="957263">
                        <a:spcBef>
                          <a:spcPct val="20000"/>
                        </a:spcBef>
                        <a:buClr>
                          <a:srgbClr val="FF0000"/>
                        </a:buClr>
                        <a:buSzPct val="80000"/>
                        <a:buFont typeface="Wingdings" pitchFamily="2" charset="2"/>
                        <a:defRPr sz="2800">
                          <a:solidFill>
                            <a:schemeClr val="tx1"/>
                          </a:solidFill>
                          <a:latin typeface="Arial" charset="0"/>
                          <a:ea typeface="ＭＳ Ｐゴシック" pitchFamily="50" charset="-128"/>
                        </a:defRPr>
                      </a:lvl1pPr>
                      <a:lvl2pPr marL="479425" algn="l" defTabSz="957263">
                        <a:spcBef>
                          <a:spcPct val="20000"/>
                        </a:spcBef>
                        <a:buClr>
                          <a:srgbClr val="969696"/>
                        </a:buClr>
                        <a:buSzPct val="80000"/>
                        <a:buFont typeface="Wingdings" pitchFamily="2" charset="2"/>
                        <a:defRPr kumimoji="1" sz="2400">
                          <a:solidFill>
                            <a:schemeClr val="tx1"/>
                          </a:solidFill>
                          <a:latin typeface="ＭＳ Ｐゴシック" pitchFamily="50" charset="-128"/>
                          <a:ea typeface="ＭＳ Ｐゴシック" pitchFamily="50" charset="-128"/>
                        </a:defRPr>
                      </a:lvl2pPr>
                      <a:lvl3pPr marL="957263" algn="l" defTabSz="957263">
                        <a:spcBef>
                          <a:spcPct val="20000"/>
                        </a:spcBef>
                        <a:buClr>
                          <a:schemeClr val="tx1"/>
                        </a:buClr>
                        <a:defRPr kumimoji="1" sz="2000">
                          <a:solidFill>
                            <a:schemeClr val="tx1"/>
                          </a:solidFill>
                          <a:latin typeface="ＭＳ Ｐゴシック" pitchFamily="50" charset="-128"/>
                          <a:ea typeface="ＭＳ Ｐゴシック" pitchFamily="50" charset="-128"/>
                        </a:defRPr>
                      </a:lvl3pPr>
                      <a:lvl4pPr marL="1436688" algn="l" defTabSz="957263">
                        <a:spcBef>
                          <a:spcPct val="20000"/>
                        </a:spcBef>
                        <a:buClr>
                          <a:schemeClr val="folHlink"/>
                        </a:buClr>
                        <a:buFont typeface="Wingdings" pitchFamily="2" charset="2"/>
                        <a:defRPr>
                          <a:solidFill>
                            <a:schemeClr val="tx1"/>
                          </a:solidFill>
                          <a:latin typeface="ＭＳ Ｐゴシック" pitchFamily="50" charset="-128"/>
                          <a:ea typeface="ＭＳ Ｐゴシック" pitchFamily="50" charset="-128"/>
                        </a:defRPr>
                      </a:lvl4pPr>
                      <a:lvl5pPr marL="1916113" algn="l" defTabSz="957263">
                        <a:spcBef>
                          <a:spcPct val="20000"/>
                        </a:spcBef>
                        <a:buClr>
                          <a:schemeClr val="folHlink"/>
                        </a:buClr>
                        <a:buFont typeface="Wingdings" pitchFamily="2" charset="2"/>
                        <a:defRPr kumimoji="1" sz="1000">
                          <a:solidFill>
                            <a:schemeClr val="tx1"/>
                          </a:solidFill>
                          <a:latin typeface="Arial" charset="0"/>
                          <a:ea typeface="ＭＳ Ｐゴシック" pitchFamily="50" charset="-128"/>
                        </a:defRPr>
                      </a:lvl5pPr>
                      <a:lvl6pPr marL="2373313" defTabSz="957263" fontAlgn="base">
                        <a:spcBef>
                          <a:spcPct val="20000"/>
                        </a:spcBef>
                        <a:spcAft>
                          <a:spcPct val="0"/>
                        </a:spcAft>
                        <a:buClr>
                          <a:schemeClr val="folHlink"/>
                        </a:buClr>
                        <a:buFont typeface="Wingdings" pitchFamily="2" charset="2"/>
                        <a:defRPr kumimoji="1" sz="1000">
                          <a:solidFill>
                            <a:schemeClr val="tx1"/>
                          </a:solidFill>
                          <a:latin typeface="Arial" charset="0"/>
                          <a:ea typeface="ＭＳ Ｐゴシック" pitchFamily="50" charset="-128"/>
                        </a:defRPr>
                      </a:lvl6pPr>
                      <a:lvl7pPr marL="2830513" defTabSz="957263" fontAlgn="base">
                        <a:spcBef>
                          <a:spcPct val="20000"/>
                        </a:spcBef>
                        <a:spcAft>
                          <a:spcPct val="0"/>
                        </a:spcAft>
                        <a:buClr>
                          <a:schemeClr val="folHlink"/>
                        </a:buClr>
                        <a:buFont typeface="Wingdings" pitchFamily="2" charset="2"/>
                        <a:defRPr kumimoji="1" sz="1000">
                          <a:solidFill>
                            <a:schemeClr val="tx1"/>
                          </a:solidFill>
                          <a:latin typeface="Arial" charset="0"/>
                          <a:ea typeface="ＭＳ Ｐゴシック" pitchFamily="50" charset="-128"/>
                        </a:defRPr>
                      </a:lvl7pPr>
                      <a:lvl8pPr marL="3287713" defTabSz="957263" fontAlgn="base">
                        <a:spcBef>
                          <a:spcPct val="20000"/>
                        </a:spcBef>
                        <a:spcAft>
                          <a:spcPct val="0"/>
                        </a:spcAft>
                        <a:buClr>
                          <a:schemeClr val="folHlink"/>
                        </a:buClr>
                        <a:buFont typeface="Wingdings" pitchFamily="2" charset="2"/>
                        <a:defRPr kumimoji="1" sz="1000">
                          <a:solidFill>
                            <a:schemeClr val="tx1"/>
                          </a:solidFill>
                          <a:latin typeface="Arial" charset="0"/>
                          <a:ea typeface="ＭＳ Ｐゴシック" pitchFamily="50" charset="-128"/>
                        </a:defRPr>
                      </a:lvl8pPr>
                      <a:lvl9pPr marL="3744913" defTabSz="957263" fontAlgn="base">
                        <a:spcBef>
                          <a:spcPct val="20000"/>
                        </a:spcBef>
                        <a:spcAft>
                          <a:spcPct val="0"/>
                        </a:spcAft>
                        <a:buClr>
                          <a:schemeClr val="folHlink"/>
                        </a:buClr>
                        <a:buFont typeface="Wingdings" pitchFamily="2" charset="2"/>
                        <a:defRPr kumimoji="1" sz="1000">
                          <a:solidFill>
                            <a:schemeClr val="tx1"/>
                          </a:solidFill>
                          <a:latin typeface="Arial" charset="0"/>
                          <a:ea typeface="ＭＳ Ｐゴシック" pitchFamily="50" charset="-128"/>
                        </a:defRPr>
                      </a:lvl9pPr>
                    </a:lstStyle>
                    <a:p>
                      <a:pPr marL="0" marR="0" lvl="0" indent="0" algn="ctr" defTabSz="957263" rtl="0" eaLnBrk="1" fontAlgn="base" latinLnBrk="0" hangingPunct="1">
                        <a:lnSpc>
                          <a:spcPct val="100000"/>
                        </a:lnSpc>
                        <a:spcBef>
                          <a:spcPct val="20000"/>
                        </a:spcBef>
                        <a:spcAft>
                          <a:spcPct val="0"/>
                        </a:spcAft>
                        <a:buClr>
                          <a:srgbClr val="FF0000"/>
                        </a:buClr>
                        <a:buSzPct val="80000"/>
                        <a:buFont typeface="Wingdings" pitchFamily="2" charset="2"/>
                        <a:buNone/>
                        <a:tabLst/>
                      </a:pPr>
                      <a:r>
                        <a:rPr kumimoji="0" lang="ja-JP" altLang="en-US" sz="1000" b="0" i="0" u="none" strike="noStrike" cap="none" normalizeH="0" baseline="0" dirty="0">
                          <a:ln>
                            <a:noFill/>
                          </a:ln>
                          <a:solidFill>
                            <a:srgbClr val="000000"/>
                          </a:solidFill>
                          <a:effectLst/>
                          <a:latin typeface="Meiryo UI" panose="020B0604030504040204" pitchFamily="50" charset="-128"/>
                          <a:ea typeface="Meiryo UI" panose="020B0604030504040204" pitchFamily="50" charset="-128"/>
                          <a:cs typeface="Meiryo UI" panose="020B0604030504040204" pitchFamily="50" charset="-128"/>
                        </a:rPr>
                        <a:t>作成者／更新者</a:t>
                      </a:r>
                    </a:p>
                  </a:txBody>
                  <a:tcPr marL="89972" marR="89972" marT="46786" marB="4678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AD9D6"/>
                    </a:solidFill>
                  </a:tcPr>
                </a:tc>
                <a:tc>
                  <a:txBody>
                    <a:bodyPr/>
                    <a:lstStyle>
                      <a:lvl1pPr algn="l" defTabSz="957263">
                        <a:spcBef>
                          <a:spcPct val="20000"/>
                        </a:spcBef>
                        <a:buClr>
                          <a:srgbClr val="FF0000"/>
                        </a:buClr>
                        <a:buSzPct val="80000"/>
                        <a:buFont typeface="Wingdings" pitchFamily="2" charset="2"/>
                        <a:defRPr sz="2800">
                          <a:solidFill>
                            <a:schemeClr val="tx1"/>
                          </a:solidFill>
                          <a:latin typeface="Arial" charset="0"/>
                          <a:ea typeface="ＭＳ Ｐゴシック" pitchFamily="50" charset="-128"/>
                        </a:defRPr>
                      </a:lvl1pPr>
                      <a:lvl2pPr marL="479425" algn="l" defTabSz="957263">
                        <a:spcBef>
                          <a:spcPct val="20000"/>
                        </a:spcBef>
                        <a:buClr>
                          <a:srgbClr val="969696"/>
                        </a:buClr>
                        <a:buSzPct val="80000"/>
                        <a:buFont typeface="Wingdings" pitchFamily="2" charset="2"/>
                        <a:defRPr kumimoji="1" sz="2400">
                          <a:solidFill>
                            <a:schemeClr val="tx1"/>
                          </a:solidFill>
                          <a:latin typeface="ＭＳ Ｐゴシック" pitchFamily="50" charset="-128"/>
                          <a:ea typeface="ＭＳ Ｐゴシック" pitchFamily="50" charset="-128"/>
                        </a:defRPr>
                      </a:lvl2pPr>
                      <a:lvl3pPr marL="957263" algn="l" defTabSz="957263">
                        <a:spcBef>
                          <a:spcPct val="20000"/>
                        </a:spcBef>
                        <a:buClr>
                          <a:schemeClr val="tx1"/>
                        </a:buClr>
                        <a:defRPr kumimoji="1" sz="2000">
                          <a:solidFill>
                            <a:schemeClr val="tx1"/>
                          </a:solidFill>
                          <a:latin typeface="ＭＳ Ｐゴシック" pitchFamily="50" charset="-128"/>
                          <a:ea typeface="ＭＳ Ｐゴシック" pitchFamily="50" charset="-128"/>
                        </a:defRPr>
                      </a:lvl3pPr>
                      <a:lvl4pPr marL="1436688" algn="l" defTabSz="957263">
                        <a:spcBef>
                          <a:spcPct val="20000"/>
                        </a:spcBef>
                        <a:buClr>
                          <a:schemeClr val="folHlink"/>
                        </a:buClr>
                        <a:buFont typeface="Wingdings" pitchFamily="2" charset="2"/>
                        <a:defRPr>
                          <a:solidFill>
                            <a:schemeClr val="tx1"/>
                          </a:solidFill>
                          <a:latin typeface="ＭＳ Ｐゴシック" pitchFamily="50" charset="-128"/>
                          <a:ea typeface="ＭＳ Ｐゴシック" pitchFamily="50" charset="-128"/>
                        </a:defRPr>
                      </a:lvl4pPr>
                      <a:lvl5pPr marL="1916113" algn="l" defTabSz="957263">
                        <a:spcBef>
                          <a:spcPct val="20000"/>
                        </a:spcBef>
                        <a:buClr>
                          <a:schemeClr val="folHlink"/>
                        </a:buClr>
                        <a:buFont typeface="Wingdings" pitchFamily="2" charset="2"/>
                        <a:defRPr kumimoji="1" sz="1000">
                          <a:solidFill>
                            <a:schemeClr val="tx1"/>
                          </a:solidFill>
                          <a:latin typeface="Arial" charset="0"/>
                          <a:ea typeface="ＭＳ Ｐゴシック" pitchFamily="50" charset="-128"/>
                        </a:defRPr>
                      </a:lvl5pPr>
                      <a:lvl6pPr marL="2373313" defTabSz="957263" fontAlgn="base">
                        <a:spcBef>
                          <a:spcPct val="20000"/>
                        </a:spcBef>
                        <a:spcAft>
                          <a:spcPct val="0"/>
                        </a:spcAft>
                        <a:buClr>
                          <a:schemeClr val="folHlink"/>
                        </a:buClr>
                        <a:buFont typeface="Wingdings" pitchFamily="2" charset="2"/>
                        <a:defRPr kumimoji="1" sz="1000">
                          <a:solidFill>
                            <a:schemeClr val="tx1"/>
                          </a:solidFill>
                          <a:latin typeface="Arial" charset="0"/>
                          <a:ea typeface="ＭＳ Ｐゴシック" pitchFamily="50" charset="-128"/>
                        </a:defRPr>
                      </a:lvl6pPr>
                      <a:lvl7pPr marL="2830513" defTabSz="957263" fontAlgn="base">
                        <a:spcBef>
                          <a:spcPct val="20000"/>
                        </a:spcBef>
                        <a:spcAft>
                          <a:spcPct val="0"/>
                        </a:spcAft>
                        <a:buClr>
                          <a:schemeClr val="folHlink"/>
                        </a:buClr>
                        <a:buFont typeface="Wingdings" pitchFamily="2" charset="2"/>
                        <a:defRPr kumimoji="1" sz="1000">
                          <a:solidFill>
                            <a:schemeClr val="tx1"/>
                          </a:solidFill>
                          <a:latin typeface="Arial" charset="0"/>
                          <a:ea typeface="ＭＳ Ｐゴシック" pitchFamily="50" charset="-128"/>
                        </a:defRPr>
                      </a:lvl7pPr>
                      <a:lvl8pPr marL="3287713" defTabSz="957263" fontAlgn="base">
                        <a:spcBef>
                          <a:spcPct val="20000"/>
                        </a:spcBef>
                        <a:spcAft>
                          <a:spcPct val="0"/>
                        </a:spcAft>
                        <a:buClr>
                          <a:schemeClr val="folHlink"/>
                        </a:buClr>
                        <a:buFont typeface="Wingdings" pitchFamily="2" charset="2"/>
                        <a:defRPr kumimoji="1" sz="1000">
                          <a:solidFill>
                            <a:schemeClr val="tx1"/>
                          </a:solidFill>
                          <a:latin typeface="Arial" charset="0"/>
                          <a:ea typeface="ＭＳ Ｐゴシック" pitchFamily="50" charset="-128"/>
                        </a:defRPr>
                      </a:lvl8pPr>
                      <a:lvl9pPr marL="3744913" defTabSz="957263" fontAlgn="base">
                        <a:spcBef>
                          <a:spcPct val="20000"/>
                        </a:spcBef>
                        <a:spcAft>
                          <a:spcPct val="0"/>
                        </a:spcAft>
                        <a:buClr>
                          <a:schemeClr val="folHlink"/>
                        </a:buClr>
                        <a:buFont typeface="Wingdings" pitchFamily="2" charset="2"/>
                        <a:defRPr kumimoji="1" sz="1000">
                          <a:solidFill>
                            <a:schemeClr val="tx1"/>
                          </a:solidFill>
                          <a:latin typeface="Arial" charset="0"/>
                          <a:ea typeface="ＭＳ Ｐゴシック" pitchFamily="50" charset="-128"/>
                        </a:defRPr>
                      </a:lvl9pPr>
                    </a:lstStyle>
                    <a:p>
                      <a:pPr marL="0" marR="0" lvl="0" indent="0" algn="ctr" defTabSz="957263" rtl="0" eaLnBrk="1" fontAlgn="base" latinLnBrk="0" hangingPunct="1">
                        <a:lnSpc>
                          <a:spcPct val="100000"/>
                        </a:lnSpc>
                        <a:spcBef>
                          <a:spcPct val="20000"/>
                        </a:spcBef>
                        <a:spcAft>
                          <a:spcPct val="0"/>
                        </a:spcAft>
                        <a:buClr>
                          <a:srgbClr val="FF0000"/>
                        </a:buClr>
                        <a:buSzPct val="80000"/>
                        <a:buFont typeface="Wingdings" pitchFamily="2" charset="2"/>
                        <a:buNone/>
                        <a:tabLst/>
                      </a:pPr>
                      <a:r>
                        <a:rPr kumimoji="0" lang="ja-JP" altLang="en-US" sz="1000" b="0" i="0" u="none" strike="noStrike" cap="none" normalizeH="0" baseline="0" dirty="0">
                          <a:ln>
                            <a:noFill/>
                          </a:ln>
                          <a:solidFill>
                            <a:srgbClr val="000000"/>
                          </a:solidFill>
                          <a:effectLst/>
                          <a:latin typeface="Meiryo UI" panose="020B0604030504040204" pitchFamily="50" charset="-128"/>
                          <a:ea typeface="Meiryo UI" panose="020B0604030504040204" pitchFamily="50" charset="-128"/>
                          <a:cs typeface="Meiryo UI" panose="020B0604030504040204" pitchFamily="50" charset="-128"/>
                        </a:rPr>
                        <a:t>作成日／更新日</a:t>
                      </a:r>
                    </a:p>
                  </a:txBody>
                  <a:tcPr marL="89972" marR="89972" marT="46786" marB="4678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AD9D6"/>
                    </a:solidFill>
                  </a:tcPr>
                </a:tc>
                <a:tc>
                  <a:txBody>
                    <a:bodyPr/>
                    <a:lstStyle>
                      <a:lvl1pPr algn="l" defTabSz="957263">
                        <a:spcBef>
                          <a:spcPct val="20000"/>
                        </a:spcBef>
                        <a:buClr>
                          <a:srgbClr val="FF0000"/>
                        </a:buClr>
                        <a:buSzPct val="80000"/>
                        <a:buFont typeface="Wingdings" pitchFamily="2" charset="2"/>
                        <a:defRPr sz="2800">
                          <a:solidFill>
                            <a:schemeClr val="tx1"/>
                          </a:solidFill>
                          <a:latin typeface="Arial" charset="0"/>
                          <a:ea typeface="ＭＳ Ｐゴシック" pitchFamily="50" charset="-128"/>
                        </a:defRPr>
                      </a:lvl1pPr>
                      <a:lvl2pPr marL="479425" algn="l" defTabSz="957263">
                        <a:spcBef>
                          <a:spcPct val="20000"/>
                        </a:spcBef>
                        <a:buClr>
                          <a:srgbClr val="969696"/>
                        </a:buClr>
                        <a:buSzPct val="80000"/>
                        <a:buFont typeface="Wingdings" pitchFamily="2" charset="2"/>
                        <a:defRPr kumimoji="1" sz="2400">
                          <a:solidFill>
                            <a:schemeClr val="tx1"/>
                          </a:solidFill>
                          <a:latin typeface="ＭＳ Ｐゴシック" pitchFamily="50" charset="-128"/>
                          <a:ea typeface="ＭＳ Ｐゴシック" pitchFamily="50" charset="-128"/>
                        </a:defRPr>
                      </a:lvl2pPr>
                      <a:lvl3pPr marL="957263" algn="l" defTabSz="957263">
                        <a:spcBef>
                          <a:spcPct val="20000"/>
                        </a:spcBef>
                        <a:buClr>
                          <a:schemeClr val="tx1"/>
                        </a:buClr>
                        <a:defRPr kumimoji="1" sz="2000">
                          <a:solidFill>
                            <a:schemeClr val="tx1"/>
                          </a:solidFill>
                          <a:latin typeface="ＭＳ Ｐゴシック" pitchFamily="50" charset="-128"/>
                          <a:ea typeface="ＭＳ Ｐゴシック" pitchFamily="50" charset="-128"/>
                        </a:defRPr>
                      </a:lvl3pPr>
                      <a:lvl4pPr marL="1436688" algn="l" defTabSz="957263">
                        <a:spcBef>
                          <a:spcPct val="20000"/>
                        </a:spcBef>
                        <a:buClr>
                          <a:schemeClr val="folHlink"/>
                        </a:buClr>
                        <a:buFont typeface="Wingdings" pitchFamily="2" charset="2"/>
                        <a:defRPr>
                          <a:solidFill>
                            <a:schemeClr val="tx1"/>
                          </a:solidFill>
                          <a:latin typeface="ＭＳ Ｐゴシック" pitchFamily="50" charset="-128"/>
                          <a:ea typeface="ＭＳ Ｐゴシック" pitchFamily="50" charset="-128"/>
                        </a:defRPr>
                      </a:lvl4pPr>
                      <a:lvl5pPr marL="1916113" algn="l" defTabSz="957263">
                        <a:spcBef>
                          <a:spcPct val="20000"/>
                        </a:spcBef>
                        <a:buClr>
                          <a:schemeClr val="folHlink"/>
                        </a:buClr>
                        <a:buFont typeface="Wingdings" pitchFamily="2" charset="2"/>
                        <a:defRPr kumimoji="1" sz="1000">
                          <a:solidFill>
                            <a:schemeClr val="tx1"/>
                          </a:solidFill>
                          <a:latin typeface="Arial" charset="0"/>
                          <a:ea typeface="ＭＳ Ｐゴシック" pitchFamily="50" charset="-128"/>
                        </a:defRPr>
                      </a:lvl5pPr>
                      <a:lvl6pPr marL="2373313" defTabSz="957263" fontAlgn="base">
                        <a:spcBef>
                          <a:spcPct val="20000"/>
                        </a:spcBef>
                        <a:spcAft>
                          <a:spcPct val="0"/>
                        </a:spcAft>
                        <a:buClr>
                          <a:schemeClr val="folHlink"/>
                        </a:buClr>
                        <a:buFont typeface="Wingdings" pitchFamily="2" charset="2"/>
                        <a:defRPr kumimoji="1" sz="1000">
                          <a:solidFill>
                            <a:schemeClr val="tx1"/>
                          </a:solidFill>
                          <a:latin typeface="Arial" charset="0"/>
                          <a:ea typeface="ＭＳ Ｐゴシック" pitchFamily="50" charset="-128"/>
                        </a:defRPr>
                      </a:lvl6pPr>
                      <a:lvl7pPr marL="2830513" defTabSz="957263" fontAlgn="base">
                        <a:spcBef>
                          <a:spcPct val="20000"/>
                        </a:spcBef>
                        <a:spcAft>
                          <a:spcPct val="0"/>
                        </a:spcAft>
                        <a:buClr>
                          <a:schemeClr val="folHlink"/>
                        </a:buClr>
                        <a:buFont typeface="Wingdings" pitchFamily="2" charset="2"/>
                        <a:defRPr kumimoji="1" sz="1000">
                          <a:solidFill>
                            <a:schemeClr val="tx1"/>
                          </a:solidFill>
                          <a:latin typeface="Arial" charset="0"/>
                          <a:ea typeface="ＭＳ Ｐゴシック" pitchFamily="50" charset="-128"/>
                        </a:defRPr>
                      </a:lvl7pPr>
                      <a:lvl8pPr marL="3287713" defTabSz="957263" fontAlgn="base">
                        <a:spcBef>
                          <a:spcPct val="20000"/>
                        </a:spcBef>
                        <a:spcAft>
                          <a:spcPct val="0"/>
                        </a:spcAft>
                        <a:buClr>
                          <a:schemeClr val="folHlink"/>
                        </a:buClr>
                        <a:buFont typeface="Wingdings" pitchFamily="2" charset="2"/>
                        <a:defRPr kumimoji="1" sz="1000">
                          <a:solidFill>
                            <a:schemeClr val="tx1"/>
                          </a:solidFill>
                          <a:latin typeface="Arial" charset="0"/>
                          <a:ea typeface="ＭＳ Ｐゴシック" pitchFamily="50" charset="-128"/>
                        </a:defRPr>
                      </a:lvl8pPr>
                      <a:lvl9pPr marL="3744913" defTabSz="957263" fontAlgn="base">
                        <a:spcBef>
                          <a:spcPct val="20000"/>
                        </a:spcBef>
                        <a:spcAft>
                          <a:spcPct val="0"/>
                        </a:spcAft>
                        <a:buClr>
                          <a:schemeClr val="folHlink"/>
                        </a:buClr>
                        <a:buFont typeface="Wingdings" pitchFamily="2" charset="2"/>
                        <a:defRPr kumimoji="1" sz="1000">
                          <a:solidFill>
                            <a:schemeClr val="tx1"/>
                          </a:solidFill>
                          <a:latin typeface="Arial" charset="0"/>
                          <a:ea typeface="ＭＳ Ｐゴシック" pitchFamily="50" charset="-128"/>
                        </a:defRPr>
                      </a:lvl9pPr>
                    </a:lstStyle>
                    <a:p>
                      <a:pPr marL="0" marR="0" lvl="0" indent="0" algn="ctr" defTabSz="957263" rtl="0" eaLnBrk="1" fontAlgn="base" latinLnBrk="0" hangingPunct="1">
                        <a:lnSpc>
                          <a:spcPct val="100000"/>
                        </a:lnSpc>
                        <a:spcBef>
                          <a:spcPct val="20000"/>
                        </a:spcBef>
                        <a:spcAft>
                          <a:spcPct val="0"/>
                        </a:spcAft>
                        <a:buClr>
                          <a:srgbClr val="FF0000"/>
                        </a:buClr>
                        <a:buSzPct val="80000"/>
                        <a:buFont typeface="Wingdings" pitchFamily="2" charset="2"/>
                        <a:buNone/>
                        <a:tabLst/>
                      </a:pPr>
                      <a:r>
                        <a:rPr kumimoji="0" lang="ja-JP" altLang="en-US" sz="1000" b="0" i="0" u="none" strike="noStrike" cap="none" normalizeH="0" baseline="0" dirty="0">
                          <a:ln>
                            <a:noFill/>
                          </a:ln>
                          <a:solidFill>
                            <a:srgbClr val="000000"/>
                          </a:solidFill>
                          <a:effectLst/>
                          <a:latin typeface="Meiryo UI" panose="020B0604030504040204" pitchFamily="50" charset="-128"/>
                          <a:ea typeface="Meiryo UI" panose="020B0604030504040204" pitchFamily="50" charset="-128"/>
                          <a:cs typeface="Meiryo UI" panose="020B0604030504040204" pitchFamily="50" charset="-128"/>
                        </a:rPr>
                        <a:t>内容</a:t>
                      </a:r>
                    </a:p>
                  </a:txBody>
                  <a:tcPr marL="89972" marR="89972" marT="46786" marB="4678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AD9D6"/>
                    </a:solidFill>
                  </a:tcPr>
                </a:tc>
                <a:tc>
                  <a:txBody>
                    <a:bodyPr/>
                    <a:lstStyle>
                      <a:lvl1pPr algn="l" defTabSz="957263">
                        <a:spcBef>
                          <a:spcPct val="20000"/>
                        </a:spcBef>
                        <a:buClr>
                          <a:srgbClr val="FF0000"/>
                        </a:buClr>
                        <a:buSzPct val="80000"/>
                        <a:buFont typeface="Wingdings" pitchFamily="2" charset="2"/>
                        <a:defRPr sz="2800">
                          <a:solidFill>
                            <a:schemeClr val="tx1"/>
                          </a:solidFill>
                          <a:latin typeface="Arial" charset="0"/>
                          <a:ea typeface="ＭＳ Ｐゴシック" pitchFamily="50" charset="-128"/>
                        </a:defRPr>
                      </a:lvl1pPr>
                      <a:lvl2pPr marL="479425" algn="l" defTabSz="957263">
                        <a:spcBef>
                          <a:spcPct val="20000"/>
                        </a:spcBef>
                        <a:buClr>
                          <a:srgbClr val="969696"/>
                        </a:buClr>
                        <a:buSzPct val="80000"/>
                        <a:buFont typeface="Wingdings" pitchFamily="2" charset="2"/>
                        <a:defRPr kumimoji="1" sz="2400">
                          <a:solidFill>
                            <a:schemeClr val="tx1"/>
                          </a:solidFill>
                          <a:latin typeface="ＭＳ Ｐゴシック" pitchFamily="50" charset="-128"/>
                          <a:ea typeface="ＭＳ Ｐゴシック" pitchFamily="50" charset="-128"/>
                        </a:defRPr>
                      </a:lvl2pPr>
                      <a:lvl3pPr marL="957263" algn="l" defTabSz="957263">
                        <a:spcBef>
                          <a:spcPct val="20000"/>
                        </a:spcBef>
                        <a:buClr>
                          <a:schemeClr val="tx1"/>
                        </a:buClr>
                        <a:defRPr kumimoji="1" sz="2000">
                          <a:solidFill>
                            <a:schemeClr val="tx1"/>
                          </a:solidFill>
                          <a:latin typeface="ＭＳ Ｐゴシック" pitchFamily="50" charset="-128"/>
                          <a:ea typeface="ＭＳ Ｐゴシック" pitchFamily="50" charset="-128"/>
                        </a:defRPr>
                      </a:lvl3pPr>
                      <a:lvl4pPr marL="1436688" algn="l" defTabSz="957263">
                        <a:spcBef>
                          <a:spcPct val="20000"/>
                        </a:spcBef>
                        <a:buClr>
                          <a:schemeClr val="folHlink"/>
                        </a:buClr>
                        <a:buFont typeface="Wingdings" pitchFamily="2" charset="2"/>
                        <a:defRPr>
                          <a:solidFill>
                            <a:schemeClr val="tx1"/>
                          </a:solidFill>
                          <a:latin typeface="ＭＳ Ｐゴシック" pitchFamily="50" charset="-128"/>
                          <a:ea typeface="ＭＳ Ｐゴシック" pitchFamily="50" charset="-128"/>
                        </a:defRPr>
                      </a:lvl4pPr>
                      <a:lvl5pPr marL="1916113" algn="l" defTabSz="957263">
                        <a:spcBef>
                          <a:spcPct val="20000"/>
                        </a:spcBef>
                        <a:buClr>
                          <a:schemeClr val="folHlink"/>
                        </a:buClr>
                        <a:buFont typeface="Wingdings" pitchFamily="2" charset="2"/>
                        <a:defRPr kumimoji="1" sz="1000">
                          <a:solidFill>
                            <a:schemeClr val="tx1"/>
                          </a:solidFill>
                          <a:latin typeface="Arial" charset="0"/>
                          <a:ea typeface="ＭＳ Ｐゴシック" pitchFamily="50" charset="-128"/>
                        </a:defRPr>
                      </a:lvl5pPr>
                      <a:lvl6pPr marL="2373313" defTabSz="957263" fontAlgn="base">
                        <a:spcBef>
                          <a:spcPct val="20000"/>
                        </a:spcBef>
                        <a:spcAft>
                          <a:spcPct val="0"/>
                        </a:spcAft>
                        <a:buClr>
                          <a:schemeClr val="folHlink"/>
                        </a:buClr>
                        <a:buFont typeface="Wingdings" pitchFamily="2" charset="2"/>
                        <a:defRPr kumimoji="1" sz="1000">
                          <a:solidFill>
                            <a:schemeClr val="tx1"/>
                          </a:solidFill>
                          <a:latin typeface="Arial" charset="0"/>
                          <a:ea typeface="ＭＳ Ｐゴシック" pitchFamily="50" charset="-128"/>
                        </a:defRPr>
                      </a:lvl6pPr>
                      <a:lvl7pPr marL="2830513" defTabSz="957263" fontAlgn="base">
                        <a:spcBef>
                          <a:spcPct val="20000"/>
                        </a:spcBef>
                        <a:spcAft>
                          <a:spcPct val="0"/>
                        </a:spcAft>
                        <a:buClr>
                          <a:schemeClr val="folHlink"/>
                        </a:buClr>
                        <a:buFont typeface="Wingdings" pitchFamily="2" charset="2"/>
                        <a:defRPr kumimoji="1" sz="1000">
                          <a:solidFill>
                            <a:schemeClr val="tx1"/>
                          </a:solidFill>
                          <a:latin typeface="Arial" charset="0"/>
                          <a:ea typeface="ＭＳ Ｐゴシック" pitchFamily="50" charset="-128"/>
                        </a:defRPr>
                      </a:lvl7pPr>
                      <a:lvl8pPr marL="3287713" defTabSz="957263" fontAlgn="base">
                        <a:spcBef>
                          <a:spcPct val="20000"/>
                        </a:spcBef>
                        <a:spcAft>
                          <a:spcPct val="0"/>
                        </a:spcAft>
                        <a:buClr>
                          <a:schemeClr val="folHlink"/>
                        </a:buClr>
                        <a:buFont typeface="Wingdings" pitchFamily="2" charset="2"/>
                        <a:defRPr kumimoji="1" sz="1000">
                          <a:solidFill>
                            <a:schemeClr val="tx1"/>
                          </a:solidFill>
                          <a:latin typeface="Arial" charset="0"/>
                          <a:ea typeface="ＭＳ Ｐゴシック" pitchFamily="50" charset="-128"/>
                        </a:defRPr>
                      </a:lvl8pPr>
                      <a:lvl9pPr marL="3744913" defTabSz="957263" fontAlgn="base">
                        <a:spcBef>
                          <a:spcPct val="20000"/>
                        </a:spcBef>
                        <a:spcAft>
                          <a:spcPct val="0"/>
                        </a:spcAft>
                        <a:buClr>
                          <a:schemeClr val="folHlink"/>
                        </a:buClr>
                        <a:buFont typeface="Wingdings" pitchFamily="2" charset="2"/>
                        <a:defRPr kumimoji="1" sz="1000">
                          <a:solidFill>
                            <a:schemeClr val="tx1"/>
                          </a:solidFill>
                          <a:latin typeface="Arial" charset="0"/>
                          <a:ea typeface="ＭＳ Ｐゴシック" pitchFamily="50" charset="-128"/>
                        </a:defRPr>
                      </a:lvl9pPr>
                    </a:lstStyle>
                    <a:p>
                      <a:pPr marL="0" marR="0" lvl="0" indent="0" algn="ctr" defTabSz="957263" rtl="0" eaLnBrk="1" fontAlgn="base" latinLnBrk="0" hangingPunct="1">
                        <a:lnSpc>
                          <a:spcPct val="100000"/>
                        </a:lnSpc>
                        <a:spcBef>
                          <a:spcPct val="20000"/>
                        </a:spcBef>
                        <a:spcAft>
                          <a:spcPct val="0"/>
                        </a:spcAft>
                        <a:buClr>
                          <a:srgbClr val="FF0000"/>
                        </a:buClr>
                        <a:buSzPct val="80000"/>
                        <a:buFont typeface="Wingdings" pitchFamily="2" charset="2"/>
                        <a:buNone/>
                        <a:tabLst/>
                      </a:pPr>
                      <a:r>
                        <a:rPr kumimoji="0" lang="ja-JP" altLang="en-US" sz="1000" b="0" i="0" u="none" strike="noStrike" cap="none" normalizeH="0" baseline="0" dirty="0">
                          <a:ln>
                            <a:noFill/>
                          </a:ln>
                          <a:solidFill>
                            <a:srgbClr val="000000"/>
                          </a:solidFill>
                          <a:effectLst/>
                          <a:latin typeface="Meiryo UI" panose="020B0604030504040204" pitchFamily="50" charset="-128"/>
                          <a:ea typeface="Meiryo UI" panose="020B0604030504040204" pitchFamily="50" charset="-128"/>
                          <a:cs typeface="Meiryo UI" panose="020B0604030504040204" pitchFamily="50" charset="-128"/>
                        </a:rPr>
                        <a:t>承認者</a:t>
                      </a:r>
                    </a:p>
                  </a:txBody>
                  <a:tcPr marL="89972" marR="89972" marT="46786" marB="4678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AD9D6"/>
                    </a:solidFill>
                  </a:tcPr>
                </a:tc>
                <a:tc>
                  <a:txBody>
                    <a:bodyPr/>
                    <a:lstStyle>
                      <a:lvl1pPr algn="l" defTabSz="957263">
                        <a:spcBef>
                          <a:spcPct val="20000"/>
                        </a:spcBef>
                        <a:buClr>
                          <a:srgbClr val="FF0000"/>
                        </a:buClr>
                        <a:buSzPct val="80000"/>
                        <a:buFont typeface="Wingdings" pitchFamily="2" charset="2"/>
                        <a:defRPr sz="2800">
                          <a:solidFill>
                            <a:schemeClr val="tx1"/>
                          </a:solidFill>
                          <a:latin typeface="Arial" charset="0"/>
                          <a:ea typeface="ＭＳ Ｐゴシック" pitchFamily="50" charset="-128"/>
                        </a:defRPr>
                      </a:lvl1pPr>
                      <a:lvl2pPr marL="479425" algn="l" defTabSz="957263">
                        <a:spcBef>
                          <a:spcPct val="20000"/>
                        </a:spcBef>
                        <a:buClr>
                          <a:srgbClr val="969696"/>
                        </a:buClr>
                        <a:buSzPct val="80000"/>
                        <a:buFont typeface="Wingdings" pitchFamily="2" charset="2"/>
                        <a:defRPr kumimoji="1" sz="2400">
                          <a:solidFill>
                            <a:schemeClr val="tx1"/>
                          </a:solidFill>
                          <a:latin typeface="ＭＳ Ｐゴシック" pitchFamily="50" charset="-128"/>
                          <a:ea typeface="ＭＳ Ｐゴシック" pitchFamily="50" charset="-128"/>
                        </a:defRPr>
                      </a:lvl2pPr>
                      <a:lvl3pPr marL="957263" algn="l" defTabSz="957263">
                        <a:spcBef>
                          <a:spcPct val="20000"/>
                        </a:spcBef>
                        <a:buClr>
                          <a:schemeClr val="tx1"/>
                        </a:buClr>
                        <a:defRPr kumimoji="1" sz="2000">
                          <a:solidFill>
                            <a:schemeClr val="tx1"/>
                          </a:solidFill>
                          <a:latin typeface="ＭＳ Ｐゴシック" pitchFamily="50" charset="-128"/>
                          <a:ea typeface="ＭＳ Ｐゴシック" pitchFamily="50" charset="-128"/>
                        </a:defRPr>
                      </a:lvl3pPr>
                      <a:lvl4pPr marL="1436688" algn="l" defTabSz="957263">
                        <a:spcBef>
                          <a:spcPct val="20000"/>
                        </a:spcBef>
                        <a:buClr>
                          <a:schemeClr val="folHlink"/>
                        </a:buClr>
                        <a:buFont typeface="Wingdings" pitchFamily="2" charset="2"/>
                        <a:defRPr>
                          <a:solidFill>
                            <a:schemeClr val="tx1"/>
                          </a:solidFill>
                          <a:latin typeface="ＭＳ Ｐゴシック" pitchFamily="50" charset="-128"/>
                          <a:ea typeface="ＭＳ Ｐゴシック" pitchFamily="50" charset="-128"/>
                        </a:defRPr>
                      </a:lvl4pPr>
                      <a:lvl5pPr marL="1916113" algn="l" defTabSz="957263">
                        <a:spcBef>
                          <a:spcPct val="20000"/>
                        </a:spcBef>
                        <a:buClr>
                          <a:schemeClr val="folHlink"/>
                        </a:buClr>
                        <a:buFont typeface="Wingdings" pitchFamily="2" charset="2"/>
                        <a:defRPr kumimoji="1" sz="1000">
                          <a:solidFill>
                            <a:schemeClr val="tx1"/>
                          </a:solidFill>
                          <a:latin typeface="Arial" charset="0"/>
                          <a:ea typeface="ＭＳ Ｐゴシック" pitchFamily="50" charset="-128"/>
                        </a:defRPr>
                      </a:lvl5pPr>
                      <a:lvl6pPr marL="2373313" defTabSz="957263" fontAlgn="base">
                        <a:spcBef>
                          <a:spcPct val="20000"/>
                        </a:spcBef>
                        <a:spcAft>
                          <a:spcPct val="0"/>
                        </a:spcAft>
                        <a:buClr>
                          <a:schemeClr val="folHlink"/>
                        </a:buClr>
                        <a:buFont typeface="Wingdings" pitchFamily="2" charset="2"/>
                        <a:defRPr kumimoji="1" sz="1000">
                          <a:solidFill>
                            <a:schemeClr val="tx1"/>
                          </a:solidFill>
                          <a:latin typeface="Arial" charset="0"/>
                          <a:ea typeface="ＭＳ Ｐゴシック" pitchFamily="50" charset="-128"/>
                        </a:defRPr>
                      </a:lvl6pPr>
                      <a:lvl7pPr marL="2830513" defTabSz="957263" fontAlgn="base">
                        <a:spcBef>
                          <a:spcPct val="20000"/>
                        </a:spcBef>
                        <a:spcAft>
                          <a:spcPct val="0"/>
                        </a:spcAft>
                        <a:buClr>
                          <a:schemeClr val="folHlink"/>
                        </a:buClr>
                        <a:buFont typeface="Wingdings" pitchFamily="2" charset="2"/>
                        <a:defRPr kumimoji="1" sz="1000">
                          <a:solidFill>
                            <a:schemeClr val="tx1"/>
                          </a:solidFill>
                          <a:latin typeface="Arial" charset="0"/>
                          <a:ea typeface="ＭＳ Ｐゴシック" pitchFamily="50" charset="-128"/>
                        </a:defRPr>
                      </a:lvl7pPr>
                      <a:lvl8pPr marL="3287713" defTabSz="957263" fontAlgn="base">
                        <a:spcBef>
                          <a:spcPct val="20000"/>
                        </a:spcBef>
                        <a:spcAft>
                          <a:spcPct val="0"/>
                        </a:spcAft>
                        <a:buClr>
                          <a:schemeClr val="folHlink"/>
                        </a:buClr>
                        <a:buFont typeface="Wingdings" pitchFamily="2" charset="2"/>
                        <a:defRPr kumimoji="1" sz="1000">
                          <a:solidFill>
                            <a:schemeClr val="tx1"/>
                          </a:solidFill>
                          <a:latin typeface="Arial" charset="0"/>
                          <a:ea typeface="ＭＳ Ｐゴシック" pitchFamily="50" charset="-128"/>
                        </a:defRPr>
                      </a:lvl8pPr>
                      <a:lvl9pPr marL="3744913" defTabSz="957263" fontAlgn="base">
                        <a:spcBef>
                          <a:spcPct val="20000"/>
                        </a:spcBef>
                        <a:spcAft>
                          <a:spcPct val="0"/>
                        </a:spcAft>
                        <a:buClr>
                          <a:schemeClr val="folHlink"/>
                        </a:buClr>
                        <a:buFont typeface="Wingdings" pitchFamily="2" charset="2"/>
                        <a:defRPr kumimoji="1" sz="1000">
                          <a:solidFill>
                            <a:schemeClr val="tx1"/>
                          </a:solidFill>
                          <a:latin typeface="Arial" charset="0"/>
                          <a:ea typeface="ＭＳ Ｐゴシック" pitchFamily="50" charset="-128"/>
                        </a:defRPr>
                      </a:lvl9pPr>
                    </a:lstStyle>
                    <a:p>
                      <a:pPr marL="0" marR="0" lvl="0" indent="0" algn="ctr" defTabSz="957263" rtl="0" eaLnBrk="1" fontAlgn="base" latinLnBrk="0" hangingPunct="1">
                        <a:lnSpc>
                          <a:spcPct val="100000"/>
                        </a:lnSpc>
                        <a:spcBef>
                          <a:spcPct val="20000"/>
                        </a:spcBef>
                        <a:spcAft>
                          <a:spcPct val="0"/>
                        </a:spcAft>
                        <a:buClr>
                          <a:srgbClr val="FF0000"/>
                        </a:buClr>
                        <a:buSzPct val="80000"/>
                        <a:buFont typeface="Wingdings" pitchFamily="2" charset="2"/>
                        <a:buNone/>
                        <a:tabLst/>
                      </a:pPr>
                      <a:r>
                        <a:rPr kumimoji="0" lang="ja-JP" altLang="en-US" sz="1000" b="0" i="0" u="none" strike="noStrike" cap="none" normalizeH="0" baseline="0" dirty="0">
                          <a:ln>
                            <a:noFill/>
                          </a:ln>
                          <a:solidFill>
                            <a:srgbClr val="000000"/>
                          </a:solidFill>
                          <a:effectLst/>
                          <a:latin typeface="Meiryo UI" panose="020B0604030504040204" pitchFamily="50" charset="-128"/>
                          <a:ea typeface="Meiryo UI" panose="020B0604030504040204" pitchFamily="50" charset="-128"/>
                          <a:cs typeface="Meiryo UI" panose="020B0604030504040204" pitchFamily="50" charset="-128"/>
                        </a:rPr>
                        <a:t>承認日</a:t>
                      </a:r>
                    </a:p>
                  </a:txBody>
                  <a:tcPr marL="89972" marR="89972" marT="46786" marB="4678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AD9D6"/>
                    </a:solidFill>
                  </a:tcPr>
                </a:tc>
                <a:extLst>
                  <a:ext uri="{0D108BD9-81ED-4DB2-BD59-A6C34878D82A}">
                    <a16:rowId xmlns:a16="http://schemas.microsoft.com/office/drawing/2014/main" val="10000"/>
                  </a:ext>
                </a:extLst>
              </a:tr>
              <a:tr h="320576">
                <a:tc>
                  <a:txBody>
                    <a:bodyPr/>
                    <a:lstStyle>
                      <a:lvl1pPr algn="l" defTabSz="957263">
                        <a:spcBef>
                          <a:spcPct val="20000"/>
                        </a:spcBef>
                        <a:buClr>
                          <a:srgbClr val="FF0000"/>
                        </a:buClr>
                        <a:buSzPct val="80000"/>
                        <a:buFont typeface="Wingdings" pitchFamily="2" charset="2"/>
                        <a:defRPr sz="2800">
                          <a:solidFill>
                            <a:schemeClr val="tx1"/>
                          </a:solidFill>
                          <a:latin typeface="Arial" charset="0"/>
                          <a:ea typeface="ＭＳ Ｐゴシック" pitchFamily="50" charset="-128"/>
                        </a:defRPr>
                      </a:lvl1pPr>
                      <a:lvl2pPr marL="479425" algn="l" defTabSz="957263">
                        <a:spcBef>
                          <a:spcPct val="20000"/>
                        </a:spcBef>
                        <a:buClr>
                          <a:srgbClr val="969696"/>
                        </a:buClr>
                        <a:buSzPct val="80000"/>
                        <a:buFont typeface="Wingdings" pitchFamily="2" charset="2"/>
                        <a:defRPr kumimoji="1" sz="2400">
                          <a:solidFill>
                            <a:schemeClr val="tx1"/>
                          </a:solidFill>
                          <a:latin typeface="ＭＳ Ｐゴシック" pitchFamily="50" charset="-128"/>
                          <a:ea typeface="ＭＳ Ｐゴシック" pitchFamily="50" charset="-128"/>
                        </a:defRPr>
                      </a:lvl2pPr>
                      <a:lvl3pPr marL="957263" algn="l" defTabSz="957263">
                        <a:spcBef>
                          <a:spcPct val="20000"/>
                        </a:spcBef>
                        <a:buClr>
                          <a:schemeClr val="tx1"/>
                        </a:buClr>
                        <a:defRPr kumimoji="1" sz="2000">
                          <a:solidFill>
                            <a:schemeClr val="tx1"/>
                          </a:solidFill>
                          <a:latin typeface="ＭＳ Ｐゴシック" pitchFamily="50" charset="-128"/>
                          <a:ea typeface="ＭＳ Ｐゴシック" pitchFamily="50" charset="-128"/>
                        </a:defRPr>
                      </a:lvl3pPr>
                      <a:lvl4pPr marL="1436688" algn="l" defTabSz="957263">
                        <a:spcBef>
                          <a:spcPct val="20000"/>
                        </a:spcBef>
                        <a:buClr>
                          <a:schemeClr val="folHlink"/>
                        </a:buClr>
                        <a:buFont typeface="Wingdings" pitchFamily="2" charset="2"/>
                        <a:defRPr>
                          <a:solidFill>
                            <a:schemeClr val="tx1"/>
                          </a:solidFill>
                          <a:latin typeface="ＭＳ Ｐゴシック" pitchFamily="50" charset="-128"/>
                          <a:ea typeface="ＭＳ Ｐゴシック" pitchFamily="50" charset="-128"/>
                        </a:defRPr>
                      </a:lvl4pPr>
                      <a:lvl5pPr marL="1916113" algn="l" defTabSz="957263">
                        <a:spcBef>
                          <a:spcPct val="20000"/>
                        </a:spcBef>
                        <a:buClr>
                          <a:schemeClr val="folHlink"/>
                        </a:buClr>
                        <a:buFont typeface="Wingdings" pitchFamily="2" charset="2"/>
                        <a:defRPr kumimoji="1" sz="1000">
                          <a:solidFill>
                            <a:schemeClr val="tx1"/>
                          </a:solidFill>
                          <a:latin typeface="Arial" charset="0"/>
                          <a:ea typeface="ＭＳ Ｐゴシック" pitchFamily="50" charset="-128"/>
                        </a:defRPr>
                      </a:lvl5pPr>
                      <a:lvl6pPr marL="2373313" defTabSz="957263" fontAlgn="base">
                        <a:spcBef>
                          <a:spcPct val="20000"/>
                        </a:spcBef>
                        <a:spcAft>
                          <a:spcPct val="0"/>
                        </a:spcAft>
                        <a:buClr>
                          <a:schemeClr val="folHlink"/>
                        </a:buClr>
                        <a:buFont typeface="Wingdings" pitchFamily="2" charset="2"/>
                        <a:defRPr kumimoji="1" sz="1000">
                          <a:solidFill>
                            <a:schemeClr val="tx1"/>
                          </a:solidFill>
                          <a:latin typeface="Arial" charset="0"/>
                          <a:ea typeface="ＭＳ Ｐゴシック" pitchFamily="50" charset="-128"/>
                        </a:defRPr>
                      </a:lvl6pPr>
                      <a:lvl7pPr marL="2830513" defTabSz="957263" fontAlgn="base">
                        <a:spcBef>
                          <a:spcPct val="20000"/>
                        </a:spcBef>
                        <a:spcAft>
                          <a:spcPct val="0"/>
                        </a:spcAft>
                        <a:buClr>
                          <a:schemeClr val="folHlink"/>
                        </a:buClr>
                        <a:buFont typeface="Wingdings" pitchFamily="2" charset="2"/>
                        <a:defRPr kumimoji="1" sz="1000">
                          <a:solidFill>
                            <a:schemeClr val="tx1"/>
                          </a:solidFill>
                          <a:latin typeface="Arial" charset="0"/>
                          <a:ea typeface="ＭＳ Ｐゴシック" pitchFamily="50" charset="-128"/>
                        </a:defRPr>
                      </a:lvl7pPr>
                      <a:lvl8pPr marL="3287713" defTabSz="957263" fontAlgn="base">
                        <a:spcBef>
                          <a:spcPct val="20000"/>
                        </a:spcBef>
                        <a:spcAft>
                          <a:spcPct val="0"/>
                        </a:spcAft>
                        <a:buClr>
                          <a:schemeClr val="folHlink"/>
                        </a:buClr>
                        <a:buFont typeface="Wingdings" pitchFamily="2" charset="2"/>
                        <a:defRPr kumimoji="1" sz="1000">
                          <a:solidFill>
                            <a:schemeClr val="tx1"/>
                          </a:solidFill>
                          <a:latin typeface="Arial" charset="0"/>
                          <a:ea typeface="ＭＳ Ｐゴシック" pitchFamily="50" charset="-128"/>
                        </a:defRPr>
                      </a:lvl8pPr>
                      <a:lvl9pPr marL="3744913" defTabSz="957263" fontAlgn="base">
                        <a:spcBef>
                          <a:spcPct val="20000"/>
                        </a:spcBef>
                        <a:spcAft>
                          <a:spcPct val="0"/>
                        </a:spcAft>
                        <a:buClr>
                          <a:schemeClr val="folHlink"/>
                        </a:buClr>
                        <a:buFont typeface="Wingdings" pitchFamily="2" charset="2"/>
                        <a:defRPr kumimoji="1" sz="1000">
                          <a:solidFill>
                            <a:schemeClr val="tx1"/>
                          </a:solidFill>
                          <a:latin typeface="Arial" charset="0"/>
                          <a:ea typeface="ＭＳ Ｐゴシック" pitchFamily="50" charset="-128"/>
                        </a:defRPr>
                      </a:lvl9pPr>
                    </a:lstStyle>
                    <a:p>
                      <a:pPr marL="0" marR="0" lvl="0" indent="0" algn="ctr" defTabSz="957263" rtl="0" eaLnBrk="1" fontAlgn="base" latinLnBrk="0" hangingPunct="1">
                        <a:lnSpc>
                          <a:spcPct val="100000"/>
                        </a:lnSpc>
                        <a:spcBef>
                          <a:spcPct val="20000"/>
                        </a:spcBef>
                        <a:spcAft>
                          <a:spcPct val="0"/>
                        </a:spcAft>
                        <a:buClr>
                          <a:srgbClr val="FF0000"/>
                        </a:buClr>
                        <a:buSzPct val="80000"/>
                        <a:buFont typeface="Wingdings" pitchFamily="2" charset="2"/>
                        <a:buNone/>
                        <a:tabLst/>
                      </a:pPr>
                      <a:r>
                        <a:rPr kumimoji="0" lang="en-US" altLang="ja-JP" sz="11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rPr>
                        <a:t>2.0-00</a:t>
                      </a:r>
                    </a:p>
                  </a:txBody>
                  <a:tcPr marL="89972" marR="89972" marT="46786" marB="4678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algn="ctr"/>
                      <a:r>
                        <a:rPr lang="ja-JP" altLang="en-US" sz="1100" dirty="0">
                          <a:latin typeface="Meiryo UI" panose="020B0604030504040204" pitchFamily="50" charset="-128"/>
                          <a:ea typeface="Meiryo UI" panose="020B0604030504040204" pitchFamily="50" charset="-128"/>
                        </a:rPr>
                        <a:t>福島</a:t>
                      </a:r>
                      <a:endParaRPr lang="en-US" altLang="ja-JP" sz="1100" dirty="0">
                        <a:latin typeface="Meiryo UI" panose="020B0604030504040204" pitchFamily="50" charset="-128"/>
                        <a:ea typeface="Meiryo UI" panose="020B0604030504040204" pitchFamily="50" charset="-128"/>
                      </a:endParaRPr>
                    </a:p>
                  </a:txBody>
                  <a:tcPr marL="89972" marR="89972" marT="46786" marB="4678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algn="ctr"/>
                      <a:r>
                        <a:rPr kumimoji="1" lang="en-US" altLang="ja-JP" sz="1100" dirty="0">
                          <a:latin typeface="Meiryo UI" panose="020B0604030504040204" pitchFamily="50" charset="-128"/>
                          <a:ea typeface="Meiryo UI" panose="020B0604030504040204" pitchFamily="50" charset="-128"/>
                        </a:rPr>
                        <a:t>2020/10/06</a:t>
                      </a:r>
                      <a:endParaRPr kumimoji="1" lang="ja-JP" altLang="en-US" sz="1100" dirty="0">
                        <a:latin typeface="Meiryo UI" panose="020B0604030504040204" pitchFamily="50" charset="-128"/>
                        <a:ea typeface="Meiryo UI" panose="020B0604030504040204" pitchFamily="50" charset="-128"/>
                      </a:endParaRPr>
                    </a:p>
                  </a:txBody>
                  <a:tcPr marL="91412" marR="91412" marT="45706" marB="4570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r>
                        <a:rPr kumimoji="1" lang="ja-JP" altLang="en-US" sz="1100" dirty="0">
                          <a:latin typeface="Meiryo UI" panose="020B0604030504040204" pitchFamily="50" charset="-128"/>
                          <a:ea typeface="Meiryo UI" panose="020B0604030504040204" pitchFamily="50" charset="-128"/>
                        </a:rPr>
                        <a:t>新規作成</a:t>
                      </a:r>
                      <a:endParaRPr kumimoji="1" lang="en-US" altLang="ja-JP" sz="1100" dirty="0">
                        <a:latin typeface="Meiryo UI" panose="020B0604030504040204" pitchFamily="50" charset="-128"/>
                        <a:ea typeface="Meiryo UI" panose="020B0604030504040204" pitchFamily="50" charset="-128"/>
                      </a:endParaRPr>
                    </a:p>
                    <a:p>
                      <a:r>
                        <a:rPr lang="en-US" altLang="ja-JP" sz="1100" dirty="0"/>
                        <a:t>Activate 2.0 </a:t>
                      </a:r>
                      <a:r>
                        <a:rPr lang="ja-JP" altLang="en-US" sz="1100" dirty="0"/>
                        <a:t>構成管理手順書</a:t>
                      </a:r>
                      <a:r>
                        <a:rPr kumimoji="1" lang="ja-JP" altLang="en-US" sz="1100" dirty="0">
                          <a:latin typeface="Meiryo UI" panose="020B0604030504040204" pitchFamily="50" charset="-128"/>
                          <a:ea typeface="Meiryo UI" panose="020B0604030504040204" pitchFamily="50" charset="-128"/>
                        </a:rPr>
                        <a:t>の作成</a:t>
                      </a:r>
                    </a:p>
                  </a:txBody>
                  <a:tcPr marL="91412" marR="91412" marT="45706" marB="4570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defTabSz="957263">
                        <a:spcBef>
                          <a:spcPct val="20000"/>
                        </a:spcBef>
                        <a:buClr>
                          <a:srgbClr val="FF0000"/>
                        </a:buClr>
                        <a:buSzPct val="80000"/>
                        <a:buFont typeface="Wingdings" pitchFamily="2" charset="2"/>
                        <a:defRPr sz="2800">
                          <a:solidFill>
                            <a:schemeClr val="tx1"/>
                          </a:solidFill>
                          <a:latin typeface="Arial" charset="0"/>
                          <a:ea typeface="ＭＳ Ｐゴシック" pitchFamily="50" charset="-128"/>
                        </a:defRPr>
                      </a:lvl1pPr>
                      <a:lvl2pPr marL="479425" algn="l" defTabSz="957263">
                        <a:spcBef>
                          <a:spcPct val="20000"/>
                        </a:spcBef>
                        <a:buClr>
                          <a:srgbClr val="969696"/>
                        </a:buClr>
                        <a:buSzPct val="80000"/>
                        <a:buFont typeface="Wingdings" pitchFamily="2" charset="2"/>
                        <a:defRPr kumimoji="1" sz="2400">
                          <a:solidFill>
                            <a:schemeClr val="tx1"/>
                          </a:solidFill>
                          <a:latin typeface="ＭＳ Ｐゴシック" pitchFamily="50" charset="-128"/>
                          <a:ea typeface="ＭＳ Ｐゴシック" pitchFamily="50" charset="-128"/>
                        </a:defRPr>
                      </a:lvl2pPr>
                      <a:lvl3pPr marL="957263" algn="l" defTabSz="957263">
                        <a:spcBef>
                          <a:spcPct val="20000"/>
                        </a:spcBef>
                        <a:buClr>
                          <a:schemeClr val="tx1"/>
                        </a:buClr>
                        <a:defRPr kumimoji="1" sz="2000">
                          <a:solidFill>
                            <a:schemeClr val="tx1"/>
                          </a:solidFill>
                          <a:latin typeface="ＭＳ Ｐゴシック" pitchFamily="50" charset="-128"/>
                          <a:ea typeface="ＭＳ Ｐゴシック" pitchFamily="50" charset="-128"/>
                        </a:defRPr>
                      </a:lvl3pPr>
                      <a:lvl4pPr marL="1436688" algn="l" defTabSz="957263">
                        <a:spcBef>
                          <a:spcPct val="20000"/>
                        </a:spcBef>
                        <a:buClr>
                          <a:schemeClr val="folHlink"/>
                        </a:buClr>
                        <a:buFont typeface="Wingdings" pitchFamily="2" charset="2"/>
                        <a:defRPr>
                          <a:solidFill>
                            <a:schemeClr val="tx1"/>
                          </a:solidFill>
                          <a:latin typeface="ＭＳ Ｐゴシック" pitchFamily="50" charset="-128"/>
                          <a:ea typeface="ＭＳ Ｐゴシック" pitchFamily="50" charset="-128"/>
                        </a:defRPr>
                      </a:lvl4pPr>
                      <a:lvl5pPr marL="1916113" algn="l" defTabSz="957263">
                        <a:spcBef>
                          <a:spcPct val="20000"/>
                        </a:spcBef>
                        <a:buClr>
                          <a:schemeClr val="folHlink"/>
                        </a:buClr>
                        <a:buFont typeface="Wingdings" pitchFamily="2" charset="2"/>
                        <a:defRPr kumimoji="1" sz="1000">
                          <a:solidFill>
                            <a:schemeClr val="tx1"/>
                          </a:solidFill>
                          <a:latin typeface="Arial" charset="0"/>
                          <a:ea typeface="ＭＳ Ｐゴシック" pitchFamily="50" charset="-128"/>
                        </a:defRPr>
                      </a:lvl5pPr>
                      <a:lvl6pPr marL="2373313" defTabSz="957263" fontAlgn="base">
                        <a:spcBef>
                          <a:spcPct val="20000"/>
                        </a:spcBef>
                        <a:spcAft>
                          <a:spcPct val="0"/>
                        </a:spcAft>
                        <a:buClr>
                          <a:schemeClr val="folHlink"/>
                        </a:buClr>
                        <a:buFont typeface="Wingdings" pitchFamily="2" charset="2"/>
                        <a:defRPr kumimoji="1" sz="1000">
                          <a:solidFill>
                            <a:schemeClr val="tx1"/>
                          </a:solidFill>
                          <a:latin typeface="Arial" charset="0"/>
                          <a:ea typeface="ＭＳ Ｐゴシック" pitchFamily="50" charset="-128"/>
                        </a:defRPr>
                      </a:lvl6pPr>
                      <a:lvl7pPr marL="2830513" defTabSz="957263" fontAlgn="base">
                        <a:spcBef>
                          <a:spcPct val="20000"/>
                        </a:spcBef>
                        <a:spcAft>
                          <a:spcPct val="0"/>
                        </a:spcAft>
                        <a:buClr>
                          <a:schemeClr val="folHlink"/>
                        </a:buClr>
                        <a:buFont typeface="Wingdings" pitchFamily="2" charset="2"/>
                        <a:defRPr kumimoji="1" sz="1000">
                          <a:solidFill>
                            <a:schemeClr val="tx1"/>
                          </a:solidFill>
                          <a:latin typeface="Arial" charset="0"/>
                          <a:ea typeface="ＭＳ Ｐゴシック" pitchFamily="50" charset="-128"/>
                        </a:defRPr>
                      </a:lvl7pPr>
                      <a:lvl8pPr marL="3287713" defTabSz="957263" fontAlgn="base">
                        <a:spcBef>
                          <a:spcPct val="20000"/>
                        </a:spcBef>
                        <a:spcAft>
                          <a:spcPct val="0"/>
                        </a:spcAft>
                        <a:buClr>
                          <a:schemeClr val="folHlink"/>
                        </a:buClr>
                        <a:buFont typeface="Wingdings" pitchFamily="2" charset="2"/>
                        <a:defRPr kumimoji="1" sz="1000">
                          <a:solidFill>
                            <a:schemeClr val="tx1"/>
                          </a:solidFill>
                          <a:latin typeface="Arial" charset="0"/>
                          <a:ea typeface="ＭＳ Ｐゴシック" pitchFamily="50" charset="-128"/>
                        </a:defRPr>
                      </a:lvl8pPr>
                      <a:lvl9pPr marL="3744913" defTabSz="957263" fontAlgn="base">
                        <a:spcBef>
                          <a:spcPct val="20000"/>
                        </a:spcBef>
                        <a:spcAft>
                          <a:spcPct val="0"/>
                        </a:spcAft>
                        <a:buClr>
                          <a:schemeClr val="folHlink"/>
                        </a:buClr>
                        <a:buFont typeface="Wingdings" pitchFamily="2" charset="2"/>
                        <a:defRPr kumimoji="1" sz="1000">
                          <a:solidFill>
                            <a:schemeClr val="tx1"/>
                          </a:solidFill>
                          <a:latin typeface="Arial" charset="0"/>
                          <a:ea typeface="ＭＳ Ｐゴシック" pitchFamily="50" charset="-128"/>
                        </a:defRPr>
                      </a:lvl9pPr>
                    </a:lstStyle>
                    <a:p>
                      <a:pPr marL="0" marR="0" lvl="0" indent="0" algn="ctr" defTabSz="957263" rtl="0" eaLnBrk="1" fontAlgn="base" latinLnBrk="0" hangingPunct="1">
                        <a:lnSpc>
                          <a:spcPct val="100000"/>
                        </a:lnSpc>
                        <a:spcBef>
                          <a:spcPct val="20000"/>
                        </a:spcBef>
                        <a:spcAft>
                          <a:spcPct val="0"/>
                        </a:spcAft>
                        <a:buClr>
                          <a:srgbClr val="FF0000"/>
                        </a:buClr>
                        <a:buSzPct val="80000"/>
                        <a:buFont typeface="Wingdings" pitchFamily="2" charset="2"/>
                        <a:buNone/>
                        <a:tabLst/>
                      </a:pPr>
                      <a:r>
                        <a:rPr kumimoji="0" lang="ja-JP" altLang="en-US" sz="11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rPr>
                        <a:t>杉本</a:t>
                      </a:r>
                      <a:endParaRPr kumimoji="0" lang="ja-JP" altLang="ja-JP" sz="11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endParaRPr>
                    </a:p>
                  </a:txBody>
                  <a:tcPr marL="89972" marR="89972" marT="46786" marB="4678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defTabSz="957263">
                        <a:spcBef>
                          <a:spcPct val="20000"/>
                        </a:spcBef>
                        <a:buClr>
                          <a:srgbClr val="FF0000"/>
                        </a:buClr>
                        <a:buSzPct val="80000"/>
                        <a:buFont typeface="Wingdings" pitchFamily="2" charset="2"/>
                        <a:defRPr sz="2800">
                          <a:solidFill>
                            <a:schemeClr val="tx1"/>
                          </a:solidFill>
                          <a:latin typeface="Arial" charset="0"/>
                          <a:ea typeface="ＭＳ Ｐゴシック" pitchFamily="50" charset="-128"/>
                        </a:defRPr>
                      </a:lvl1pPr>
                      <a:lvl2pPr marL="479425" algn="l" defTabSz="957263">
                        <a:spcBef>
                          <a:spcPct val="20000"/>
                        </a:spcBef>
                        <a:buClr>
                          <a:srgbClr val="969696"/>
                        </a:buClr>
                        <a:buSzPct val="80000"/>
                        <a:buFont typeface="Wingdings" pitchFamily="2" charset="2"/>
                        <a:defRPr kumimoji="1" sz="2400">
                          <a:solidFill>
                            <a:schemeClr val="tx1"/>
                          </a:solidFill>
                          <a:latin typeface="ＭＳ Ｐゴシック" pitchFamily="50" charset="-128"/>
                          <a:ea typeface="ＭＳ Ｐゴシック" pitchFamily="50" charset="-128"/>
                        </a:defRPr>
                      </a:lvl2pPr>
                      <a:lvl3pPr marL="957263" algn="l" defTabSz="957263">
                        <a:spcBef>
                          <a:spcPct val="20000"/>
                        </a:spcBef>
                        <a:buClr>
                          <a:schemeClr val="tx1"/>
                        </a:buClr>
                        <a:defRPr kumimoji="1" sz="2000">
                          <a:solidFill>
                            <a:schemeClr val="tx1"/>
                          </a:solidFill>
                          <a:latin typeface="ＭＳ Ｐゴシック" pitchFamily="50" charset="-128"/>
                          <a:ea typeface="ＭＳ Ｐゴシック" pitchFamily="50" charset="-128"/>
                        </a:defRPr>
                      </a:lvl3pPr>
                      <a:lvl4pPr marL="1436688" algn="l" defTabSz="957263">
                        <a:spcBef>
                          <a:spcPct val="20000"/>
                        </a:spcBef>
                        <a:buClr>
                          <a:schemeClr val="folHlink"/>
                        </a:buClr>
                        <a:buFont typeface="Wingdings" pitchFamily="2" charset="2"/>
                        <a:defRPr>
                          <a:solidFill>
                            <a:schemeClr val="tx1"/>
                          </a:solidFill>
                          <a:latin typeface="ＭＳ Ｐゴシック" pitchFamily="50" charset="-128"/>
                          <a:ea typeface="ＭＳ Ｐゴシック" pitchFamily="50" charset="-128"/>
                        </a:defRPr>
                      </a:lvl4pPr>
                      <a:lvl5pPr marL="1916113" algn="l" defTabSz="957263">
                        <a:spcBef>
                          <a:spcPct val="20000"/>
                        </a:spcBef>
                        <a:buClr>
                          <a:schemeClr val="folHlink"/>
                        </a:buClr>
                        <a:buFont typeface="Wingdings" pitchFamily="2" charset="2"/>
                        <a:defRPr kumimoji="1" sz="1000">
                          <a:solidFill>
                            <a:schemeClr val="tx1"/>
                          </a:solidFill>
                          <a:latin typeface="Arial" charset="0"/>
                          <a:ea typeface="ＭＳ Ｐゴシック" pitchFamily="50" charset="-128"/>
                        </a:defRPr>
                      </a:lvl5pPr>
                      <a:lvl6pPr marL="2373313" defTabSz="957263" fontAlgn="base">
                        <a:spcBef>
                          <a:spcPct val="20000"/>
                        </a:spcBef>
                        <a:spcAft>
                          <a:spcPct val="0"/>
                        </a:spcAft>
                        <a:buClr>
                          <a:schemeClr val="folHlink"/>
                        </a:buClr>
                        <a:buFont typeface="Wingdings" pitchFamily="2" charset="2"/>
                        <a:defRPr kumimoji="1" sz="1000">
                          <a:solidFill>
                            <a:schemeClr val="tx1"/>
                          </a:solidFill>
                          <a:latin typeface="Arial" charset="0"/>
                          <a:ea typeface="ＭＳ Ｐゴシック" pitchFamily="50" charset="-128"/>
                        </a:defRPr>
                      </a:lvl6pPr>
                      <a:lvl7pPr marL="2830513" defTabSz="957263" fontAlgn="base">
                        <a:spcBef>
                          <a:spcPct val="20000"/>
                        </a:spcBef>
                        <a:spcAft>
                          <a:spcPct val="0"/>
                        </a:spcAft>
                        <a:buClr>
                          <a:schemeClr val="folHlink"/>
                        </a:buClr>
                        <a:buFont typeface="Wingdings" pitchFamily="2" charset="2"/>
                        <a:defRPr kumimoji="1" sz="1000">
                          <a:solidFill>
                            <a:schemeClr val="tx1"/>
                          </a:solidFill>
                          <a:latin typeface="Arial" charset="0"/>
                          <a:ea typeface="ＭＳ Ｐゴシック" pitchFamily="50" charset="-128"/>
                        </a:defRPr>
                      </a:lvl7pPr>
                      <a:lvl8pPr marL="3287713" defTabSz="957263" fontAlgn="base">
                        <a:spcBef>
                          <a:spcPct val="20000"/>
                        </a:spcBef>
                        <a:spcAft>
                          <a:spcPct val="0"/>
                        </a:spcAft>
                        <a:buClr>
                          <a:schemeClr val="folHlink"/>
                        </a:buClr>
                        <a:buFont typeface="Wingdings" pitchFamily="2" charset="2"/>
                        <a:defRPr kumimoji="1" sz="1000">
                          <a:solidFill>
                            <a:schemeClr val="tx1"/>
                          </a:solidFill>
                          <a:latin typeface="Arial" charset="0"/>
                          <a:ea typeface="ＭＳ Ｐゴシック" pitchFamily="50" charset="-128"/>
                        </a:defRPr>
                      </a:lvl8pPr>
                      <a:lvl9pPr marL="3744913" defTabSz="957263" fontAlgn="base">
                        <a:spcBef>
                          <a:spcPct val="20000"/>
                        </a:spcBef>
                        <a:spcAft>
                          <a:spcPct val="0"/>
                        </a:spcAft>
                        <a:buClr>
                          <a:schemeClr val="folHlink"/>
                        </a:buClr>
                        <a:buFont typeface="Wingdings" pitchFamily="2" charset="2"/>
                        <a:defRPr kumimoji="1" sz="1000">
                          <a:solidFill>
                            <a:schemeClr val="tx1"/>
                          </a:solidFill>
                          <a:latin typeface="Arial" charset="0"/>
                          <a:ea typeface="ＭＳ Ｐゴシック" pitchFamily="50" charset="-128"/>
                        </a:defRPr>
                      </a:lvl9pPr>
                    </a:lstStyle>
                    <a:p>
                      <a:pPr marL="0" marR="0" lvl="0" indent="0" algn="ctr" defTabSz="957263" rtl="0" eaLnBrk="1" fontAlgn="base" latinLnBrk="0" hangingPunct="1">
                        <a:lnSpc>
                          <a:spcPct val="100000"/>
                        </a:lnSpc>
                        <a:spcBef>
                          <a:spcPct val="20000"/>
                        </a:spcBef>
                        <a:spcAft>
                          <a:spcPct val="0"/>
                        </a:spcAft>
                        <a:buClr>
                          <a:srgbClr val="FF0000"/>
                        </a:buClr>
                        <a:buSzPct val="80000"/>
                        <a:buFont typeface="Wingdings" pitchFamily="2" charset="2"/>
                        <a:buNone/>
                        <a:tabLst/>
                      </a:pPr>
                      <a:r>
                        <a:rPr kumimoji="0" lang="en-US" altLang="ja-JP" sz="11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rPr>
                        <a:t>2020/10/06</a:t>
                      </a:r>
                      <a:endParaRPr kumimoji="0" lang="ja-JP" altLang="ja-JP" sz="11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endParaRPr>
                    </a:p>
                  </a:txBody>
                  <a:tcPr marL="89972" marR="89972" marT="46786" marB="4678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20576">
                <a:tc>
                  <a:txBody>
                    <a:bodyPr/>
                    <a:lstStyle>
                      <a:lvl1pPr algn="l" defTabSz="957263">
                        <a:spcBef>
                          <a:spcPct val="20000"/>
                        </a:spcBef>
                        <a:buClr>
                          <a:srgbClr val="FF0000"/>
                        </a:buClr>
                        <a:buSzPct val="80000"/>
                        <a:buFont typeface="Wingdings" pitchFamily="2" charset="2"/>
                        <a:defRPr sz="2800">
                          <a:solidFill>
                            <a:schemeClr val="tx1"/>
                          </a:solidFill>
                          <a:latin typeface="Arial" charset="0"/>
                          <a:ea typeface="ＭＳ Ｐゴシック" pitchFamily="50" charset="-128"/>
                        </a:defRPr>
                      </a:lvl1pPr>
                      <a:lvl2pPr marL="479425" algn="l" defTabSz="957263">
                        <a:spcBef>
                          <a:spcPct val="20000"/>
                        </a:spcBef>
                        <a:buClr>
                          <a:srgbClr val="969696"/>
                        </a:buClr>
                        <a:buSzPct val="80000"/>
                        <a:buFont typeface="Wingdings" pitchFamily="2" charset="2"/>
                        <a:defRPr kumimoji="1" sz="2400">
                          <a:solidFill>
                            <a:schemeClr val="tx1"/>
                          </a:solidFill>
                          <a:latin typeface="ＭＳ Ｐゴシック" pitchFamily="50" charset="-128"/>
                          <a:ea typeface="ＭＳ Ｐゴシック" pitchFamily="50" charset="-128"/>
                        </a:defRPr>
                      </a:lvl2pPr>
                      <a:lvl3pPr marL="957263" algn="l" defTabSz="957263">
                        <a:spcBef>
                          <a:spcPct val="20000"/>
                        </a:spcBef>
                        <a:buClr>
                          <a:schemeClr val="tx1"/>
                        </a:buClr>
                        <a:defRPr kumimoji="1" sz="2000">
                          <a:solidFill>
                            <a:schemeClr val="tx1"/>
                          </a:solidFill>
                          <a:latin typeface="ＭＳ Ｐゴシック" pitchFamily="50" charset="-128"/>
                          <a:ea typeface="ＭＳ Ｐゴシック" pitchFamily="50" charset="-128"/>
                        </a:defRPr>
                      </a:lvl3pPr>
                      <a:lvl4pPr marL="1436688" algn="l" defTabSz="957263">
                        <a:spcBef>
                          <a:spcPct val="20000"/>
                        </a:spcBef>
                        <a:buClr>
                          <a:schemeClr val="folHlink"/>
                        </a:buClr>
                        <a:buFont typeface="Wingdings" pitchFamily="2" charset="2"/>
                        <a:defRPr>
                          <a:solidFill>
                            <a:schemeClr val="tx1"/>
                          </a:solidFill>
                          <a:latin typeface="ＭＳ Ｐゴシック" pitchFamily="50" charset="-128"/>
                          <a:ea typeface="ＭＳ Ｐゴシック" pitchFamily="50" charset="-128"/>
                        </a:defRPr>
                      </a:lvl4pPr>
                      <a:lvl5pPr marL="1916113" algn="l" defTabSz="957263">
                        <a:spcBef>
                          <a:spcPct val="20000"/>
                        </a:spcBef>
                        <a:buClr>
                          <a:schemeClr val="folHlink"/>
                        </a:buClr>
                        <a:buFont typeface="Wingdings" pitchFamily="2" charset="2"/>
                        <a:defRPr kumimoji="1" sz="1000">
                          <a:solidFill>
                            <a:schemeClr val="tx1"/>
                          </a:solidFill>
                          <a:latin typeface="Arial" charset="0"/>
                          <a:ea typeface="ＭＳ Ｐゴシック" pitchFamily="50" charset="-128"/>
                        </a:defRPr>
                      </a:lvl5pPr>
                      <a:lvl6pPr marL="2373313" defTabSz="957263" fontAlgn="base">
                        <a:spcBef>
                          <a:spcPct val="20000"/>
                        </a:spcBef>
                        <a:spcAft>
                          <a:spcPct val="0"/>
                        </a:spcAft>
                        <a:buClr>
                          <a:schemeClr val="folHlink"/>
                        </a:buClr>
                        <a:buFont typeface="Wingdings" pitchFamily="2" charset="2"/>
                        <a:defRPr kumimoji="1" sz="1000">
                          <a:solidFill>
                            <a:schemeClr val="tx1"/>
                          </a:solidFill>
                          <a:latin typeface="Arial" charset="0"/>
                          <a:ea typeface="ＭＳ Ｐゴシック" pitchFamily="50" charset="-128"/>
                        </a:defRPr>
                      </a:lvl6pPr>
                      <a:lvl7pPr marL="2830513" defTabSz="957263" fontAlgn="base">
                        <a:spcBef>
                          <a:spcPct val="20000"/>
                        </a:spcBef>
                        <a:spcAft>
                          <a:spcPct val="0"/>
                        </a:spcAft>
                        <a:buClr>
                          <a:schemeClr val="folHlink"/>
                        </a:buClr>
                        <a:buFont typeface="Wingdings" pitchFamily="2" charset="2"/>
                        <a:defRPr kumimoji="1" sz="1000">
                          <a:solidFill>
                            <a:schemeClr val="tx1"/>
                          </a:solidFill>
                          <a:latin typeface="Arial" charset="0"/>
                          <a:ea typeface="ＭＳ Ｐゴシック" pitchFamily="50" charset="-128"/>
                        </a:defRPr>
                      </a:lvl7pPr>
                      <a:lvl8pPr marL="3287713" defTabSz="957263" fontAlgn="base">
                        <a:spcBef>
                          <a:spcPct val="20000"/>
                        </a:spcBef>
                        <a:spcAft>
                          <a:spcPct val="0"/>
                        </a:spcAft>
                        <a:buClr>
                          <a:schemeClr val="folHlink"/>
                        </a:buClr>
                        <a:buFont typeface="Wingdings" pitchFamily="2" charset="2"/>
                        <a:defRPr kumimoji="1" sz="1000">
                          <a:solidFill>
                            <a:schemeClr val="tx1"/>
                          </a:solidFill>
                          <a:latin typeface="Arial" charset="0"/>
                          <a:ea typeface="ＭＳ Ｐゴシック" pitchFamily="50" charset="-128"/>
                        </a:defRPr>
                      </a:lvl8pPr>
                      <a:lvl9pPr marL="3744913" defTabSz="957263" fontAlgn="base">
                        <a:spcBef>
                          <a:spcPct val="20000"/>
                        </a:spcBef>
                        <a:spcAft>
                          <a:spcPct val="0"/>
                        </a:spcAft>
                        <a:buClr>
                          <a:schemeClr val="folHlink"/>
                        </a:buClr>
                        <a:buFont typeface="Wingdings" pitchFamily="2" charset="2"/>
                        <a:defRPr kumimoji="1" sz="1000">
                          <a:solidFill>
                            <a:schemeClr val="tx1"/>
                          </a:solidFill>
                          <a:latin typeface="Arial" charset="0"/>
                          <a:ea typeface="ＭＳ Ｐゴシック" pitchFamily="50" charset="-128"/>
                        </a:defRPr>
                      </a:lvl9pPr>
                    </a:lstStyle>
                    <a:p>
                      <a:pPr marL="0" marR="0" lvl="0" indent="0" algn="ctr" defTabSz="957263" rtl="0" eaLnBrk="1" fontAlgn="base" latinLnBrk="0" hangingPunct="1">
                        <a:lnSpc>
                          <a:spcPct val="100000"/>
                        </a:lnSpc>
                        <a:spcBef>
                          <a:spcPct val="20000"/>
                        </a:spcBef>
                        <a:spcAft>
                          <a:spcPct val="0"/>
                        </a:spcAft>
                        <a:buClr>
                          <a:srgbClr val="FF0000"/>
                        </a:buClr>
                        <a:buSzPct val="80000"/>
                        <a:buFont typeface="Wingdings" pitchFamily="2" charset="2"/>
                        <a:buNone/>
                        <a:tabLst/>
                      </a:pPr>
                      <a:r>
                        <a:rPr kumimoji="0" lang="en-US" altLang="ja-JP" sz="11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rPr>
                        <a:t>2.0-01</a:t>
                      </a:r>
                    </a:p>
                  </a:txBody>
                  <a:tcPr marL="89972" marR="89972" marT="46786" marB="4678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algn="ctr"/>
                      <a:r>
                        <a:rPr lang="ja-JP" altLang="en-US" sz="1100" dirty="0">
                          <a:latin typeface="Meiryo UI" panose="020B0604030504040204" pitchFamily="50" charset="-128"/>
                          <a:ea typeface="Meiryo UI" panose="020B0604030504040204" pitchFamily="50" charset="-128"/>
                        </a:rPr>
                        <a:t>杉本</a:t>
                      </a:r>
                      <a:endParaRPr lang="en-US" altLang="ja-JP" sz="1100" dirty="0">
                        <a:latin typeface="Meiryo UI" panose="020B0604030504040204" pitchFamily="50" charset="-128"/>
                        <a:ea typeface="Meiryo UI" panose="020B0604030504040204" pitchFamily="50" charset="-128"/>
                      </a:endParaRPr>
                    </a:p>
                  </a:txBody>
                  <a:tcPr marL="89972" marR="89972" marT="46786" marB="4678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100" dirty="0">
                          <a:latin typeface="Meiryo UI" panose="020B0604030504040204" pitchFamily="50" charset="-128"/>
                          <a:ea typeface="Meiryo UI" panose="020B0604030504040204" pitchFamily="50" charset="-128"/>
                        </a:rPr>
                        <a:t>2021/04/06</a:t>
                      </a:r>
                      <a:endParaRPr kumimoji="1" lang="ja-JP" altLang="en-US" sz="1100" dirty="0">
                        <a:latin typeface="Meiryo UI" panose="020B0604030504040204" pitchFamily="50" charset="-128"/>
                        <a:ea typeface="Meiryo UI" panose="020B0604030504040204" pitchFamily="50" charset="-128"/>
                      </a:endParaRPr>
                    </a:p>
                  </a:txBody>
                  <a:tcPr marL="91412" marR="91412" marT="45706" marB="4570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r>
                        <a:rPr kumimoji="1" lang="ja-JP" altLang="en-US" sz="1100" dirty="0">
                          <a:latin typeface="Meiryo UI" panose="020B0604030504040204" pitchFamily="50" charset="-128"/>
                          <a:ea typeface="Meiryo UI" panose="020B0604030504040204" pitchFamily="50" charset="-128"/>
                        </a:rPr>
                        <a:t>公開場所を</a:t>
                      </a:r>
                      <a:r>
                        <a:rPr kumimoji="1" lang="en-US" altLang="ja-JP" sz="1100" dirty="0">
                          <a:latin typeface="Meiryo UI" panose="020B0604030504040204" pitchFamily="50" charset="-128"/>
                          <a:ea typeface="Meiryo UI" panose="020B0604030504040204" pitchFamily="50" charset="-128"/>
                        </a:rPr>
                        <a:t>SharePoint</a:t>
                      </a:r>
                      <a:r>
                        <a:rPr kumimoji="1" lang="ja-JP" altLang="en-US" sz="1100" dirty="0">
                          <a:latin typeface="Meiryo UI" panose="020B0604030504040204" pitchFamily="50" charset="-128"/>
                          <a:ea typeface="Meiryo UI" panose="020B0604030504040204" pitchFamily="50" charset="-128"/>
                        </a:rPr>
                        <a:t>に変更</a:t>
                      </a:r>
                    </a:p>
                  </a:txBody>
                  <a:tcPr marL="91412" marR="91412" marT="45706" marB="4570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defTabSz="957263">
                        <a:spcBef>
                          <a:spcPct val="20000"/>
                        </a:spcBef>
                        <a:buClr>
                          <a:srgbClr val="FF0000"/>
                        </a:buClr>
                        <a:buSzPct val="80000"/>
                        <a:buFont typeface="Wingdings" pitchFamily="2" charset="2"/>
                        <a:defRPr sz="2800">
                          <a:solidFill>
                            <a:schemeClr val="tx1"/>
                          </a:solidFill>
                          <a:latin typeface="Arial" charset="0"/>
                          <a:ea typeface="ＭＳ Ｐゴシック" pitchFamily="50" charset="-128"/>
                        </a:defRPr>
                      </a:lvl1pPr>
                      <a:lvl2pPr marL="479425" algn="l" defTabSz="957263">
                        <a:spcBef>
                          <a:spcPct val="20000"/>
                        </a:spcBef>
                        <a:buClr>
                          <a:srgbClr val="969696"/>
                        </a:buClr>
                        <a:buSzPct val="80000"/>
                        <a:buFont typeface="Wingdings" pitchFamily="2" charset="2"/>
                        <a:defRPr kumimoji="1" sz="2400">
                          <a:solidFill>
                            <a:schemeClr val="tx1"/>
                          </a:solidFill>
                          <a:latin typeface="ＭＳ Ｐゴシック" pitchFamily="50" charset="-128"/>
                          <a:ea typeface="ＭＳ Ｐゴシック" pitchFamily="50" charset="-128"/>
                        </a:defRPr>
                      </a:lvl2pPr>
                      <a:lvl3pPr marL="957263" algn="l" defTabSz="957263">
                        <a:spcBef>
                          <a:spcPct val="20000"/>
                        </a:spcBef>
                        <a:buClr>
                          <a:schemeClr val="tx1"/>
                        </a:buClr>
                        <a:defRPr kumimoji="1" sz="2000">
                          <a:solidFill>
                            <a:schemeClr val="tx1"/>
                          </a:solidFill>
                          <a:latin typeface="ＭＳ Ｐゴシック" pitchFamily="50" charset="-128"/>
                          <a:ea typeface="ＭＳ Ｐゴシック" pitchFamily="50" charset="-128"/>
                        </a:defRPr>
                      </a:lvl3pPr>
                      <a:lvl4pPr marL="1436688" algn="l" defTabSz="957263">
                        <a:spcBef>
                          <a:spcPct val="20000"/>
                        </a:spcBef>
                        <a:buClr>
                          <a:schemeClr val="folHlink"/>
                        </a:buClr>
                        <a:buFont typeface="Wingdings" pitchFamily="2" charset="2"/>
                        <a:defRPr>
                          <a:solidFill>
                            <a:schemeClr val="tx1"/>
                          </a:solidFill>
                          <a:latin typeface="ＭＳ Ｐゴシック" pitchFamily="50" charset="-128"/>
                          <a:ea typeface="ＭＳ Ｐゴシック" pitchFamily="50" charset="-128"/>
                        </a:defRPr>
                      </a:lvl4pPr>
                      <a:lvl5pPr marL="1916113" algn="l" defTabSz="957263">
                        <a:spcBef>
                          <a:spcPct val="20000"/>
                        </a:spcBef>
                        <a:buClr>
                          <a:schemeClr val="folHlink"/>
                        </a:buClr>
                        <a:buFont typeface="Wingdings" pitchFamily="2" charset="2"/>
                        <a:defRPr kumimoji="1" sz="1000">
                          <a:solidFill>
                            <a:schemeClr val="tx1"/>
                          </a:solidFill>
                          <a:latin typeface="Arial" charset="0"/>
                          <a:ea typeface="ＭＳ Ｐゴシック" pitchFamily="50" charset="-128"/>
                        </a:defRPr>
                      </a:lvl5pPr>
                      <a:lvl6pPr marL="2373313" defTabSz="957263" fontAlgn="base">
                        <a:spcBef>
                          <a:spcPct val="20000"/>
                        </a:spcBef>
                        <a:spcAft>
                          <a:spcPct val="0"/>
                        </a:spcAft>
                        <a:buClr>
                          <a:schemeClr val="folHlink"/>
                        </a:buClr>
                        <a:buFont typeface="Wingdings" pitchFamily="2" charset="2"/>
                        <a:defRPr kumimoji="1" sz="1000">
                          <a:solidFill>
                            <a:schemeClr val="tx1"/>
                          </a:solidFill>
                          <a:latin typeface="Arial" charset="0"/>
                          <a:ea typeface="ＭＳ Ｐゴシック" pitchFamily="50" charset="-128"/>
                        </a:defRPr>
                      </a:lvl6pPr>
                      <a:lvl7pPr marL="2830513" defTabSz="957263" fontAlgn="base">
                        <a:spcBef>
                          <a:spcPct val="20000"/>
                        </a:spcBef>
                        <a:spcAft>
                          <a:spcPct val="0"/>
                        </a:spcAft>
                        <a:buClr>
                          <a:schemeClr val="folHlink"/>
                        </a:buClr>
                        <a:buFont typeface="Wingdings" pitchFamily="2" charset="2"/>
                        <a:defRPr kumimoji="1" sz="1000">
                          <a:solidFill>
                            <a:schemeClr val="tx1"/>
                          </a:solidFill>
                          <a:latin typeface="Arial" charset="0"/>
                          <a:ea typeface="ＭＳ Ｐゴシック" pitchFamily="50" charset="-128"/>
                        </a:defRPr>
                      </a:lvl7pPr>
                      <a:lvl8pPr marL="3287713" defTabSz="957263" fontAlgn="base">
                        <a:spcBef>
                          <a:spcPct val="20000"/>
                        </a:spcBef>
                        <a:spcAft>
                          <a:spcPct val="0"/>
                        </a:spcAft>
                        <a:buClr>
                          <a:schemeClr val="folHlink"/>
                        </a:buClr>
                        <a:buFont typeface="Wingdings" pitchFamily="2" charset="2"/>
                        <a:defRPr kumimoji="1" sz="1000">
                          <a:solidFill>
                            <a:schemeClr val="tx1"/>
                          </a:solidFill>
                          <a:latin typeface="Arial" charset="0"/>
                          <a:ea typeface="ＭＳ Ｐゴシック" pitchFamily="50" charset="-128"/>
                        </a:defRPr>
                      </a:lvl8pPr>
                      <a:lvl9pPr marL="3744913" defTabSz="957263" fontAlgn="base">
                        <a:spcBef>
                          <a:spcPct val="20000"/>
                        </a:spcBef>
                        <a:spcAft>
                          <a:spcPct val="0"/>
                        </a:spcAft>
                        <a:buClr>
                          <a:schemeClr val="folHlink"/>
                        </a:buClr>
                        <a:buFont typeface="Wingdings" pitchFamily="2" charset="2"/>
                        <a:defRPr kumimoji="1" sz="1000">
                          <a:solidFill>
                            <a:schemeClr val="tx1"/>
                          </a:solidFill>
                          <a:latin typeface="Arial" charset="0"/>
                          <a:ea typeface="ＭＳ Ｐゴシック" pitchFamily="50" charset="-128"/>
                        </a:defRPr>
                      </a:lvl9pPr>
                    </a:lstStyle>
                    <a:p>
                      <a:pPr marL="0" marR="0" lvl="0" indent="0" algn="ctr" defTabSz="957263" rtl="0" eaLnBrk="1" fontAlgn="base" latinLnBrk="0" hangingPunct="1">
                        <a:lnSpc>
                          <a:spcPct val="100000"/>
                        </a:lnSpc>
                        <a:spcBef>
                          <a:spcPct val="20000"/>
                        </a:spcBef>
                        <a:spcAft>
                          <a:spcPct val="0"/>
                        </a:spcAft>
                        <a:buClr>
                          <a:srgbClr val="FF0000"/>
                        </a:buClr>
                        <a:buSzPct val="80000"/>
                        <a:buFont typeface="Wingdings" pitchFamily="2" charset="2"/>
                        <a:buNone/>
                        <a:tabLst/>
                      </a:pPr>
                      <a:r>
                        <a:rPr kumimoji="0" lang="ja-JP" altLang="en-US" sz="11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rPr>
                        <a:t>杉本</a:t>
                      </a:r>
                      <a:endParaRPr kumimoji="0" lang="ja-JP" altLang="ja-JP" sz="11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endParaRPr>
                    </a:p>
                  </a:txBody>
                  <a:tcPr marL="89972" marR="89972" marT="46786" marB="4678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defTabSz="957263">
                        <a:spcBef>
                          <a:spcPct val="20000"/>
                        </a:spcBef>
                        <a:buClr>
                          <a:srgbClr val="FF0000"/>
                        </a:buClr>
                        <a:buSzPct val="80000"/>
                        <a:buFont typeface="Wingdings" pitchFamily="2" charset="2"/>
                        <a:defRPr sz="2800">
                          <a:solidFill>
                            <a:schemeClr val="tx1"/>
                          </a:solidFill>
                          <a:latin typeface="Arial" charset="0"/>
                          <a:ea typeface="ＭＳ Ｐゴシック" pitchFamily="50" charset="-128"/>
                        </a:defRPr>
                      </a:lvl1pPr>
                      <a:lvl2pPr marL="479425" algn="l" defTabSz="957263">
                        <a:spcBef>
                          <a:spcPct val="20000"/>
                        </a:spcBef>
                        <a:buClr>
                          <a:srgbClr val="969696"/>
                        </a:buClr>
                        <a:buSzPct val="80000"/>
                        <a:buFont typeface="Wingdings" pitchFamily="2" charset="2"/>
                        <a:defRPr kumimoji="1" sz="2400">
                          <a:solidFill>
                            <a:schemeClr val="tx1"/>
                          </a:solidFill>
                          <a:latin typeface="ＭＳ Ｐゴシック" pitchFamily="50" charset="-128"/>
                          <a:ea typeface="ＭＳ Ｐゴシック" pitchFamily="50" charset="-128"/>
                        </a:defRPr>
                      </a:lvl2pPr>
                      <a:lvl3pPr marL="957263" algn="l" defTabSz="957263">
                        <a:spcBef>
                          <a:spcPct val="20000"/>
                        </a:spcBef>
                        <a:buClr>
                          <a:schemeClr val="tx1"/>
                        </a:buClr>
                        <a:defRPr kumimoji="1" sz="2000">
                          <a:solidFill>
                            <a:schemeClr val="tx1"/>
                          </a:solidFill>
                          <a:latin typeface="ＭＳ Ｐゴシック" pitchFamily="50" charset="-128"/>
                          <a:ea typeface="ＭＳ Ｐゴシック" pitchFamily="50" charset="-128"/>
                        </a:defRPr>
                      </a:lvl3pPr>
                      <a:lvl4pPr marL="1436688" algn="l" defTabSz="957263">
                        <a:spcBef>
                          <a:spcPct val="20000"/>
                        </a:spcBef>
                        <a:buClr>
                          <a:schemeClr val="folHlink"/>
                        </a:buClr>
                        <a:buFont typeface="Wingdings" pitchFamily="2" charset="2"/>
                        <a:defRPr>
                          <a:solidFill>
                            <a:schemeClr val="tx1"/>
                          </a:solidFill>
                          <a:latin typeface="ＭＳ Ｐゴシック" pitchFamily="50" charset="-128"/>
                          <a:ea typeface="ＭＳ Ｐゴシック" pitchFamily="50" charset="-128"/>
                        </a:defRPr>
                      </a:lvl4pPr>
                      <a:lvl5pPr marL="1916113" algn="l" defTabSz="957263">
                        <a:spcBef>
                          <a:spcPct val="20000"/>
                        </a:spcBef>
                        <a:buClr>
                          <a:schemeClr val="folHlink"/>
                        </a:buClr>
                        <a:buFont typeface="Wingdings" pitchFamily="2" charset="2"/>
                        <a:defRPr kumimoji="1" sz="1000">
                          <a:solidFill>
                            <a:schemeClr val="tx1"/>
                          </a:solidFill>
                          <a:latin typeface="Arial" charset="0"/>
                          <a:ea typeface="ＭＳ Ｐゴシック" pitchFamily="50" charset="-128"/>
                        </a:defRPr>
                      </a:lvl5pPr>
                      <a:lvl6pPr marL="2373313" defTabSz="957263" fontAlgn="base">
                        <a:spcBef>
                          <a:spcPct val="20000"/>
                        </a:spcBef>
                        <a:spcAft>
                          <a:spcPct val="0"/>
                        </a:spcAft>
                        <a:buClr>
                          <a:schemeClr val="folHlink"/>
                        </a:buClr>
                        <a:buFont typeface="Wingdings" pitchFamily="2" charset="2"/>
                        <a:defRPr kumimoji="1" sz="1000">
                          <a:solidFill>
                            <a:schemeClr val="tx1"/>
                          </a:solidFill>
                          <a:latin typeface="Arial" charset="0"/>
                          <a:ea typeface="ＭＳ Ｐゴシック" pitchFamily="50" charset="-128"/>
                        </a:defRPr>
                      </a:lvl6pPr>
                      <a:lvl7pPr marL="2830513" defTabSz="957263" fontAlgn="base">
                        <a:spcBef>
                          <a:spcPct val="20000"/>
                        </a:spcBef>
                        <a:spcAft>
                          <a:spcPct val="0"/>
                        </a:spcAft>
                        <a:buClr>
                          <a:schemeClr val="folHlink"/>
                        </a:buClr>
                        <a:buFont typeface="Wingdings" pitchFamily="2" charset="2"/>
                        <a:defRPr kumimoji="1" sz="1000">
                          <a:solidFill>
                            <a:schemeClr val="tx1"/>
                          </a:solidFill>
                          <a:latin typeface="Arial" charset="0"/>
                          <a:ea typeface="ＭＳ Ｐゴシック" pitchFamily="50" charset="-128"/>
                        </a:defRPr>
                      </a:lvl7pPr>
                      <a:lvl8pPr marL="3287713" defTabSz="957263" fontAlgn="base">
                        <a:spcBef>
                          <a:spcPct val="20000"/>
                        </a:spcBef>
                        <a:spcAft>
                          <a:spcPct val="0"/>
                        </a:spcAft>
                        <a:buClr>
                          <a:schemeClr val="folHlink"/>
                        </a:buClr>
                        <a:buFont typeface="Wingdings" pitchFamily="2" charset="2"/>
                        <a:defRPr kumimoji="1" sz="1000">
                          <a:solidFill>
                            <a:schemeClr val="tx1"/>
                          </a:solidFill>
                          <a:latin typeface="Arial" charset="0"/>
                          <a:ea typeface="ＭＳ Ｐゴシック" pitchFamily="50" charset="-128"/>
                        </a:defRPr>
                      </a:lvl8pPr>
                      <a:lvl9pPr marL="3744913" defTabSz="957263" fontAlgn="base">
                        <a:spcBef>
                          <a:spcPct val="20000"/>
                        </a:spcBef>
                        <a:spcAft>
                          <a:spcPct val="0"/>
                        </a:spcAft>
                        <a:buClr>
                          <a:schemeClr val="folHlink"/>
                        </a:buClr>
                        <a:buFont typeface="Wingdings" pitchFamily="2" charset="2"/>
                        <a:defRPr kumimoji="1" sz="1000">
                          <a:solidFill>
                            <a:schemeClr val="tx1"/>
                          </a:solidFill>
                          <a:latin typeface="Arial" charset="0"/>
                          <a:ea typeface="ＭＳ Ｐゴシック" pitchFamily="50" charset="-128"/>
                        </a:defRPr>
                      </a:lvl9pPr>
                    </a:lstStyle>
                    <a:p>
                      <a:pPr marL="0" marR="0" lvl="0" indent="0" algn="ctr" defTabSz="957263" rtl="0" eaLnBrk="1" fontAlgn="base" latinLnBrk="0" hangingPunct="1">
                        <a:lnSpc>
                          <a:spcPct val="100000"/>
                        </a:lnSpc>
                        <a:spcBef>
                          <a:spcPct val="20000"/>
                        </a:spcBef>
                        <a:spcAft>
                          <a:spcPct val="0"/>
                        </a:spcAft>
                        <a:buClr>
                          <a:srgbClr val="FF0000"/>
                        </a:buClr>
                        <a:buSzPct val="80000"/>
                        <a:buFont typeface="Wingdings" pitchFamily="2" charset="2"/>
                        <a:buNone/>
                        <a:tabLst/>
                      </a:pPr>
                      <a:r>
                        <a:rPr kumimoji="0" lang="en-US" altLang="ja-JP" sz="11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rPr>
                        <a:t>2021/04/06</a:t>
                      </a:r>
                      <a:endParaRPr kumimoji="0" lang="ja-JP" altLang="ja-JP" sz="11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endParaRPr>
                    </a:p>
                  </a:txBody>
                  <a:tcPr marL="89972" marR="89972" marT="46786" marB="4678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20576">
                <a:tc>
                  <a:txBody>
                    <a:bodyPr/>
                    <a:lstStyle>
                      <a:lvl1pPr algn="l" defTabSz="957263">
                        <a:spcBef>
                          <a:spcPct val="20000"/>
                        </a:spcBef>
                        <a:buClr>
                          <a:srgbClr val="FF0000"/>
                        </a:buClr>
                        <a:buSzPct val="80000"/>
                        <a:buFont typeface="Wingdings" pitchFamily="2" charset="2"/>
                        <a:defRPr sz="2800">
                          <a:solidFill>
                            <a:schemeClr val="tx1"/>
                          </a:solidFill>
                          <a:latin typeface="Arial" charset="0"/>
                          <a:ea typeface="ＭＳ Ｐゴシック" pitchFamily="50" charset="-128"/>
                        </a:defRPr>
                      </a:lvl1pPr>
                      <a:lvl2pPr marL="479425" algn="l" defTabSz="957263">
                        <a:spcBef>
                          <a:spcPct val="20000"/>
                        </a:spcBef>
                        <a:buClr>
                          <a:srgbClr val="969696"/>
                        </a:buClr>
                        <a:buSzPct val="80000"/>
                        <a:buFont typeface="Wingdings" pitchFamily="2" charset="2"/>
                        <a:defRPr kumimoji="1" sz="2400">
                          <a:solidFill>
                            <a:schemeClr val="tx1"/>
                          </a:solidFill>
                          <a:latin typeface="ＭＳ Ｐゴシック" pitchFamily="50" charset="-128"/>
                          <a:ea typeface="ＭＳ Ｐゴシック" pitchFamily="50" charset="-128"/>
                        </a:defRPr>
                      </a:lvl2pPr>
                      <a:lvl3pPr marL="957263" algn="l" defTabSz="957263">
                        <a:spcBef>
                          <a:spcPct val="20000"/>
                        </a:spcBef>
                        <a:buClr>
                          <a:schemeClr val="tx1"/>
                        </a:buClr>
                        <a:defRPr kumimoji="1" sz="2000">
                          <a:solidFill>
                            <a:schemeClr val="tx1"/>
                          </a:solidFill>
                          <a:latin typeface="ＭＳ Ｐゴシック" pitchFamily="50" charset="-128"/>
                          <a:ea typeface="ＭＳ Ｐゴシック" pitchFamily="50" charset="-128"/>
                        </a:defRPr>
                      </a:lvl3pPr>
                      <a:lvl4pPr marL="1436688" algn="l" defTabSz="957263">
                        <a:spcBef>
                          <a:spcPct val="20000"/>
                        </a:spcBef>
                        <a:buClr>
                          <a:schemeClr val="folHlink"/>
                        </a:buClr>
                        <a:buFont typeface="Wingdings" pitchFamily="2" charset="2"/>
                        <a:defRPr>
                          <a:solidFill>
                            <a:schemeClr val="tx1"/>
                          </a:solidFill>
                          <a:latin typeface="ＭＳ Ｐゴシック" pitchFamily="50" charset="-128"/>
                          <a:ea typeface="ＭＳ Ｐゴシック" pitchFamily="50" charset="-128"/>
                        </a:defRPr>
                      </a:lvl4pPr>
                      <a:lvl5pPr marL="1916113" algn="l" defTabSz="957263">
                        <a:spcBef>
                          <a:spcPct val="20000"/>
                        </a:spcBef>
                        <a:buClr>
                          <a:schemeClr val="folHlink"/>
                        </a:buClr>
                        <a:buFont typeface="Wingdings" pitchFamily="2" charset="2"/>
                        <a:defRPr kumimoji="1" sz="1000">
                          <a:solidFill>
                            <a:schemeClr val="tx1"/>
                          </a:solidFill>
                          <a:latin typeface="Arial" charset="0"/>
                          <a:ea typeface="ＭＳ Ｐゴシック" pitchFamily="50" charset="-128"/>
                        </a:defRPr>
                      </a:lvl5pPr>
                      <a:lvl6pPr marL="2373313" defTabSz="957263" fontAlgn="base">
                        <a:spcBef>
                          <a:spcPct val="20000"/>
                        </a:spcBef>
                        <a:spcAft>
                          <a:spcPct val="0"/>
                        </a:spcAft>
                        <a:buClr>
                          <a:schemeClr val="folHlink"/>
                        </a:buClr>
                        <a:buFont typeface="Wingdings" pitchFamily="2" charset="2"/>
                        <a:defRPr kumimoji="1" sz="1000">
                          <a:solidFill>
                            <a:schemeClr val="tx1"/>
                          </a:solidFill>
                          <a:latin typeface="Arial" charset="0"/>
                          <a:ea typeface="ＭＳ Ｐゴシック" pitchFamily="50" charset="-128"/>
                        </a:defRPr>
                      </a:lvl6pPr>
                      <a:lvl7pPr marL="2830513" defTabSz="957263" fontAlgn="base">
                        <a:spcBef>
                          <a:spcPct val="20000"/>
                        </a:spcBef>
                        <a:spcAft>
                          <a:spcPct val="0"/>
                        </a:spcAft>
                        <a:buClr>
                          <a:schemeClr val="folHlink"/>
                        </a:buClr>
                        <a:buFont typeface="Wingdings" pitchFamily="2" charset="2"/>
                        <a:defRPr kumimoji="1" sz="1000">
                          <a:solidFill>
                            <a:schemeClr val="tx1"/>
                          </a:solidFill>
                          <a:latin typeface="Arial" charset="0"/>
                          <a:ea typeface="ＭＳ Ｐゴシック" pitchFamily="50" charset="-128"/>
                        </a:defRPr>
                      </a:lvl7pPr>
                      <a:lvl8pPr marL="3287713" defTabSz="957263" fontAlgn="base">
                        <a:spcBef>
                          <a:spcPct val="20000"/>
                        </a:spcBef>
                        <a:spcAft>
                          <a:spcPct val="0"/>
                        </a:spcAft>
                        <a:buClr>
                          <a:schemeClr val="folHlink"/>
                        </a:buClr>
                        <a:buFont typeface="Wingdings" pitchFamily="2" charset="2"/>
                        <a:defRPr kumimoji="1" sz="1000">
                          <a:solidFill>
                            <a:schemeClr val="tx1"/>
                          </a:solidFill>
                          <a:latin typeface="Arial" charset="0"/>
                          <a:ea typeface="ＭＳ Ｐゴシック" pitchFamily="50" charset="-128"/>
                        </a:defRPr>
                      </a:lvl8pPr>
                      <a:lvl9pPr marL="3744913" defTabSz="957263" fontAlgn="base">
                        <a:spcBef>
                          <a:spcPct val="20000"/>
                        </a:spcBef>
                        <a:spcAft>
                          <a:spcPct val="0"/>
                        </a:spcAft>
                        <a:buClr>
                          <a:schemeClr val="folHlink"/>
                        </a:buClr>
                        <a:buFont typeface="Wingdings" pitchFamily="2" charset="2"/>
                        <a:defRPr kumimoji="1" sz="1000">
                          <a:solidFill>
                            <a:schemeClr val="tx1"/>
                          </a:solidFill>
                          <a:latin typeface="Arial" charset="0"/>
                          <a:ea typeface="ＭＳ Ｐゴシック" pitchFamily="50" charset="-128"/>
                        </a:defRPr>
                      </a:lvl9pPr>
                    </a:lstStyle>
                    <a:p>
                      <a:pPr marL="0" marR="0" lvl="0" indent="0" algn="ctr" defTabSz="957263" rtl="0" eaLnBrk="1" fontAlgn="base" latinLnBrk="0" hangingPunct="1">
                        <a:lnSpc>
                          <a:spcPct val="100000"/>
                        </a:lnSpc>
                        <a:spcBef>
                          <a:spcPct val="20000"/>
                        </a:spcBef>
                        <a:spcAft>
                          <a:spcPct val="0"/>
                        </a:spcAft>
                        <a:buClr>
                          <a:srgbClr val="FF0000"/>
                        </a:buClr>
                        <a:buSzPct val="80000"/>
                        <a:buFont typeface="Wingdings" pitchFamily="2" charset="2"/>
                        <a:buNone/>
                        <a:tabLst/>
                      </a:pPr>
                      <a:r>
                        <a:rPr kumimoji="0" lang="en-US" altLang="ja-JP" sz="11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rPr>
                        <a:t>3.0-00</a:t>
                      </a:r>
                      <a:endParaRPr kumimoji="0" lang="ja-JP" altLang="ja-JP" sz="11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endParaRPr>
                    </a:p>
                  </a:txBody>
                  <a:tcPr marL="89944" marR="89944" marT="46772" marB="46772"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defTabSz="957263">
                        <a:spcBef>
                          <a:spcPct val="20000"/>
                        </a:spcBef>
                        <a:buClr>
                          <a:srgbClr val="FF0000"/>
                        </a:buClr>
                        <a:buSzPct val="80000"/>
                        <a:buFont typeface="Wingdings" pitchFamily="2" charset="2"/>
                        <a:defRPr sz="2800">
                          <a:solidFill>
                            <a:schemeClr val="tx1"/>
                          </a:solidFill>
                          <a:latin typeface="Arial" charset="0"/>
                          <a:ea typeface="ＭＳ Ｐゴシック" pitchFamily="50" charset="-128"/>
                        </a:defRPr>
                      </a:lvl1pPr>
                      <a:lvl2pPr marL="479425" algn="l" defTabSz="957263">
                        <a:spcBef>
                          <a:spcPct val="20000"/>
                        </a:spcBef>
                        <a:buClr>
                          <a:srgbClr val="969696"/>
                        </a:buClr>
                        <a:buSzPct val="80000"/>
                        <a:buFont typeface="Wingdings" pitchFamily="2" charset="2"/>
                        <a:defRPr kumimoji="1" sz="2400">
                          <a:solidFill>
                            <a:schemeClr val="tx1"/>
                          </a:solidFill>
                          <a:latin typeface="ＭＳ Ｐゴシック" pitchFamily="50" charset="-128"/>
                          <a:ea typeface="ＭＳ Ｐゴシック" pitchFamily="50" charset="-128"/>
                        </a:defRPr>
                      </a:lvl2pPr>
                      <a:lvl3pPr marL="957263" algn="l" defTabSz="957263">
                        <a:spcBef>
                          <a:spcPct val="20000"/>
                        </a:spcBef>
                        <a:buClr>
                          <a:schemeClr val="tx1"/>
                        </a:buClr>
                        <a:defRPr kumimoji="1" sz="2000">
                          <a:solidFill>
                            <a:schemeClr val="tx1"/>
                          </a:solidFill>
                          <a:latin typeface="ＭＳ Ｐゴシック" pitchFamily="50" charset="-128"/>
                          <a:ea typeface="ＭＳ Ｐゴシック" pitchFamily="50" charset="-128"/>
                        </a:defRPr>
                      </a:lvl3pPr>
                      <a:lvl4pPr marL="1436688" algn="l" defTabSz="957263">
                        <a:spcBef>
                          <a:spcPct val="20000"/>
                        </a:spcBef>
                        <a:buClr>
                          <a:schemeClr val="folHlink"/>
                        </a:buClr>
                        <a:buFont typeface="Wingdings" pitchFamily="2" charset="2"/>
                        <a:defRPr>
                          <a:solidFill>
                            <a:schemeClr val="tx1"/>
                          </a:solidFill>
                          <a:latin typeface="ＭＳ Ｐゴシック" pitchFamily="50" charset="-128"/>
                          <a:ea typeface="ＭＳ Ｐゴシック" pitchFamily="50" charset="-128"/>
                        </a:defRPr>
                      </a:lvl4pPr>
                      <a:lvl5pPr marL="1916113" algn="l" defTabSz="957263">
                        <a:spcBef>
                          <a:spcPct val="20000"/>
                        </a:spcBef>
                        <a:buClr>
                          <a:schemeClr val="folHlink"/>
                        </a:buClr>
                        <a:buFont typeface="Wingdings" pitchFamily="2" charset="2"/>
                        <a:defRPr kumimoji="1" sz="1000">
                          <a:solidFill>
                            <a:schemeClr val="tx1"/>
                          </a:solidFill>
                          <a:latin typeface="Arial" charset="0"/>
                          <a:ea typeface="ＭＳ Ｐゴシック" pitchFamily="50" charset="-128"/>
                        </a:defRPr>
                      </a:lvl5pPr>
                      <a:lvl6pPr marL="2373313" defTabSz="957263" fontAlgn="base">
                        <a:spcBef>
                          <a:spcPct val="20000"/>
                        </a:spcBef>
                        <a:spcAft>
                          <a:spcPct val="0"/>
                        </a:spcAft>
                        <a:buClr>
                          <a:schemeClr val="folHlink"/>
                        </a:buClr>
                        <a:buFont typeface="Wingdings" pitchFamily="2" charset="2"/>
                        <a:defRPr kumimoji="1" sz="1000">
                          <a:solidFill>
                            <a:schemeClr val="tx1"/>
                          </a:solidFill>
                          <a:latin typeface="Arial" charset="0"/>
                          <a:ea typeface="ＭＳ Ｐゴシック" pitchFamily="50" charset="-128"/>
                        </a:defRPr>
                      </a:lvl6pPr>
                      <a:lvl7pPr marL="2830513" defTabSz="957263" fontAlgn="base">
                        <a:spcBef>
                          <a:spcPct val="20000"/>
                        </a:spcBef>
                        <a:spcAft>
                          <a:spcPct val="0"/>
                        </a:spcAft>
                        <a:buClr>
                          <a:schemeClr val="folHlink"/>
                        </a:buClr>
                        <a:buFont typeface="Wingdings" pitchFamily="2" charset="2"/>
                        <a:defRPr kumimoji="1" sz="1000">
                          <a:solidFill>
                            <a:schemeClr val="tx1"/>
                          </a:solidFill>
                          <a:latin typeface="Arial" charset="0"/>
                          <a:ea typeface="ＭＳ Ｐゴシック" pitchFamily="50" charset="-128"/>
                        </a:defRPr>
                      </a:lvl7pPr>
                      <a:lvl8pPr marL="3287713" defTabSz="957263" fontAlgn="base">
                        <a:spcBef>
                          <a:spcPct val="20000"/>
                        </a:spcBef>
                        <a:spcAft>
                          <a:spcPct val="0"/>
                        </a:spcAft>
                        <a:buClr>
                          <a:schemeClr val="folHlink"/>
                        </a:buClr>
                        <a:buFont typeface="Wingdings" pitchFamily="2" charset="2"/>
                        <a:defRPr kumimoji="1" sz="1000">
                          <a:solidFill>
                            <a:schemeClr val="tx1"/>
                          </a:solidFill>
                          <a:latin typeface="Arial" charset="0"/>
                          <a:ea typeface="ＭＳ Ｐゴシック" pitchFamily="50" charset="-128"/>
                        </a:defRPr>
                      </a:lvl8pPr>
                      <a:lvl9pPr marL="3744913" defTabSz="957263" fontAlgn="base">
                        <a:spcBef>
                          <a:spcPct val="20000"/>
                        </a:spcBef>
                        <a:spcAft>
                          <a:spcPct val="0"/>
                        </a:spcAft>
                        <a:buClr>
                          <a:schemeClr val="folHlink"/>
                        </a:buClr>
                        <a:buFont typeface="Wingdings" pitchFamily="2" charset="2"/>
                        <a:defRPr kumimoji="1" sz="1000">
                          <a:solidFill>
                            <a:schemeClr val="tx1"/>
                          </a:solidFill>
                          <a:latin typeface="Arial" charset="0"/>
                          <a:ea typeface="ＭＳ Ｐゴシック" pitchFamily="50" charset="-128"/>
                        </a:defRPr>
                      </a:lvl9pPr>
                    </a:lstStyle>
                    <a:p>
                      <a:pPr marL="0" marR="0" lvl="0" indent="0" algn="ctr" defTabSz="957263" rtl="0" eaLnBrk="1" fontAlgn="base" latinLnBrk="0" hangingPunct="1">
                        <a:lnSpc>
                          <a:spcPct val="100000"/>
                        </a:lnSpc>
                        <a:spcBef>
                          <a:spcPct val="20000"/>
                        </a:spcBef>
                        <a:spcAft>
                          <a:spcPct val="0"/>
                        </a:spcAft>
                        <a:buClr>
                          <a:srgbClr val="FF0000"/>
                        </a:buClr>
                        <a:buSzPct val="80000"/>
                        <a:buFont typeface="Wingdings" pitchFamily="2" charset="2"/>
                        <a:buNone/>
                        <a:tabLst/>
                      </a:pPr>
                      <a:r>
                        <a:rPr kumimoji="0" lang="ja-JP" altLang="en-US" sz="11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rPr>
                        <a:t>森田</a:t>
                      </a:r>
                      <a:endParaRPr kumimoji="0" lang="ja-JP" altLang="ja-JP" sz="11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endParaRPr>
                    </a:p>
                  </a:txBody>
                  <a:tcPr marL="89944" marR="89944" marT="46772" marB="46772"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algn="ctr"/>
                      <a:r>
                        <a:rPr kumimoji="1" lang="en-US" altLang="ja-JP" sz="1100" dirty="0">
                          <a:latin typeface="Meiryo UI" panose="020B0604030504040204" pitchFamily="50" charset="-128"/>
                          <a:ea typeface="Meiryo UI" panose="020B0604030504040204" pitchFamily="50" charset="-128"/>
                        </a:rPr>
                        <a:t>2022/05/16</a:t>
                      </a:r>
                      <a:endParaRPr kumimoji="1" lang="ja-JP" altLang="en-US" sz="1100" dirty="0">
                        <a:latin typeface="Meiryo UI" panose="020B0604030504040204" pitchFamily="50" charset="-128"/>
                        <a:ea typeface="Meiryo UI" panose="020B0604030504040204" pitchFamily="50" charset="-128"/>
                      </a:endParaRPr>
                    </a:p>
                  </a:txBody>
                  <a:tcPr marL="91384" marR="91384" marT="45692" marB="4569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r>
                        <a:rPr kumimoji="1" lang="en-US" altLang="ja-JP" sz="1100" dirty="0">
                          <a:latin typeface="Meiryo UI" panose="020B0604030504040204" pitchFamily="50" charset="-128"/>
                          <a:ea typeface="Meiryo UI" panose="020B0604030504040204" pitchFamily="50" charset="-128"/>
                        </a:rPr>
                        <a:t>Activate 3.0</a:t>
                      </a:r>
                      <a:r>
                        <a:rPr kumimoji="1" lang="ja-JP" altLang="en-US" sz="1100" dirty="0">
                          <a:latin typeface="Meiryo UI" panose="020B0604030504040204" pitchFamily="50" charset="-128"/>
                          <a:ea typeface="Meiryo UI" panose="020B0604030504040204" pitchFamily="50" charset="-128"/>
                        </a:rPr>
                        <a:t>に伴う変更</a:t>
                      </a:r>
                      <a:endParaRPr kumimoji="1" lang="en-US" altLang="ja-JP" sz="1100" dirty="0">
                        <a:latin typeface="Meiryo UI" panose="020B0604030504040204" pitchFamily="50" charset="-128"/>
                        <a:ea typeface="Meiryo UI" panose="020B0604030504040204" pitchFamily="50" charset="-128"/>
                      </a:endParaRPr>
                    </a:p>
                  </a:txBody>
                  <a:tcPr marL="91384" marR="91384" marT="45692" marB="4569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57263" rtl="0" eaLnBrk="1" fontAlgn="base" latinLnBrk="0" hangingPunct="1">
                        <a:lnSpc>
                          <a:spcPct val="100000"/>
                        </a:lnSpc>
                        <a:spcBef>
                          <a:spcPct val="20000"/>
                        </a:spcBef>
                        <a:spcAft>
                          <a:spcPct val="0"/>
                        </a:spcAft>
                        <a:buClr>
                          <a:srgbClr val="FF0000"/>
                        </a:buClr>
                        <a:buSzPct val="80000"/>
                        <a:buFont typeface="Wingdings" pitchFamily="2" charset="2"/>
                        <a:buNone/>
                        <a:tabLst/>
                      </a:pPr>
                      <a:r>
                        <a:rPr kumimoji="0" lang="ja-JP" altLang="en-US" sz="11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rPr>
                        <a:t>大久保</a:t>
                      </a:r>
                      <a:endParaRPr kumimoji="0" lang="ja-JP" altLang="ja-JP" sz="11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endParaRPr>
                    </a:p>
                  </a:txBody>
                  <a:tcPr marL="89972" marR="89972" marT="46786" marB="4678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57263" rtl="0" eaLnBrk="1" fontAlgn="base" latinLnBrk="0" hangingPunct="1">
                        <a:lnSpc>
                          <a:spcPct val="100000"/>
                        </a:lnSpc>
                        <a:spcBef>
                          <a:spcPct val="20000"/>
                        </a:spcBef>
                        <a:spcAft>
                          <a:spcPct val="0"/>
                        </a:spcAft>
                        <a:buClr>
                          <a:srgbClr val="FF0000"/>
                        </a:buClr>
                        <a:buSzPct val="80000"/>
                        <a:buFont typeface="Wingdings" pitchFamily="2" charset="2"/>
                        <a:buNone/>
                        <a:tabLst/>
                      </a:pPr>
                      <a:r>
                        <a:rPr kumimoji="0" lang="en-US" altLang="ja-JP" sz="11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rPr>
                        <a:t>2022/05/16</a:t>
                      </a:r>
                      <a:endParaRPr kumimoji="0" lang="ja-JP" altLang="ja-JP" sz="11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endParaRPr>
                    </a:p>
                  </a:txBody>
                  <a:tcPr marL="89972" marR="89972" marT="46786" marB="4678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4173523588"/>
                  </a:ext>
                </a:extLst>
              </a:tr>
              <a:tr h="445616">
                <a:tc>
                  <a:txBody>
                    <a:bodyPr/>
                    <a:lstStyle>
                      <a:lvl1pPr algn="l" defTabSz="957263">
                        <a:spcBef>
                          <a:spcPct val="20000"/>
                        </a:spcBef>
                        <a:buClr>
                          <a:srgbClr val="FF0000"/>
                        </a:buClr>
                        <a:buSzPct val="80000"/>
                        <a:buFont typeface="Wingdings" pitchFamily="2" charset="2"/>
                        <a:defRPr sz="2800">
                          <a:solidFill>
                            <a:schemeClr val="tx1"/>
                          </a:solidFill>
                          <a:latin typeface="Arial" charset="0"/>
                          <a:ea typeface="ＭＳ Ｐゴシック" pitchFamily="50" charset="-128"/>
                        </a:defRPr>
                      </a:lvl1pPr>
                      <a:lvl2pPr marL="479425" algn="l" defTabSz="957263">
                        <a:spcBef>
                          <a:spcPct val="20000"/>
                        </a:spcBef>
                        <a:buClr>
                          <a:srgbClr val="969696"/>
                        </a:buClr>
                        <a:buSzPct val="80000"/>
                        <a:buFont typeface="Wingdings" pitchFamily="2" charset="2"/>
                        <a:defRPr kumimoji="1" sz="2400">
                          <a:solidFill>
                            <a:schemeClr val="tx1"/>
                          </a:solidFill>
                          <a:latin typeface="ＭＳ Ｐゴシック" pitchFamily="50" charset="-128"/>
                          <a:ea typeface="ＭＳ Ｐゴシック" pitchFamily="50" charset="-128"/>
                        </a:defRPr>
                      </a:lvl2pPr>
                      <a:lvl3pPr marL="957263" algn="l" defTabSz="957263">
                        <a:spcBef>
                          <a:spcPct val="20000"/>
                        </a:spcBef>
                        <a:buClr>
                          <a:schemeClr val="tx1"/>
                        </a:buClr>
                        <a:defRPr kumimoji="1" sz="2000">
                          <a:solidFill>
                            <a:schemeClr val="tx1"/>
                          </a:solidFill>
                          <a:latin typeface="ＭＳ Ｐゴシック" pitchFamily="50" charset="-128"/>
                          <a:ea typeface="ＭＳ Ｐゴシック" pitchFamily="50" charset="-128"/>
                        </a:defRPr>
                      </a:lvl3pPr>
                      <a:lvl4pPr marL="1436688" algn="l" defTabSz="957263">
                        <a:spcBef>
                          <a:spcPct val="20000"/>
                        </a:spcBef>
                        <a:buClr>
                          <a:schemeClr val="folHlink"/>
                        </a:buClr>
                        <a:buFont typeface="Wingdings" pitchFamily="2" charset="2"/>
                        <a:defRPr>
                          <a:solidFill>
                            <a:schemeClr val="tx1"/>
                          </a:solidFill>
                          <a:latin typeface="ＭＳ Ｐゴシック" pitchFamily="50" charset="-128"/>
                          <a:ea typeface="ＭＳ Ｐゴシック" pitchFamily="50" charset="-128"/>
                        </a:defRPr>
                      </a:lvl4pPr>
                      <a:lvl5pPr marL="1916113" algn="l" defTabSz="957263">
                        <a:spcBef>
                          <a:spcPct val="20000"/>
                        </a:spcBef>
                        <a:buClr>
                          <a:schemeClr val="folHlink"/>
                        </a:buClr>
                        <a:buFont typeface="Wingdings" pitchFamily="2" charset="2"/>
                        <a:defRPr kumimoji="1" sz="1000">
                          <a:solidFill>
                            <a:schemeClr val="tx1"/>
                          </a:solidFill>
                          <a:latin typeface="Arial" charset="0"/>
                          <a:ea typeface="ＭＳ Ｐゴシック" pitchFamily="50" charset="-128"/>
                        </a:defRPr>
                      </a:lvl5pPr>
                      <a:lvl6pPr marL="2373313" defTabSz="957263" fontAlgn="base">
                        <a:spcBef>
                          <a:spcPct val="20000"/>
                        </a:spcBef>
                        <a:spcAft>
                          <a:spcPct val="0"/>
                        </a:spcAft>
                        <a:buClr>
                          <a:schemeClr val="folHlink"/>
                        </a:buClr>
                        <a:buFont typeface="Wingdings" pitchFamily="2" charset="2"/>
                        <a:defRPr kumimoji="1" sz="1000">
                          <a:solidFill>
                            <a:schemeClr val="tx1"/>
                          </a:solidFill>
                          <a:latin typeface="Arial" charset="0"/>
                          <a:ea typeface="ＭＳ Ｐゴシック" pitchFamily="50" charset="-128"/>
                        </a:defRPr>
                      </a:lvl6pPr>
                      <a:lvl7pPr marL="2830513" defTabSz="957263" fontAlgn="base">
                        <a:spcBef>
                          <a:spcPct val="20000"/>
                        </a:spcBef>
                        <a:spcAft>
                          <a:spcPct val="0"/>
                        </a:spcAft>
                        <a:buClr>
                          <a:schemeClr val="folHlink"/>
                        </a:buClr>
                        <a:buFont typeface="Wingdings" pitchFamily="2" charset="2"/>
                        <a:defRPr kumimoji="1" sz="1000">
                          <a:solidFill>
                            <a:schemeClr val="tx1"/>
                          </a:solidFill>
                          <a:latin typeface="Arial" charset="0"/>
                          <a:ea typeface="ＭＳ Ｐゴシック" pitchFamily="50" charset="-128"/>
                        </a:defRPr>
                      </a:lvl7pPr>
                      <a:lvl8pPr marL="3287713" defTabSz="957263" fontAlgn="base">
                        <a:spcBef>
                          <a:spcPct val="20000"/>
                        </a:spcBef>
                        <a:spcAft>
                          <a:spcPct val="0"/>
                        </a:spcAft>
                        <a:buClr>
                          <a:schemeClr val="folHlink"/>
                        </a:buClr>
                        <a:buFont typeface="Wingdings" pitchFamily="2" charset="2"/>
                        <a:defRPr kumimoji="1" sz="1000">
                          <a:solidFill>
                            <a:schemeClr val="tx1"/>
                          </a:solidFill>
                          <a:latin typeface="Arial" charset="0"/>
                          <a:ea typeface="ＭＳ Ｐゴシック" pitchFamily="50" charset="-128"/>
                        </a:defRPr>
                      </a:lvl8pPr>
                      <a:lvl9pPr marL="3744913" defTabSz="957263" fontAlgn="base">
                        <a:spcBef>
                          <a:spcPct val="20000"/>
                        </a:spcBef>
                        <a:spcAft>
                          <a:spcPct val="0"/>
                        </a:spcAft>
                        <a:buClr>
                          <a:schemeClr val="folHlink"/>
                        </a:buClr>
                        <a:buFont typeface="Wingdings" pitchFamily="2" charset="2"/>
                        <a:defRPr kumimoji="1" sz="1000">
                          <a:solidFill>
                            <a:schemeClr val="tx1"/>
                          </a:solidFill>
                          <a:latin typeface="Arial" charset="0"/>
                          <a:ea typeface="ＭＳ Ｐゴシック" pitchFamily="50" charset="-128"/>
                        </a:defRPr>
                      </a:lvl9pPr>
                    </a:lstStyle>
                    <a:p>
                      <a:pPr marL="0" marR="0" lvl="0" indent="0" algn="ctr" defTabSz="957263" rtl="0" eaLnBrk="1" fontAlgn="base" latinLnBrk="0" hangingPunct="1">
                        <a:lnSpc>
                          <a:spcPct val="100000"/>
                        </a:lnSpc>
                        <a:spcBef>
                          <a:spcPct val="20000"/>
                        </a:spcBef>
                        <a:spcAft>
                          <a:spcPct val="0"/>
                        </a:spcAft>
                        <a:buClr>
                          <a:srgbClr val="FF0000"/>
                        </a:buClr>
                        <a:buSzPct val="80000"/>
                        <a:buFont typeface="Wingdings" pitchFamily="2" charset="2"/>
                        <a:buNone/>
                        <a:tabLst/>
                      </a:pPr>
                      <a:endParaRPr kumimoji="0" lang="ja-JP" altLang="ja-JP" sz="11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endParaRPr>
                    </a:p>
                  </a:txBody>
                  <a:tcPr marL="89972" marR="89972" marT="46786" marB="4678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defTabSz="957263">
                        <a:spcBef>
                          <a:spcPct val="20000"/>
                        </a:spcBef>
                        <a:buClr>
                          <a:srgbClr val="FF0000"/>
                        </a:buClr>
                        <a:buSzPct val="80000"/>
                        <a:buFont typeface="Wingdings" pitchFamily="2" charset="2"/>
                        <a:defRPr sz="2800">
                          <a:solidFill>
                            <a:schemeClr val="tx1"/>
                          </a:solidFill>
                          <a:latin typeface="Arial" charset="0"/>
                          <a:ea typeface="ＭＳ Ｐゴシック" pitchFamily="50" charset="-128"/>
                        </a:defRPr>
                      </a:lvl1pPr>
                      <a:lvl2pPr marL="479425" algn="l" defTabSz="957263">
                        <a:spcBef>
                          <a:spcPct val="20000"/>
                        </a:spcBef>
                        <a:buClr>
                          <a:srgbClr val="969696"/>
                        </a:buClr>
                        <a:buSzPct val="80000"/>
                        <a:buFont typeface="Wingdings" pitchFamily="2" charset="2"/>
                        <a:defRPr kumimoji="1" sz="2400">
                          <a:solidFill>
                            <a:schemeClr val="tx1"/>
                          </a:solidFill>
                          <a:latin typeface="ＭＳ Ｐゴシック" pitchFamily="50" charset="-128"/>
                          <a:ea typeface="ＭＳ Ｐゴシック" pitchFamily="50" charset="-128"/>
                        </a:defRPr>
                      </a:lvl2pPr>
                      <a:lvl3pPr marL="957263" algn="l" defTabSz="957263">
                        <a:spcBef>
                          <a:spcPct val="20000"/>
                        </a:spcBef>
                        <a:buClr>
                          <a:schemeClr val="tx1"/>
                        </a:buClr>
                        <a:defRPr kumimoji="1" sz="2000">
                          <a:solidFill>
                            <a:schemeClr val="tx1"/>
                          </a:solidFill>
                          <a:latin typeface="ＭＳ Ｐゴシック" pitchFamily="50" charset="-128"/>
                          <a:ea typeface="ＭＳ Ｐゴシック" pitchFamily="50" charset="-128"/>
                        </a:defRPr>
                      </a:lvl3pPr>
                      <a:lvl4pPr marL="1436688" algn="l" defTabSz="957263">
                        <a:spcBef>
                          <a:spcPct val="20000"/>
                        </a:spcBef>
                        <a:buClr>
                          <a:schemeClr val="folHlink"/>
                        </a:buClr>
                        <a:buFont typeface="Wingdings" pitchFamily="2" charset="2"/>
                        <a:defRPr>
                          <a:solidFill>
                            <a:schemeClr val="tx1"/>
                          </a:solidFill>
                          <a:latin typeface="ＭＳ Ｐゴシック" pitchFamily="50" charset="-128"/>
                          <a:ea typeface="ＭＳ Ｐゴシック" pitchFamily="50" charset="-128"/>
                        </a:defRPr>
                      </a:lvl4pPr>
                      <a:lvl5pPr marL="1916113" algn="l" defTabSz="957263">
                        <a:spcBef>
                          <a:spcPct val="20000"/>
                        </a:spcBef>
                        <a:buClr>
                          <a:schemeClr val="folHlink"/>
                        </a:buClr>
                        <a:buFont typeface="Wingdings" pitchFamily="2" charset="2"/>
                        <a:defRPr kumimoji="1" sz="1000">
                          <a:solidFill>
                            <a:schemeClr val="tx1"/>
                          </a:solidFill>
                          <a:latin typeface="Arial" charset="0"/>
                          <a:ea typeface="ＭＳ Ｐゴシック" pitchFamily="50" charset="-128"/>
                        </a:defRPr>
                      </a:lvl5pPr>
                      <a:lvl6pPr marL="2373313" defTabSz="957263" fontAlgn="base">
                        <a:spcBef>
                          <a:spcPct val="20000"/>
                        </a:spcBef>
                        <a:spcAft>
                          <a:spcPct val="0"/>
                        </a:spcAft>
                        <a:buClr>
                          <a:schemeClr val="folHlink"/>
                        </a:buClr>
                        <a:buFont typeface="Wingdings" pitchFamily="2" charset="2"/>
                        <a:defRPr kumimoji="1" sz="1000">
                          <a:solidFill>
                            <a:schemeClr val="tx1"/>
                          </a:solidFill>
                          <a:latin typeface="Arial" charset="0"/>
                          <a:ea typeface="ＭＳ Ｐゴシック" pitchFamily="50" charset="-128"/>
                        </a:defRPr>
                      </a:lvl6pPr>
                      <a:lvl7pPr marL="2830513" defTabSz="957263" fontAlgn="base">
                        <a:spcBef>
                          <a:spcPct val="20000"/>
                        </a:spcBef>
                        <a:spcAft>
                          <a:spcPct val="0"/>
                        </a:spcAft>
                        <a:buClr>
                          <a:schemeClr val="folHlink"/>
                        </a:buClr>
                        <a:buFont typeface="Wingdings" pitchFamily="2" charset="2"/>
                        <a:defRPr kumimoji="1" sz="1000">
                          <a:solidFill>
                            <a:schemeClr val="tx1"/>
                          </a:solidFill>
                          <a:latin typeface="Arial" charset="0"/>
                          <a:ea typeface="ＭＳ Ｐゴシック" pitchFamily="50" charset="-128"/>
                        </a:defRPr>
                      </a:lvl7pPr>
                      <a:lvl8pPr marL="3287713" defTabSz="957263" fontAlgn="base">
                        <a:spcBef>
                          <a:spcPct val="20000"/>
                        </a:spcBef>
                        <a:spcAft>
                          <a:spcPct val="0"/>
                        </a:spcAft>
                        <a:buClr>
                          <a:schemeClr val="folHlink"/>
                        </a:buClr>
                        <a:buFont typeface="Wingdings" pitchFamily="2" charset="2"/>
                        <a:defRPr kumimoji="1" sz="1000">
                          <a:solidFill>
                            <a:schemeClr val="tx1"/>
                          </a:solidFill>
                          <a:latin typeface="Arial" charset="0"/>
                          <a:ea typeface="ＭＳ Ｐゴシック" pitchFamily="50" charset="-128"/>
                        </a:defRPr>
                      </a:lvl8pPr>
                      <a:lvl9pPr marL="3744913" defTabSz="957263" fontAlgn="base">
                        <a:spcBef>
                          <a:spcPct val="20000"/>
                        </a:spcBef>
                        <a:spcAft>
                          <a:spcPct val="0"/>
                        </a:spcAft>
                        <a:buClr>
                          <a:schemeClr val="folHlink"/>
                        </a:buClr>
                        <a:buFont typeface="Wingdings" pitchFamily="2" charset="2"/>
                        <a:defRPr kumimoji="1" sz="1000">
                          <a:solidFill>
                            <a:schemeClr val="tx1"/>
                          </a:solidFill>
                          <a:latin typeface="Arial" charset="0"/>
                          <a:ea typeface="ＭＳ Ｐゴシック" pitchFamily="50" charset="-128"/>
                        </a:defRPr>
                      </a:lvl9pPr>
                    </a:lstStyle>
                    <a:p>
                      <a:pPr marL="0" marR="0" lvl="0" indent="0" algn="ctr" defTabSz="957263" rtl="0" eaLnBrk="1" fontAlgn="base" latinLnBrk="0" hangingPunct="1">
                        <a:lnSpc>
                          <a:spcPct val="100000"/>
                        </a:lnSpc>
                        <a:spcBef>
                          <a:spcPct val="20000"/>
                        </a:spcBef>
                        <a:spcAft>
                          <a:spcPct val="0"/>
                        </a:spcAft>
                        <a:buClr>
                          <a:srgbClr val="FF0000"/>
                        </a:buClr>
                        <a:buSzPct val="80000"/>
                        <a:buFont typeface="Wingdings" pitchFamily="2" charset="2"/>
                        <a:buNone/>
                        <a:tabLst/>
                      </a:pPr>
                      <a:endParaRPr kumimoji="0" lang="ja-JP" altLang="ja-JP" sz="11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endParaRPr>
                    </a:p>
                  </a:txBody>
                  <a:tcPr marL="89972" marR="89972" marT="46786" marB="4678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defTabSz="957263">
                        <a:spcBef>
                          <a:spcPct val="20000"/>
                        </a:spcBef>
                        <a:buClr>
                          <a:srgbClr val="FF0000"/>
                        </a:buClr>
                        <a:buSzPct val="80000"/>
                        <a:buFont typeface="Wingdings" pitchFamily="2" charset="2"/>
                        <a:defRPr sz="2800">
                          <a:solidFill>
                            <a:schemeClr val="tx1"/>
                          </a:solidFill>
                          <a:latin typeface="Arial" charset="0"/>
                          <a:ea typeface="ＭＳ Ｐゴシック" pitchFamily="50" charset="-128"/>
                        </a:defRPr>
                      </a:lvl1pPr>
                      <a:lvl2pPr marL="479425" algn="l" defTabSz="957263">
                        <a:spcBef>
                          <a:spcPct val="20000"/>
                        </a:spcBef>
                        <a:buClr>
                          <a:srgbClr val="969696"/>
                        </a:buClr>
                        <a:buSzPct val="80000"/>
                        <a:buFont typeface="Wingdings" pitchFamily="2" charset="2"/>
                        <a:defRPr kumimoji="1" sz="2400">
                          <a:solidFill>
                            <a:schemeClr val="tx1"/>
                          </a:solidFill>
                          <a:latin typeface="ＭＳ Ｐゴシック" pitchFamily="50" charset="-128"/>
                          <a:ea typeface="ＭＳ Ｐゴシック" pitchFamily="50" charset="-128"/>
                        </a:defRPr>
                      </a:lvl2pPr>
                      <a:lvl3pPr marL="957263" algn="l" defTabSz="957263">
                        <a:spcBef>
                          <a:spcPct val="20000"/>
                        </a:spcBef>
                        <a:buClr>
                          <a:schemeClr val="tx1"/>
                        </a:buClr>
                        <a:defRPr kumimoji="1" sz="2000">
                          <a:solidFill>
                            <a:schemeClr val="tx1"/>
                          </a:solidFill>
                          <a:latin typeface="ＭＳ Ｐゴシック" pitchFamily="50" charset="-128"/>
                          <a:ea typeface="ＭＳ Ｐゴシック" pitchFamily="50" charset="-128"/>
                        </a:defRPr>
                      </a:lvl3pPr>
                      <a:lvl4pPr marL="1436688" algn="l" defTabSz="957263">
                        <a:spcBef>
                          <a:spcPct val="20000"/>
                        </a:spcBef>
                        <a:buClr>
                          <a:schemeClr val="folHlink"/>
                        </a:buClr>
                        <a:buFont typeface="Wingdings" pitchFamily="2" charset="2"/>
                        <a:defRPr>
                          <a:solidFill>
                            <a:schemeClr val="tx1"/>
                          </a:solidFill>
                          <a:latin typeface="ＭＳ Ｐゴシック" pitchFamily="50" charset="-128"/>
                          <a:ea typeface="ＭＳ Ｐゴシック" pitchFamily="50" charset="-128"/>
                        </a:defRPr>
                      </a:lvl4pPr>
                      <a:lvl5pPr marL="1916113" algn="l" defTabSz="957263">
                        <a:spcBef>
                          <a:spcPct val="20000"/>
                        </a:spcBef>
                        <a:buClr>
                          <a:schemeClr val="folHlink"/>
                        </a:buClr>
                        <a:buFont typeface="Wingdings" pitchFamily="2" charset="2"/>
                        <a:defRPr kumimoji="1" sz="1000">
                          <a:solidFill>
                            <a:schemeClr val="tx1"/>
                          </a:solidFill>
                          <a:latin typeface="Arial" charset="0"/>
                          <a:ea typeface="ＭＳ Ｐゴシック" pitchFamily="50" charset="-128"/>
                        </a:defRPr>
                      </a:lvl5pPr>
                      <a:lvl6pPr marL="2373313" defTabSz="957263" fontAlgn="base">
                        <a:spcBef>
                          <a:spcPct val="20000"/>
                        </a:spcBef>
                        <a:spcAft>
                          <a:spcPct val="0"/>
                        </a:spcAft>
                        <a:buClr>
                          <a:schemeClr val="folHlink"/>
                        </a:buClr>
                        <a:buFont typeface="Wingdings" pitchFamily="2" charset="2"/>
                        <a:defRPr kumimoji="1" sz="1000">
                          <a:solidFill>
                            <a:schemeClr val="tx1"/>
                          </a:solidFill>
                          <a:latin typeface="Arial" charset="0"/>
                          <a:ea typeface="ＭＳ Ｐゴシック" pitchFamily="50" charset="-128"/>
                        </a:defRPr>
                      </a:lvl6pPr>
                      <a:lvl7pPr marL="2830513" defTabSz="957263" fontAlgn="base">
                        <a:spcBef>
                          <a:spcPct val="20000"/>
                        </a:spcBef>
                        <a:spcAft>
                          <a:spcPct val="0"/>
                        </a:spcAft>
                        <a:buClr>
                          <a:schemeClr val="folHlink"/>
                        </a:buClr>
                        <a:buFont typeface="Wingdings" pitchFamily="2" charset="2"/>
                        <a:defRPr kumimoji="1" sz="1000">
                          <a:solidFill>
                            <a:schemeClr val="tx1"/>
                          </a:solidFill>
                          <a:latin typeface="Arial" charset="0"/>
                          <a:ea typeface="ＭＳ Ｐゴシック" pitchFamily="50" charset="-128"/>
                        </a:defRPr>
                      </a:lvl7pPr>
                      <a:lvl8pPr marL="3287713" defTabSz="957263" fontAlgn="base">
                        <a:spcBef>
                          <a:spcPct val="20000"/>
                        </a:spcBef>
                        <a:spcAft>
                          <a:spcPct val="0"/>
                        </a:spcAft>
                        <a:buClr>
                          <a:schemeClr val="folHlink"/>
                        </a:buClr>
                        <a:buFont typeface="Wingdings" pitchFamily="2" charset="2"/>
                        <a:defRPr kumimoji="1" sz="1000">
                          <a:solidFill>
                            <a:schemeClr val="tx1"/>
                          </a:solidFill>
                          <a:latin typeface="Arial" charset="0"/>
                          <a:ea typeface="ＭＳ Ｐゴシック" pitchFamily="50" charset="-128"/>
                        </a:defRPr>
                      </a:lvl8pPr>
                      <a:lvl9pPr marL="3744913" defTabSz="957263" fontAlgn="base">
                        <a:spcBef>
                          <a:spcPct val="20000"/>
                        </a:spcBef>
                        <a:spcAft>
                          <a:spcPct val="0"/>
                        </a:spcAft>
                        <a:buClr>
                          <a:schemeClr val="folHlink"/>
                        </a:buClr>
                        <a:buFont typeface="Wingdings" pitchFamily="2" charset="2"/>
                        <a:defRPr kumimoji="1" sz="1000">
                          <a:solidFill>
                            <a:schemeClr val="tx1"/>
                          </a:solidFill>
                          <a:latin typeface="Arial" charset="0"/>
                          <a:ea typeface="ＭＳ Ｐゴシック" pitchFamily="50" charset="-128"/>
                        </a:defRPr>
                      </a:lvl9pPr>
                    </a:lstStyle>
                    <a:p>
                      <a:pPr marL="0" marR="0" lvl="0" indent="0" algn="ctr" defTabSz="957263" rtl="0" eaLnBrk="1" fontAlgn="base" latinLnBrk="0" hangingPunct="1">
                        <a:lnSpc>
                          <a:spcPct val="100000"/>
                        </a:lnSpc>
                        <a:spcBef>
                          <a:spcPct val="20000"/>
                        </a:spcBef>
                        <a:spcAft>
                          <a:spcPct val="0"/>
                        </a:spcAft>
                        <a:buClr>
                          <a:srgbClr val="FF0000"/>
                        </a:buClr>
                        <a:buSzPct val="80000"/>
                        <a:buFont typeface="Wingdings" pitchFamily="2" charset="2"/>
                        <a:buNone/>
                        <a:tabLst/>
                      </a:pPr>
                      <a:endParaRPr kumimoji="0" lang="ja-JP" altLang="ja-JP" sz="11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endParaRPr>
                    </a:p>
                  </a:txBody>
                  <a:tcPr marL="89972" marR="89972" marT="46786" marB="4678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defTabSz="957263">
                        <a:spcBef>
                          <a:spcPct val="20000"/>
                        </a:spcBef>
                        <a:buClr>
                          <a:srgbClr val="FF0000"/>
                        </a:buClr>
                        <a:buSzPct val="80000"/>
                        <a:buFont typeface="Wingdings" pitchFamily="2" charset="2"/>
                        <a:defRPr sz="2800">
                          <a:solidFill>
                            <a:schemeClr val="tx1"/>
                          </a:solidFill>
                          <a:latin typeface="Arial" charset="0"/>
                          <a:ea typeface="ＭＳ Ｐゴシック" pitchFamily="50" charset="-128"/>
                        </a:defRPr>
                      </a:lvl1pPr>
                      <a:lvl2pPr marL="479425" algn="l" defTabSz="957263">
                        <a:spcBef>
                          <a:spcPct val="20000"/>
                        </a:spcBef>
                        <a:buClr>
                          <a:srgbClr val="969696"/>
                        </a:buClr>
                        <a:buSzPct val="80000"/>
                        <a:buFont typeface="Wingdings" pitchFamily="2" charset="2"/>
                        <a:defRPr kumimoji="1" sz="2400">
                          <a:solidFill>
                            <a:schemeClr val="tx1"/>
                          </a:solidFill>
                          <a:latin typeface="ＭＳ Ｐゴシック" pitchFamily="50" charset="-128"/>
                          <a:ea typeface="ＭＳ Ｐゴシック" pitchFamily="50" charset="-128"/>
                        </a:defRPr>
                      </a:lvl2pPr>
                      <a:lvl3pPr marL="957263" algn="l" defTabSz="957263">
                        <a:spcBef>
                          <a:spcPct val="20000"/>
                        </a:spcBef>
                        <a:buClr>
                          <a:schemeClr val="tx1"/>
                        </a:buClr>
                        <a:defRPr kumimoji="1" sz="2000">
                          <a:solidFill>
                            <a:schemeClr val="tx1"/>
                          </a:solidFill>
                          <a:latin typeface="ＭＳ Ｐゴシック" pitchFamily="50" charset="-128"/>
                          <a:ea typeface="ＭＳ Ｐゴシック" pitchFamily="50" charset="-128"/>
                        </a:defRPr>
                      </a:lvl3pPr>
                      <a:lvl4pPr marL="1436688" algn="l" defTabSz="957263">
                        <a:spcBef>
                          <a:spcPct val="20000"/>
                        </a:spcBef>
                        <a:buClr>
                          <a:schemeClr val="folHlink"/>
                        </a:buClr>
                        <a:buFont typeface="Wingdings" pitchFamily="2" charset="2"/>
                        <a:defRPr>
                          <a:solidFill>
                            <a:schemeClr val="tx1"/>
                          </a:solidFill>
                          <a:latin typeface="ＭＳ Ｐゴシック" pitchFamily="50" charset="-128"/>
                          <a:ea typeface="ＭＳ Ｐゴシック" pitchFamily="50" charset="-128"/>
                        </a:defRPr>
                      </a:lvl4pPr>
                      <a:lvl5pPr marL="1916113" algn="l" defTabSz="957263">
                        <a:spcBef>
                          <a:spcPct val="20000"/>
                        </a:spcBef>
                        <a:buClr>
                          <a:schemeClr val="folHlink"/>
                        </a:buClr>
                        <a:buFont typeface="Wingdings" pitchFamily="2" charset="2"/>
                        <a:defRPr kumimoji="1" sz="1000">
                          <a:solidFill>
                            <a:schemeClr val="tx1"/>
                          </a:solidFill>
                          <a:latin typeface="Arial" charset="0"/>
                          <a:ea typeface="ＭＳ Ｐゴシック" pitchFamily="50" charset="-128"/>
                        </a:defRPr>
                      </a:lvl5pPr>
                      <a:lvl6pPr marL="2373313" defTabSz="957263" fontAlgn="base">
                        <a:spcBef>
                          <a:spcPct val="20000"/>
                        </a:spcBef>
                        <a:spcAft>
                          <a:spcPct val="0"/>
                        </a:spcAft>
                        <a:buClr>
                          <a:schemeClr val="folHlink"/>
                        </a:buClr>
                        <a:buFont typeface="Wingdings" pitchFamily="2" charset="2"/>
                        <a:defRPr kumimoji="1" sz="1000">
                          <a:solidFill>
                            <a:schemeClr val="tx1"/>
                          </a:solidFill>
                          <a:latin typeface="Arial" charset="0"/>
                          <a:ea typeface="ＭＳ Ｐゴシック" pitchFamily="50" charset="-128"/>
                        </a:defRPr>
                      </a:lvl6pPr>
                      <a:lvl7pPr marL="2830513" defTabSz="957263" fontAlgn="base">
                        <a:spcBef>
                          <a:spcPct val="20000"/>
                        </a:spcBef>
                        <a:spcAft>
                          <a:spcPct val="0"/>
                        </a:spcAft>
                        <a:buClr>
                          <a:schemeClr val="folHlink"/>
                        </a:buClr>
                        <a:buFont typeface="Wingdings" pitchFamily="2" charset="2"/>
                        <a:defRPr kumimoji="1" sz="1000">
                          <a:solidFill>
                            <a:schemeClr val="tx1"/>
                          </a:solidFill>
                          <a:latin typeface="Arial" charset="0"/>
                          <a:ea typeface="ＭＳ Ｐゴシック" pitchFamily="50" charset="-128"/>
                        </a:defRPr>
                      </a:lvl7pPr>
                      <a:lvl8pPr marL="3287713" defTabSz="957263" fontAlgn="base">
                        <a:spcBef>
                          <a:spcPct val="20000"/>
                        </a:spcBef>
                        <a:spcAft>
                          <a:spcPct val="0"/>
                        </a:spcAft>
                        <a:buClr>
                          <a:schemeClr val="folHlink"/>
                        </a:buClr>
                        <a:buFont typeface="Wingdings" pitchFamily="2" charset="2"/>
                        <a:defRPr kumimoji="1" sz="1000">
                          <a:solidFill>
                            <a:schemeClr val="tx1"/>
                          </a:solidFill>
                          <a:latin typeface="Arial" charset="0"/>
                          <a:ea typeface="ＭＳ Ｐゴシック" pitchFamily="50" charset="-128"/>
                        </a:defRPr>
                      </a:lvl8pPr>
                      <a:lvl9pPr marL="3744913" defTabSz="957263" fontAlgn="base">
                        <a:spcBef>
                          <a:spcPct val="20000"/>
                        </a:spcBef>
                        <a:spcAft>
                          <a:spcPct val="0"/>
                        </a:spcAft>
                        <a:buClr>
                          <a:schemeClr val="folHlink"/>
                        </a:buClr>
                        <a:buFont typeface="Wingdings" pitchFamily="2" charset="2"/>
                        <a:defRPr kumimoji="1" sz="1000">
                          <a:solidFill>
                            <a:schemeClr val="tx1"/>
                          </a:solidFill>
                          <a:latin typeface="Arial" charset="0"/>
                          <a:ea typeface="ＭＳ Ｐゴシック" pitchFamily="50" charset="-128"/>
                        </a:defRPr>
                      </a:lvl9pPr>
                    </a:lstStyle>
                    <a:p>
                      <a:pPr marL="0" marR="0" lvl="0" indent="0" algn="l" defTabSz="957263" rtl="0" eaLnBrk="1" fontAlgn="base" latinLnBrk="0" hangingPunct="1">
                        <a:lnSpc>
                          <a:spcPct val="100000"/>
                        </a:lnSpc>
                        <a:spcBef>
                          <a:spcPct val="20000"/>
                        </a:spcBef>
                        <a:spcAft>
                          <a:spcPct val="0"/>
                        </a:spcAft>
                        <a:buClr>
                          <a:srgbClr val="FF0000"/>
                        </a:buClr>
                        <a:buSzPct val="80000"/>
                        <a:buFont typeface="Wingdings" pitchFamily="2" charset="2"/>
                        <a:buNone/>
                        <a:tabLst/>
                      </a:pPr>
                      <a:endParaRPr kumimoji="0" lang="ja-JP" altLang="ja-JP" sz="11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endParaRPr>
                    </a:p>
                  </a:txBody>
                  <a:tcPr marL="89972" marR="89972" marT="46786" marB="4678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defTabSz="957263">
                        <a:spcBef>
                          <a:spcPct val="20000"/>
                        </a:spcBef>
                        <a:buClr>
                          <a:srgbClr val="FF0000"/>
                        </a:buClr>
                        <a:buSzPct val="80000"/>
                        <a:buFont typeface="Wingdings" pitchFamily="2" charset="2"/>
                        <a:defRPr sz="2800">
                          <a:solidFill>
                            <a:schemeClr val="tx1"/>
                          </a:solidFill>
                          <a:latin typeface="Arial" charset="0"/>
                          <a:ea typeface="ＭＳ Ｐゴシック" pitchFamily="50" charset="-128"/>
                        </a:defRPr>
                      </a:lvl1pPr>
                      <a:lvl2pPr marL="479425" algn="l" defTabSz="957263">
                        <a:spcBef>
                          <a:spcPct val="20000"/>
                        </a:spcBef>
                        <a:buClr>
                          <a:srgbClr val="969696"/>
                        </a:buClr>
                        <a:buSzPct val="80000"/>
                        <a:buFont typeface="Wingdings" pitchFamily="2" charset="2"/>
                        <a:defRPr kumimoji="1" sz="2400">
                          <a:solidFill>
                            <a:schemeClr val="tx1"/>
                          </a:solidFill>
                          <a:latin typeface="ＭＳ Ｐゴシック" pitchFamily="50" charset="-128"/>
                          <a:ea typeface="ＭＳ Ｐゴシック" pitchFamily="50" charset="-128"/>
                        </a:defRPr>
                      </a:lvl2pPr>
                      <a:lvl3pPr marL="957263" algn="l" defTabSz="957263">
                        <a:spcBef>
                          <a:spcPct val="20000"/>
                        </a:spcBef>
                        <a:buClr>
                          <a:schemeClr val="tx1"/>
                        </a:buClr>
                        <a:defRPr kumimoji="1" sz="2000">
                          <a:solidFill>
                            <a:schemeClr val="tx1"/>
                          </a:solidFill>
                          <a:latin typeface="ＭＳ Ｐゴシック" pitchFamily="50" charset="-128"/>
                          <a:ea typeface="ＭＳ Ｐゴシック" pitchFamily="50" charset="-128"/>
                        </a:defRPr>
                      </a:lvl3pPr>
                      <a:lvl4pPr marL="1436688" algn="l" defTabSz="957263">
                        <a:spcBef>
                          <a:spcPct val="20000"/>
                        </a:spcBef>
                        <a:buClr>
                          <a:schemeClr val="folHlink"/>
                        </a:buClr>
                        <a:buFont typeface="Wingdings" pitchFamily="2" charset="2"/>
                        <a:defRPr>
                          <a:solidFill>
                            <a:schemeClr val="tx1"/>
                          </a:solidFill>
                          <a:latin typeface="ＭＳ Ｐゴシック" pitchFamily="50" charset="-128"/>
                          <a:ea typeface="ＭＳ Ｐゴシック" pitchFamily="50" charset="-128"/>
                        </a:defRPr>
                      </a:lvl4pPr>
                      <a:lvl5pPr marL="1916113" algn="l" defTabSz="957263">
                        <a:spcBef>
                          <a:spcPct val="20000"/>
                        </a:spcBef>
                        <a:buClr>
                          <a:schemeClr val="folHlink"/>
                        </a:buClr>
                        <a:buFont typeface="Wingdings" pitchFamily="2" charset="2"/>
                        <a:defRPr kumimoji="1" sz="1000">
                          <a:solidFill>
                            <a:schemeClr val="tx1"/>
                          </a:solidFill>
                          <a:latin typeface="Arial" charset="0"/>
                          <a:ea typeface="ＭＳ Ｐゴシック" pitchFamily="50" charset="-128"/>
                        </a:defRPr>
                      </a:lvl5pPr>
                      <a:lvl6pPr marL="2373313" defTabSz="957263" fontAlgn="base">
                        <a:spcBef>
                          <a:spcPct val="20000"/>
                        </a:spcBef>
                        <a:spcAft>
                          <a:spcPct val="0"/>
                        </a:spcAft>
                        <a:buClr>
                          <a:schemeClr val="folHlink"/>
                        </a:buClr>
                        <a:buFont typeface="Wingdings" pitchFamily="2" charset="2"/>
                        <a:defRPr kumimoji="1" sz="1000">
                          <a:solidFill>
                            <a:schemeClr val="tx1"/>
                          </a:solidFill>
                          <a:latin typeface="Arial" charset="0"/>
                          <a:ea typeface="ＭＳ Ｐゴシック" pitchFamily="50" charset="-128"/>
                        </a:defRPr>
                      </a:lvl6pPr>
                      <a:lvl7pPr marL="2830513" defTabSz="957263" fontAlgn="base">
                        <a:spcBef>
                          <a:spcPct val="20000"/>
                        </a:spcBef>
                        <a:spcAft>
                          <a:spcPct val="0"/>
                        </a:spcAft>
                        <a:buClr>
                          <a:schemeClr val="folHlink"/>
                        </a:buClr>
                        <a:buFont typeface="Wingdings" pitchFamily="2" charset="2"/>
                        <a:defRPr kumimoji="1" sz="1000">
                          <a:solidFill>
                            <a:schemeClr val="tx1"/>
                          </a:solidFill>
                          <a:latin typeface="Arial" charset="0"/>
                          <a:ea typeface="ＭＳ Ｐゴシック" pitchFamily="50" charset="-128"/>
                        </a:defRPr>
                      </a:lvl7pPr>
                      <a:lvl8pPr marL="3287713" defTabSz="957263" fontAlgn="base">
                        <a:spcBef>
                          <a:spcPct val="20000"/>
                        </a:spcBef>
                        <a:spcAft>
                          <a:spcPct val="0"/>
                        </a:spcAft>
                        <a:buClr>
                          <a:schemeClr val="folHlink"/>
                        </a:buClr>
                        <a:buFont typeface="Wingdings" pitchFamily="2" charset="2"/>
                        <a:defRPr kumimoji="1" sz="1000">
                          <a:solidFill>
                            <a:schemeClr val="tx1"/>
                          </a:solidFill>
                          <a:latin typeface="Arial" charset="0"/>
                          <a:ea typeface="ＭＳ Ｐゴシック" pitchFamily="50" charset="-128"/>
                        </a:defRPr>
                      </a:lvl8pPr>
                      <a:lvl9pPr marL="3744913" defTabSz="957263" fontAlgn="base">
                        <a:spcBef>
                          <a:spcPct val="20000"/>
                        </a:spcBef>
                        <a:spcAft>
                          <a:spcPct val="0"/>
                        </a:spcAft>
                        <a:buClr>
                          <a:schemeClr val="folHlink"/>
                        </a:buClr>
                        <a:buFont typeface="Wingdings" pitchFamily="2" charset="2"/>
                        <a:defRPr kumimoji="1" sz="1000">
                          <a:solidFill>
                            <a:schemeClr val="tx1"/>
                          </a:solidFill>
                          <a:latin typeface="Arial" charset="0"/>
                          <a:ea typeface="ＭＳ Ｐゴシック" pitchFamily="50" charset="-128"/>
                        </a:defRPr>
                      </a:lvl9pPr>
                    </a:lstStyle>
                    <a:p>
                      <a:pPr marL="0" marR="0" lvl="0" indent="0" algn="ctr" defTabSz="957263" rtl="0" eaLnBrk="1" fontAlgn="base" latinLnBrk="0" hangingPunct="1">
                        <a:lnSpc>
                          <a:spcPct val="100000"/>
                        </a:lnSpc>
                        <a:spcBef>
                          <a:spcPct val="20000"/>
                        </a:spcBef>
                        <a:spcAft>
                          <a:spcPct val="0"/>
                        </a:spcAft>
                        <a:buClr>
                          <a:srgbClr val="FF0000"/>
                        </a:buClr>
                        <a:buSzPct val="80000"/>
                        <a:buFont typeface="Wingdings" pitchFamily="2" charset="2"/>
                        <a:buNone/>
                        <a:tabLst/>
                      </a:pPr>
                      <a:endParaRPr kumimoji="0" lang="ja-JP" altLang="ja-JP" sz="11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endParaRPr>
                    </a:p>
                  </a:txBody>
                  <a:tcPr marL="89972" marR="89972" marT="46786" marB="4678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defTabSz="957263">
                        <a:spcBef>
                          <a:spcPct val="20000"/>
                        </a:spcBef>
                        <a:buClr>
                          <a:srgbClr val="FF0000"/>
                        </a:buClr>
                        <a:buSzPct val="80000"/>
                        <a:buFont typeface="Wingdings" pitchFamily="2" charset="2"/>
                        <a:defRPr sz="2800">
                          <a:solidFill>
                            <a:schemeClr val="tx1"/>
                          </a:solidFill>
                          <a:latin typeface="Arial" charset="0"/>
                          <a:ea typeface="ＭＳ Ｐゴシック" pitchFamily="50" charset="-128"/>
                        </a:defRPr>
                      </a:lvl1pPr>
                      <a:lvl2pPr marL="479425" algn="l" defTabSz="957263">
                        <a:spcBef>
                          <a:spcPct val="20000"/>
                        </a:spcBef>
                        <a:buClr>
                          <a:srgbClr val="969696"/>
                        </a:buClr>
                        <a:buSzPct val="80000"/>
                        <a:buFont typeface="Wingdings" pitchFamily="2" charset="2"/>
                        <a:defRPr kumimoji="1" sz="2400">
                          <a:solidFill>
                            <a:schemeClr val="tx1"/>
                          </a:solidFill>
                          <a:latin typeface="ＭＳ Ｐゴシック" pitchFamily="50" charset="-128"/>
                          <a:ea typeface="ＭＳ Ｐゴシック" pitchFamily="50" charset="-128"/>
                        </a:defRPr>
                      </a:lvl2pPr>
                      <a:lvl3pPr marL="957263" algn="l" defTabSz="957263">
                        <a:spcBef>
                          <a:spcPct val="20000"/>
                        </a:spcBef>
                        <a:buClr>
                          <a:schemeClr val="tx1"/>
                        </a:buClr>
                        <a:defRPr kumimoji="1" sz="2000">
                          <a:solidFill>
                            <a:schemeClr val="tx1"/>
                          </a:solidFill>
                          <a:latin typeface="ＭＳ Ｐゴシック" pitchFamily="50" charset="-128"/>
                          <a:ea typeface="ＭＳ Ｐゴシック" pitchFamily="50" charset="-128"/>
                        </a:defRPr>
                      </a:lvl3pPr>
                      <a:lvl4pPr marL="1436688" algn="l" defTabSz="957263">
                        <a:spcBef>
                          <a:spcPct val="20000"/>
                        </a:spcBef>
                        <a:buClr>
                          <a:schemeClr val="folHlink"/>
                        </a:buClr>
                        <a:buFont typeface="Wingdings" pitchFamily="2" charset="2"/>
                        <a:defRPr>
                          <a:solidFill>
                            <a:schemeClr val="tx1"/>
                          </a:solidFill>
                          <a:latin typeface="ＭＳ Ｐゴシック" pitchFamily="50" charset="-128"/>
                          <a:ea typeface="ＭＳ Ｐゴシック" pitchFamily="50" charset="-128"/>
                        </a:defRPr>
                      </a:lvl4pPr>
                      <a:lvl5pPr marL="1916113" algn="l" defTabSz="957263">
                        <a:spcBef>
                          <a:spcPct val="20000"/>
                        </a:spcBef>
                        <a:buClr>
                          <a:schemeClr val="folHlink"/>
                        </a:buClr>
                        <a:buFont typeface="Wingdings" pitchFamily="2" charset="2"/>
                        <a:defRPr kumimoji="1" sz="1000">
                          <a:solidFill>
                            <a:schemeClr val="tx1"/>
                          </a:solidFill>
                          <a:latin typeface="Arial" charset="0"/>
                          <a:ea typeface="ＭＳ Ｐゴシック" pitchFamily="50" charset="-128"/>
                        </a:defRPr>
                      </a:lvl5pPr>
                      <a:lvl6pPr marL="2373313" defTabSz="957263" fontAlgn="base">
                        <a:spcBef>
                          <a:spcPct val="20000"/>
                        </a:spcBef>
                        <a:spcAft>
                          <a:spcPct val="0"/>
                        </a:spcAft>
                        <a:buClr>
                          <a:schemeClr val="folHlink"/>
                        </a:buClr>
                        <a:buFont typeface="Wingdings" pitchFamily="2" charset="2"/>
                        <a:defRPr kumimoji="1" sz="1000">
                          <a:solidFill>
                            <a:schemeClr val="tx1"/>
                          </a:solidFill>
                          <a:latin typeface="Arial" charset="0"/>
                          <a:ea typeface="ＭＳ Ｐゴシック" pitchFamily="50" charset="-128"/>
                        </a:defRPr>
                      </a:lvl6pPr>
                      <a:lvl7pPr marL="2830513" defTabSz="957263" fontAlgn="base">
                        <a:spcBef>
                          <a:spcPct val="20000"/>
                        </a:spcBef>
                        <a:spcAft>
                          <a:spcPct val="0"/>
                        </a:spcAft>
                        <a:buClr>
                          <a:schemeClr val="folHlink"/>
                        </a:buClr>
                        <a:buFont typeface="Wingdings" pitchFamily="2" charset="2"/>
                        <a:defRPr kumimoji="1" sz="1000">
                          <a:solidFill>
                            <a:schemeClr val="tx1"/>
                          </a:solidFill>
                          <a:latin typeface="Arial" charset="0"/>
                          <a:ea typeface="ＭＳ Ｐゴシック" pitchFamily="50" charset="-128"/>
                        </a:defRPr>
                      </a:lvl7pPr>
                      <a:lvl8pPr marL="3287713" defTabSz="957263" fontAlgn="base">
                        <a:spcBef>
                          <a:spcPct val="20000"/>
                        </a:spcBef>
                        <a:spcAft>
                          <a:spcPct val="0"/>
                        </a:spcAft>
                        <a:buClr>
                          <a:schemeClr val="folHlink"/>
                        </a:buClr>
                        <a:buFont typeface="Wingdings" pitchFamily="2" charset="2"/>
                        <a:defRPr kumimoji="1" sz="1000">
                          <a:solidFill>
                            <a:schemeClr val="tx1"/>
                          </a:solidFill>
                          <a:latin typeface="Arial" charset="0"/>
                          <a:ea typeface="ＭＳ Ｐゴシック" pitchFamily="50" charset="-128"/>
                        </a:defRPr>
                      </a:lvl8pPr>
                      <a:lvl9pPr marL="3744913" defTabSz="957263" fontAlgn="base">
                        <a:spcBef>
                          <a:spcPct val="20000"/>
                        </a:spcBef>
                        <a:spcAft>
                          <a:spcPct val="0"/>
                        </a:spcAft>
                        <a:buClr>
                          <a:schemeClr val="folHlink"/>
                        </a:buClr>
                        <a:buFont typeface="Wingdings" pitchFamily="2" charset="2"/>
                        <a:defRPr kumimoji="1" sz="1000">
                          <a:solidFill>
                            <a:schemeClr val="tx1"/>
                          </a:solidFill>
                          <a:latin typeface="Arial" charset="0"/>
                          <a:ea typeface="ＭＳ Ｐゴシック" pitchFamily="50" charset="-128"/>
                        </a:defRPr>
                      </a:lvl9pPr>
                    </a:lstStyle>
                    <a:p>
                      <a:pPr marL="0" marR="0" lvl="0" indent="0" algn="ctr" defTabSz="957263" rtl="0" eaLnBrk="1" fontAlgn="base" latinLnBrk="0" hangingPunct="1">
                        <a:lnSpc>
                          <a:spcPct val="100000"/>
                        </a:lnSpc>
                        <a:spcBef>
                          <a:spcPct val="20000"/>
                        </a:spcBef>
                        <a:spcAft>
                          <a:spcPct val="0"/>
                        </a:spcAft>
                        <a:buClr>
                          <a:srgbClr val="FF0000"/>
                        </a:buClr>
                        <a:buSzPct val="80000"/>
                        <a:buFont typeface="Wingdings" pitchFamily="2" charset="2"/>
                        <a:buNone/>
                        <a:tabLst/>
                      </a:pPr>
                      <a:endParaRPr kumimoji="0" lang="ja-JP" altLang="ja-JP" sz="11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endParaRPr>
                    </a:p>
                  </a:txBody>
                  <a:tcPr marL="89972" marR="89972" marT="46786" marB="4678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sp>
        <p:nvSpPr>
          <p:cNvPr id="10" name="フッター プレースホルダー 9">
            <a:extLst>
              <a:ext uri="{FF2B5EF4-FFF2-40B4-BE49-F238E27FC236}">
                <a16:creationId xmlns:a16="http://schemas.microsoft.com/office/drawing/2014/main" id="{743AD6AA-CA74-4F0E-B92E-3D024E952D74}"/>
              </a:ext>
            </a:extLst>
          </p:cNvPr>
          <p:cNvSpPr>
            <a:spLocks noGrp="1"/>
          </p:cNvSpPr>
          <p:nvPr>
            <p:ph type="ftr" sz="quarter" idx="11"/>
          </p:nvPr>
        </p:nvSpPr>
        <p:spPr/>
        <p:txBody>
          <a:bodyPr/>
          <a:lstStyle/>
          <a:p>
            <a:r>
              <a:rPr kumimoji="1" lang="en-US" altLang="ja-JP"/>
              <a:t>© 2022 Fujitsu Limited</a:t>
            </a:r>
            <a:endParaRPr kumimoji="1" lang="ja-JP" altLang="en-US"/>
          </a:p>
        </p:txBody>
      </p:sp>
      <p:sp>
        <p:nvSpPr>
          <p:cNvPr id="16" name="スライド番号プレースホルダー 15">
            <a:extLst>
              <a:ext uri="{FF2B5EF4-FFF2-40B4-BE49-F238E27FC236}">
                <a16:creationId xmlns:a16="http://schemas.microsoft.com/office/drawing/2014/main" id="{F0457380-DF65-4957-9513-CF1EA398A93E}"/>
              </a:ext>
            </a:extLst>
          </p:cNvPr>
          <p:cNvSpPr>
            <a:spLocks noGrp="1"/>
          </p:cNvSpPr>
          <p:nvPr>
            <p:ph type="sldNum" sz="quarter" idx="12"/>
          </p:nvPr>
        </p:nvSpPr>
        <p:spPr/>
        <p:txBody>
          <a:bodyPr/>
          <a:lstStyle/>
          <a:p>
            <a:fld id="{4D029D89-7B63-4C94-AD4D-2E4D6BB83637}" type="slidenum">
              <a:rPr kumimoji="1" lang="ja-JP" altLang="en-US" smtClean="0"/>
              <a:t>2</a:t>
            </a:fld>
            <a:endParaRPr kumimoji="1" lang="ja-JP" alt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目次</a:t>
            </a:r>
          </a:p>
        </p:txBody>
      </p:sp>
      <p:sp>
        <p:nvSpPr>
          <p:cNvPr id="5" name="フッター プレースホルダー 4"/>
          <p:cNvSpPr>
            <a:spLocks noGrp="1"/>
          </p:cNvSpPr>
          <p:nvPr>
            <p:ph type="ftr" sz="quarter" idx="10"/>
          </p:nvPr>
        </p:nvSpPr>
        <p:spPr/>
        <p:txBody>
          <a:bodyPr/>
          <a:lstStyle/>
          <a:p>
            <a:r>
              <a:rPr lang="de-DE" altLang="ja-JP"/>
              <a:t>© 2022 Fujitsu Limited</a:t>
            </a:r>
            <a:endParaRPr lang="de-DE" altLang="ja-JP" dirty="0"/>
          </a:p>
        </p:txBody>
      </p:sp>
      <p:sp>
        <p:nvSpPr>
          <p:cNvPr id="42" name="コンテンツ プレースホルダー 2">
            <a:extLst>
              <a:ext uri="{FF2B5EF4-FFF2-40B4-BE49-F238E27FC236}">
                <a16:creationId xmlns:a16="http://schemas.microsoft.com/office/drawing/2014/main" id="{D6C4CB49-B3E2-438E-BDB9-F18EE9C3DD1C}"/>
              </a:ext>
            </a:extLst>
          </p:cNvPr>
          <p:cNvSpPr txBox="1">
            <a:spLocks/>
          </p:cNvSpPr>
          <p:nvPr/>
        </p:nvSpPr>
        <p:spPr bwMode="gray">
          <a:xfrm>
            <a:off x="306688" y="916078"/>
            <a:ext cx="4265313" cy="37421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bodyPr>
          <a:lstStyle>
            <a:lvl1pPr marL="266700" indent="-266700" algn="l" defTabSz="809625" rtl="0" fontAlgn="ctr">
              <a:lnSpc>
                <a:spcPct val="110000"/>
              </a:lnSpc>
              <a:spcBef>
                <a:spcPct val="20000"/>
              </a:spcBef>
              <a:spcAft>
                <a:spcPct val="10000"/>
              </a:spcAft>
              <a:buClr>
                <a:srgbClr val="A30B1A"/>
              </a:buClr>
              <a:buFont typeface="Wingdings" pitchFamily="2" charset="2"/>
              <a:buChar char="n"/>
              <a:defRPr kumimoji="1" sz="2800">
                <a:solidFill>
                  <a:schemeClr val="tx1"/>
                </a:solidFill>
                <a:latin typeface="Meiryo UI" panose="020B0604030504040204" pitchFamily="50" charset="-128"/>
                <a:ea typeface="Meiryo UI" panose="020B0604030504040204" pitchFamily="50" charset="-128"/>
                <a:cs typeface="+mn-cs"/>
              </a:defRPr>
            </a:lvl1pPr>
            <a:lvl2pPr marL="514350" indent="-246063" algn="l" defTabSz="809625" rtl="0" fontAlgn="ctr">
              <a:lnSpc>
                <a:spcPct val="110000"/>
              </a:lnSpc>
              <a:spcBef>
                <a:spcPct val="20000"/>
              </a:spcBef>
              <a:spcAft>
                <a:spcPct val="10000"/>
              </a:spcAft>
              <a:buClr>
                <a:srgbClr val="87867E"/>
              </a:buClr>
              <a:buFont typeface="Wingdings" pitchFamily="2" charset="2"/>
              <a:buChar char="n"/>
              <a:defRPr kumimoji="1" sz="2400">
                <a:solidFill>
                  <a:schemeClr val="tx1"/>
                </a:solidFill>
                <a:latin typeface="Meiryo UI" panose="020B0604030504040204" pitchFamily="50" charset="-128"/>
                <a:ea typeface="Meiryo UI" panose="020B0604030504040204" pitchFamily="50" charset="-128"/>
              </a:defRPr>
            </a:lvl2pPr>
            <a:lvl3pPr marL="536575" algn="l" defTabSz="809625" rtl="0" fontAlgn="ctr">
              <a:lnSpc>
                <a:spcPct val="110000"/>
              </a:lnSpc>
              <a:spcBef>
                <a:spcPct val="20000"/>
              </a:spcBef>
              <a:spcAft>
                <a:spcPct val="10000"/>
              </a:spcAft>
              <a:buClr>
                <a:srgbClr val="808080"/>
              </a:buClr>
              <a:buFont typeface="Wingdings" pitchFamily="2" charset="2"/>
              <a:defRPr kumimoji="1" sz="2000">
                <a:solidFill>
                  <a:schemeClr val="tx1"/>
                </a:solidFill>
                <a:latin typeface="Meiryo UI" panose="020B0604030504040204" pitchFamily="50" charset="-128"/>
                <a:ea typeface="Meiryo UI" panose="020B0604030504040204" pitchFamily="50" charset="-128"/>
              </a:defRPr>
            </a:lvl3pPr>
            <a:lvl4pPr marL="717550" indent="-136525" algn="l" defTabSz="809625" rtl="0" fontAlgn="base">
              <a:lnSpc>
                <a:spcPct val="110000"/>
              </a:lnSpc>
              <a:spcBef>
                <a:spcPct val="20000"/>
              </a:spcBef>
              <a:spcAft>
                <a:spcPct val="10000"/>
              </a:spcAft>
              <a:buClr>
                <a:srgbClr val="87867E"/>
              </a:buClr>
              <a:buSzPct val="50000"/>
              <a:buFont typeface="Wingdings" pitchFamily="2" charset="2"/>
              <a:buChar char="l"/>
              <a:defRPr kumimoji="1" sz="1800">
                <a:solidFill>
                  <a:schemeClr val="tx1"/>
                </a:solidFill>
                <a:latin typeface="Meiryo UI" panose="020B0604030504040204" pitchFamily="50" charset="-128"/>
                <a:ea typeface="Meiryo UI" panose="020B0604030504040204" pitchFamily="50" charset="-128"/>
              </a:defRPr>
            </a:lvl4pPr>
            <a:lvl5pPr marL="2057400" indent="-228600" algn="l" defTabSz="809625" rtl="0" fontAlgn="base">
              <a:spcBef>
                <a:spcPct val="20000"/>
              </a:spcBef>
              <a:spcAft>
                <a:spcPct val="0"/>
              </a:spcAft>
              <a:buChar char="»"/>
              <a:defRPr kumimoji="1" sz="1800">
                <a:solidFill>
                  <a:schemeClr val="tx1"/>
                </a:solidFill>
                <a:latin typeface="+mn-lt"/>
                <a:ea typeface="+mn-ea"/>
              </a:defRPr>
            </a:lvl5pPr>
            <a:lvl6pPr marL="2514600" indent="-228600" algn="l" defTabSz="809625" rtl="0" fontAlgn="base">
              <a:spcBef>
                <a:spcPct val="20000"/>
              </a:spcBef>
              <a:spcAft>
                <a:spcPct val="0"/>
              </a:spcAft>
              <a:buChar char="»"/>
              <a:defRPr kumimoji="1" sz="1800">
                <a:solidFill>
                  <a:schemeClr val="tx1"/>
                </a:solidFill>
                <a:latin typeface="+mn-lt"/>
                <a:ea typeface="+mn-ea"/>
              </a:defRPr>
            </a:lvl6pPr>
            <a:lvl7pPr marL="2971800" indent="-228600" algn="l" defTabSz="809625" rtl="0" fontAlgn="base">
              <a:spcBef>
                <a:spcPct val="20000"/>
              </a:spcBef>
              <a:spcAft>
                <a:spcPct val="0"/>
              </a:spcAft>
              <a:buChar char="»"/>
              <a:defRPr kumimoji="1" sz="1800">
                <a:solidFill>
                  <a:schemeClr val="tx1"/>
                </a:solidFill>
                <a:latin typeface="+mn-lt"/>
                <a:ea typeface="+mn-ea"/>
              </a:defRPr>
            </a:lvl7pPr>
            <a:lvl8pPr marL="3429000" indent="-228600" algn="l" defTabSz="809625" rtl="0" fontAlgn="base">
              <a:spcBef>
                <a:spcPct val="20000"/>
              </a:spcBef>
              <a:spcAft>
                <a:spcPct val="0"/>
              </a:spcAft>
              <a:buChar char="»"/>
              <a:defRPr kumimoji="1" sz="1800">
                <a:solidFill>
                  <a:schemeClr val="tx1"/>
                </a:solidFill>
                <a:latin typeface="+mn-lt"/>
                <a:ea typeface="+mn-ea"/>
              </a:defRPr>
            </a:lvl8pPr>
            <a:lvl9pPr marL="3886200" indent="-228600" algn="l" defTabSz="809625" rtl="0" fontAlgn="base">
              <a:spcBef>
                <a:spcPct val="20000"/>
              </a:spcBef>
              <a:spcAft>
                <a:spcPct val="0"/>
              </a:spcAft>
              <a:buChar char="»"/>
              <a:defRPr kumimoji="1" sz="1800">
                <a:solidFill>
                  <a:schemeClr val="tx1"/>
                </a:solidFill>
                <a:latin typeface="+mn-lt"/>
                <a:ea typeface="+mn-ea"/>
              </a:defRPr>
            </a:lvl9pPr>
          </a:lstStyle>
          <a:p>
            <a:pPr>
              <a:lnSpc>
                <a:spcPct val="100000"/>
              </a:lnSpc>
              <a:buClrTx/>
            </a:pPr>
            <a:r>
              <a:rPr lang="ja-JP" altLang="en-US" sz="1799" kern="0" dirty="0"/>
              <a:t>本ドキュメントについて</a:t>
            </a:r>
            <a:endParaRPr lang="en-US" altLang="ja-JP" sz="1799" kern="0" dirty="0"/>
          </a:p>
          <a:p>
            <a:pPr>
              <a:lnSpc>
                <a:spcPct val="100000"/>
              </a:lnSpc>
              <a:buClrTx/>
            </a:pPr>
            <a:r>
              <a:rPr lang="en-US" altLang="ja-JP" sz="1799" kern="0" dirty="0"/>
              <a:t>Activate 3.0</a:t>
            </a:r>
            <a:r>
              <a:rPr lang="ja-JP" altLang="en-US" sz="1799" kern="0" dirty="0"/>
              <a:t>構成管理概要について</a:t>
            </a:r>
            <a:endParaRPr lang="en-US" altLang="ja-JP" sz="1799" kern="0" dirty="0"/>
          </a:p>
          <a:p>
            <a:pPr>
              <a:lnSpc>
                <a:spcPct val="100000"/>
              </a:lnSpc>
              <a:buClrTx/>
            </a:pPr>
            <a:r>
              <a:rPr lang="en-US" altLang="ja-JP" sz="1799" kern="0" dirty="0"/>
              <a:t>Activate 3.0</a:t>
            </a:r>
            <a:r>
              <a:rPr lang="ja-JP" altLang="en-US" sz="1799" kern="0" dirty="0"/>
              <a:t>構成管理フロー</a:t>
            </a:r>
            <a:endParaRPr lang="en-US" altLang="ja-JP" sz="1799" kern="0" dirty="0"/>
          </a:p>
          <a:p>
            <a:pPr>
              <a:lnSpc>
                <a:spcPct val="100000"/>
              </a:lnSpc>
              <a:buClrTx/>
            </a:pPr>
            <a:r>
              <a:rPr lang="ja-JP" altLang="en-US" sz="1799" kern="0" dirty="0"/>
              <a:t>構成管理実施手順</a:t>
            </a:r>
            <a:endParaRPr lang="en-US" altLang="ja-JP" sz="1799" kern="0" dirty="0"/>
          </a:p>
        </p:txBody>
      </p:sp>
      <p:sp>
        <p:nvSpPr>
          <p:cNvPr id="15" name="スライド番号プレースホルダー 14">
            <a:extLst>
              <a:ext uri="{FF2B5EF4-FFF2-40B4-BE49-F238E27FC236}">
                <a16:creationId xmlns:a16="http://schemas.microsoft.com/office/drawing/2014/main" id="{F8EE671A-8F71-4F1C-AE6A-C36412481075}"/>
              </a:ext>
            </a:extLst>
          </p:cNvPr>
          <p:cNvSpPr>
            <a:spLocks noGrp="1"/>
          </p:cNvSpPr>
          <p:nvPr>
            <p:ph type="sldNum" sz="quarter" idx="11"/>
          </p:nvPr>
        </p:nvSpPr>
        <p:spPr/>
        <p:txBody>
          <a:bodyPr/>
          <a:lstStyle/>
          <a:p>
            <a:fld id="{2145D5DA-CF11-4C66-BB26-5DC06B07024B}" type="slidenum">
              <a:rPr lang="de-DE" altLang="ja-JP" smtClean="0"/>
              <a:pPr/>
              <a:t>3</a:t>
            </a:fld>
            <a:endParaRPr lang="de-DE" altLang="ja-JP"/>
          </a:p>
        </p:txBody>
      </p:sp>
    </p:spTree>
    <p:extLst>
      <p:ext uri="{BB962C8B-B14F-4D97-AF65-F5344CB8AC3E}">
        <p14:creationId xmlns:p14="http://schemas.microsoft.com/office/powerpoint/2010/main" val="326266052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35874" name="Rectangle 2"/>
          <p:cNvSpPr>
            <a:spLocks noGrp="1" noChangeArrowheads="1"/>
          </p:cNvSpPr>
          <p:nvPr>
            <p:ph type="title"/>
          </p:nvPr>
        </p:nvSpPr>
        <p:spPr/>
        <p:txBody>
          <a:bodyPr vert="horz" lIns="0" tIns="108000" rIns="0" bIns="0" rtlCol="0" anchor="ctr">
            <a:normAutofit/>
          </a:bodyPr>
          <a:lstStyle/>
          <a:p>
            <a:r>
              <a:rPr lang="ja-JP" altLang="en-US" sz="2800" dirty="0">
                <a:latin typeface="+mj-lt"/>
                <a:ea typeface="+mj-ea"/>
              </a:rPr>
              <a:t>本ドキュメントについて</a:t>
            </a:r>
            <a:endParaRPr lang="en-US" altLang="ja-JP" sz="2800" dirty="0">
              <a:latin typeface="+mj-lt"/>
              <a:ea typeface="+mj-ea"/>
            </a:endParaRPr>
          </a:p>
        </p:txBody>
      </p:sp>
      <p:sp>
        <p:nvSpPr>
          <p:cNvPr id="4" name="フッター プレースホルダー 3"/>
          <p:cNvSpPr>
            <a:spLocks noGrp="1"/>
          </p:cNvSpPr>
          <p:nvPr>
            <p:ph type="ftr" sz="quarter" idx="10"/>
          </p:nvPr>
        </p:nvSpPr>
        <p:spPr/>
        <p:txBody>
          <a:bodyPr/>
          <a:lstStyle/>
          <a:p>
            <a:r>
              <a:rPr lang="en-US" altLang="ja-JP"/>
              <a:t>© 2022 Fujitsu Limited</a:t>
            </a:r>
            <a:endParaRPr lang="de-DE" altLang="ja-JP" dirty="0"/>
          </a:p>
        </p:txBody>
      </p:sp>
      <p:sp>
        <p:nvSpPr>
          <p:cNvPr id="46" name="正方形/長方形 45">
            <a:extLst>
              <a:ext uri="{FF2B5EF4-FFF2-40B4-BE49-F238E27FC236}">
                <a16:creationId xmlns:a16="http://schemas.microsoft.com/office/drawing/2014/main" id="{0BCD31FD-37DC-4953-AC83-7EED2E2D83FA}"/>
              </a:ext>
            </a:extLst>
          </p:cNvPr>
          <p:cNvSpPr/>
          <p:nvPr/>
        </p:nvSpPr>
        <p:spPr>
          <a:xfrm>
            <a:off x="90887" y="712557"/>
            <a:ext cx="8296360" cy="369204"/>
          </a:xfrm>
          <a:prstGeom prst="rect">
            <a:avLst/>
          </a:prstGeom>
        </p:spPr>
        <p:txBody>
          <a:bodyPr wrap="square">
            <a:spAutoFit/>
          </a:bodyPr>
          <a:lstStyle/>
          <a:p>
            <a:pPr marL="285664" indent="-285664">
              <a:buClr>
                <a:schemeClr val="accent4"/>
              </a:buClr>
              <a:buFont typeface="Wingdings" panose="05000000000000000000" pitchFamily="2" charset="2"/>
              <a:buChar char="n"/>
            </a:pPr>
            <a:r>
              <a:rPr lang="ja-JP" altLang="en-US" sz="1799" dirty="0">
                <a:latin typeface="Meiryo UI" panose="020B0604030504040204" pitchFamily="50" charset="-128"/>
                <a:ea typeface="Meiryo UI" panose="020B0604030504040204" pitchFamily="50" charset="-128"/>
              </a:rPr>
              <a:t>富士通版</a:t>
            </a:r>
            <a:r>
              <a:rPr lang="en-US" altLang="ja-JP" sz="1799" dirty="0">
                <a:latin typeface="Meiryo UI" panose="020B0604030504040204" pitchFamily="50" charset="-128"/>
                <a:ea typeface="Meiryo UI" panose="020B0604030504040204" pitchFamily="50" charset="-128"/>
              </a:rPr>
              <a:t>Activate3.0 </a:t>
            </a:r>
            <a:r>
              <a:rPr lang="ja-JP" altLang="en-US" sz="1799" dirty="0">
                <a:latin typeface="Meiryo UI" panose="020B0604030504040204" pitchFamily="50" charset="-128"/>
                <a:ea typeface="Meiryo UI" panose="020B0604030504040204" pitchFamily="50" charset="-128"/>
              </a:rPr>
              <a:t>ドキュメントについての更新ルールを定義したもの。</a:t>
            </a:r>
          </a:p>
        </p:txBody>
      </p:sp>
      <p:sp>
        <p:nvSpPr>
          <p:cNvPr id="15" name="スライド番号プレースホルダー 14">
            <a:extLst>
              <a:ext uri="{FF2B5EF4-FFF2-40B4-BE49-F238E27FC236}">
                <a16:creationId xmlns:a16="http://schemas.microsoft.com/office/drawing/2014/main" id="{42854AB5-AE12-4958-9191-E3FB0E3B9AB9}"/>
              </a:ext>
            </a:extLst>
          </p:cNvPr>
          <p:cNvSpPr>
            <a:spLocks noGrp="1"/>
          </p:cNvSpPr>
          <p:nvPr>
            <p:ph type="sldNum" sz="quarter" idx="11"/>
          </p:nvPr>
        </p:nvSpPr>
        <p:spPr/>
        <p:txBody>
          <a:bodyPr/>
          <a:lstStyle/>
          <a:p>
            <a:fld id="{72E657AC-4808-49C2-85C9-9B8A09B04136}" type="slidenum">
              <a:rPr lang="de-DE" altLang="ja-JP" smtClean="0"/>
              <a:pPr/>
              <a:t>4</a:t>
            </a:fld>
            <a:endParaRPr lang="de-DE" altLang="ja-JP"/>
          </a:p>
        </p:txBody>
      </p:sp>
    </p:spTree>
  </p:cSld>
  <p:clrMapOvr>
    <a:masterClrMapping/>
  </p:clrMapOvr>
  <p:transition advClick="0" advTm="10000"/>
</p:sld>
</file>

<file path=ppt/slides/slide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35874" name="Rectangle 2"/>
          <p:cNvSpPr>
            <a:spLocks noGrp="1" noChangeArrowheads="1"/>
          </p:cNvSpPr>
          <p:nvPr>
            <p:ph type="title"/>
          </p:nvPr>
        </p:nvSpPr>
        <p:spPr/>
        <p:txBody>
          <a:bodyPr vert="horz" lIns="0" tIns="108000" rIns="0" bIns="0" rtlCol="0" anchor="ctr">
            <a:normAutofit/>
          </a:bodyPr>
          <a:lstStyle/>
          <a:p>
            <a:r>
              <a:rPr lang="en-US" altLang="ja-JP" sz="2800" dirty="0">
                <a:latin typeface="+mj-lt"/>
                <a:ea typeface="+mj-ea"/>
              </a:rPr>
              <a:t>Activate 3.0</a:t>
            </a:r>
            <a:r>
              <a:rPr lang="ja-JP" altLang="en-US" sz="2800" dirty="0">
                <a:latin typeface="+mj-lt"/>
                <a:ea typeface="+mj-ea"/>
              </a:rPr>
              <a:t>構成管理概要について</a:t>
            </a:r>
            <a:endParaRPr lang="en-US" altLang="ja-JP" sz="2800" dirty="0">
              <a:latin typeface="+mj-lt"/>
              <a:ea typeface="+mj-ea"/>
            </a:endParaRPr>
          </a:p>
        </p:txBody>
      </p:sp>
      <p:sp>
        <p:nvSpPr>
          <p:cNvPr id="4" name="フッター プレースホルダー 3"/>
          <p:cNvSpPr>
            <a:spLocks noGrp="1"/>
          </p:cNvSpPr>
          <p:nvPr>
            <p:ph type="ftr" sz="quarter" idx="10"/>
          </p:nvPr>
        </p:nvSpPr>
        <p:spPr/>
        <p:txBody>
          <a:bodyPr/>
          <a:lstStyle/>
          <a:p>
            <a:r>
              <a:rPr lang="en-US" altLang="ja-JP"/>
              <a:t>© 2022 Fujitsu Limited</a:t>
            </a:r>
            <a:endParaRPr lang="de-DE" altLang="ja-JP" dirty="0"/>
          </a:p>
        </p:txBody>
      </p:sp>
      <p:graphicFrame>
        <p:nvGraphicFramePr>
          <p:cNvPr id="6" name="表 5">
            <a:extLst>
              <a:ext uri="{FF2B5EF4-FFF2-40B4-BE49-F238E27FC236}">
                <a16:creationId xmlns:a16="http://schemas.microsoft.com/office/drawing/2014/main" id="{65610D00-ED38-49D6-A02F-091C63C59D26}"/>
              </a:ext>
            </a:extLst>
          </p:cNvPr>
          <p:cNvGraphicFramePr>
            <a:graphicFrameLocks noGrp="1"/>
          </p:cNvGraphicFramePr>
          <p:nvPr>
            <p:extLst>
              <p:ext uri="{D42A27DB-BD31-4B8C-83A1-F6EECF244321}">
                <p14:modId xmlns:p14="http://schemas.microsoft.com/office/powerpoint/2010/main" val="1320764347"/>
              </p:ext>
            </p:extLst>
          </p:nvPr>
        </p:nvGraphicFramePr>
        <p:xfrm>
          <a:off x="386819" y="844352"/>
          <a:ext cx="8361645" cy="4152299"/>
        </p:xfrm>
        <a:graphic>
          <a:graphicData uri="http://schemas.openxmlformats.org/drawingml/2006/table">
            <a:tbl>
              <a:tblPr firstRow="1" firstCol="1">
                <a:tableStyleId>{00A15C55-8517-42AA-B614-E9B94910E393}</a:tableStyleId>
              </a:tblPr>
              <a:tblGrid>
                <a:gridCol w="1440180">
                  <a:extLst>
                    <a:ext uri="{9D8B030D-6E8A-4147-A177-3AD203B41FA5}">
                      <a16:colId xmlns:a16="http://schemas.microsoft.com/office/drawing/2014/main" val="2086852121"/>
                    </a:ext>
                  </a:extLst>
                </a:gridCol>
                <a:gridCol w="2072005">
                  <a:extLst>
                    <a:ext uri="{9D8B030D-6E8A-4147-A177-3AD203B41FA5}">
                      <a16:colId xmlns:a16="http://schemas.microsoft.com/office/drawing/2014/main" val="794317641"/>
                    </a:ext>
                  </a:extLst>
                </a:gridCol>
                <a:gridCol w="4849460">
                  <a:extLst>
                    <a:ext uri="{9D8B030D-6E8A-4147-A177-3AD203B41FA5}">
                      <a16:colId xmlns:a16="http://schemas.microsoft.com/office/drawing/2014/main" val="678325808"/>
                    </a:ext>
                  </a:extLst>
                </a:gridCol>
              </a:tblGrid>
              <a:tr h="276407">
                <a:tc>
                  <a:txBody>
                    <a:bodyPr/>
                    <a:lstStyle/>
                    <a:p>
                      <a:pPr algn="ctr"/>
                      <a:r>
                        <a:rPr kumimoji="1" lang="ja-JP" altLang="en-US" sz="1050" dirty="0">
                          <a:solidFill>
                            <a:schemeClr val="bg1"/>
                          </a:solidFill>
                          <a:latin typeface="Meiryo UI" panose="020B0604030504040204" pitchFamily="50" charset="-128"/>
                          <a:ea typeface="Meiryo UI" panose="020B0604030504040204" pitchFamily="50" charset="-128"/>
                        </a:rPr>
                        <a:t>項目</a:t>
                      </a:r>
                    </a:p>
                  </a:txBody>
                  <a:tcPr anchor="ctr"/>
                </a:tc>
                <a:tc gridSpan="2">
                  <a:txBody>
                    <a:bodyPr/>
                    <a:lstStyle/>
                    <a:p>
                      <a:pPr algn="ctr"/>
                      <a:r>
                        <a:rPr kumimoji="1" lang="ja-JP" altLang="en-US" sz="1050" b="1" dirty="0">
                          <a:solidFill>
                            <a:schemeClr val="bg1"/>
                          </a:solidFill>
                          <a:latin typeface="Meiryo UI" panose="020B0604030504040204" pitchFamily="50" charset="-128"/>
                          <a:ea typeface="Meiryo UI" panose="020B0604030504040204" pitchFamily="50" charset="-128"/>
                        </a:rPr>
                        <a:t>内容</a:t>
                      </a:r>
                    </a:p>
                  </a:txBody>
                  <a:tcPr anchor="ctr"/>
                </a:tc>
                <a:tc hMerge="1">
                  <a:txBody>
                    <a:bodyPr/>
                    <a:lstStyle/>
                    <a:p>
                      <a:endParaRPr kumimoji="1" lang="ja-JP" altLang="en-US"/>
                    </a:p>
                  </a:txBody>
                  <a:tcPr/>
                </a:tc>
                <a:extLst>
                  <a:ext uri="{0D108BD9-81ED-4DB2-BD59-A6C34878D82A}">
                    <a16:rowId xmlns:a16="http://schemas.microsoft.com/office/drawing/2014/main" val="258240380"/>
                  </a:ext>
                </a:extLst>
              </a:tr>
              <a:tr h="347884">
                <a:tc>
                  <a:txBody>
                    <a:bodyPr/>
                    <a:lstStyle/>
                    <a:p>
                      <a:pPr algn="ctr"/>
                      <a:r>
                        <a:rPr kumimoji="1" lang="ja-JP" altLang="en-US" sz="1050" dirty="0">
                          <a:latin typeface="Meiryo UI" panose="020B0604030504040204" pitchFamily="50" charset="-128"/>
                          <a:ea typeface="Meiryo UI" panose="020B0604030504040204" pitchFamily="50" charset="-128"/>
                        </a:rPr>
                        <a:t>目的</a:t>
                      </a:r>
                    </a:p>
                  </a:txBody>
                  <a:tcPr anchor="ctr"/>
                </a:tc>
                <a:tc gridSpan="2">
                  <a:txBody>
                    <a:bodyPr/>
                    <a:lstStyle/>
                    <a:p>
                      <a:r>
                        <a:rPr kumimoji="1" lang="en-US" altLang="ja-JP" sz="1050" dirty="0">
                          <a:latin typeface="Meiryo UI" panose="020B0604030504040204" pitchFamily="50" charset="-128"/>
                          <a:ea typeface="Meiryo UI" panose="020B0604030504040204" pitchFamily="50" charset="-128"/>
                        </a:rPr>
                        <a:t>PJ</a:t>
                      </a:r>
                      <a:r>
                        <a:rPr kumimoji="1" lang="ja-JP" altLang="en-US" sz="1050" dirty="0">
                          <a:latin typeface="Meiryo UI" panose="020B0604030504040204" pitchFamily="50" charset="-128"/>
                          <a:ea typeface="Meiryo UI" panose="020B0604030504040204" pitchFamily="50" charset="-128"/>
                        </a:rPr>
                        <a:t>で得たノウハウ・情報を</a:t>
                      </a:r>
                      <a:r>
                        <a:rPr kumimoji="1" lang="en-US" altLang="ja-JP" sz="1050" dirty="0">
                          <a:latin typeface="Meiryo UI" panose="020B0604030504040204" pitchFamily="50" charset="-128"/>
                          <a:ea typeface="Meiryo UI" panose="020B0604030504040204" pitchFamily="50" charset="-128"/>
                        </a:rPr>
                        <a:t>Activate</a:t>
                      </a:r>
                      <a:r>
                        <a:rPr kumimoji="1" lang="ja-JP" altLang="en-US" sz="1050" dirty="0">
                          <a:latin typeface="Meiryo UI" panose="020B0604030504040204" pitchFamily="50" charset="-128"/>
                          <a:ea typeface="Meiryo UI" panose="020B0604030504040204" pitchFamily="50" charset="-128"/>
                        </a:rPr>
                        <a:t>へ反映し、他</a:t>
                      </a:r>
                      <a:r>
                        <a:rPr kumimoji="1" lang="en-US" altLang="ja-JP" sz="1050" dirty="0">
                          <a:latin typeface="Meiryo UI" panose="020B0604030504040204" pitchFamily="50" charset="-128"/>
                          <a:ea typeface="Meiryo UI" panose="020B0604030504040204" pitchFamily="50" charset="-128"/>
                        </a:rPr>
                        <a:t>PJ</a:t>
                      </a:r>
                      <a:r>
                        <a:rPr kumimoji="1" lang="ja-JP" altLang="en-US" sz="1050" dirty="0">
                          <a:latin typeface="Meiryo UI" panose="020B0604030504040204" pitchFamily="50" charset="-128"/>
                          <a:ea typeface="Meiryo UI" panose="020B0604030504040204" pitchFamily="50" charset="-128"/>
                        </a:rPr>
                        <a:t>で有効活用できるようにドキュメントの整合性を取った更新方法を定義する</a:t>
                      </a:r>
                    </a:p>
                  </a:txBody>
                  <a:tcPr anchor="ctr"/>
                </a:tc>
                <a:tc hMerge="1">
                  <a:txBody>
                    <a:bodyPr/>
                    <a:lstStyle/>
                    <a:p>
                      <a:endParaRPr kumimoji="1" lang="ja-JP" altLang="en-US"/>
                    </a:p>
                  </a:txBody>
                  <a:tcPr/>
                </a:tc>
                <a:extLst>
                  <a:ext uri="{0D108BD9-81ED-4DB2-BD59-A6C34878D82A}">
                    <a16:rowId xmlns:a16="http://schemas.microsoft.com/office/drawing/2014/main" val="156231228"/>
                  </a:ext>
                </a:extLst>
              </a:tr>
              <a:tr h="357062">
                <a:tc>
                  <a:txBody>
                    <a:bodyPr/>
                    <a:lstStyle/>
                    <a:p>
                      <a:pPr algn="ctr"/>
                      <a:r>
                        <a:rPr kumimoji="1" lang="ja-JP" altLang="en-US" sz="1050" dirty="0">
                          <a:latin typeface="Meiryo UI" panose="020B0604030504040204" pitchFamily="50" charset="-128"/>
                          <a:ea typeface="Meiryo UI" panose="020B0604030504040204" pitchFamily="50" charset="-128"/>
                        </a:rPr>
                        <a:t>管理対象</a:t>
                      </a:r>
                    </a:p>
                  </a:txBody>
                  <a:tcPr anchor="ctr"/>
                </a:tc>
                <a:tc gridSpan="2">
                  <a:txBody>
                    <a:bodyPr/>
                    <a:lstStyle/>
                    <a:p>
                      <a:r>
                        <a:rPr kumimoji="1" lang="ja-JP" altLang="en-US" sz="1050" dirty="0">
                          <a:latin typeface="Meiryo UI" panose="020B0604030504040204" pitchFamily="50" charset="-128"/>
                          <a:ea typeface="Meiryo UI" panose="020B0604030504040204" pitchFamily="50" charset="-128"/>
                        </a:rPr>
                        <a:t>以下</a:t>
                      </a:r>
                      <a:r>
                        <a:rPr kumimoji="1" lang="en-US" altLang="ja-JP" sz="1050" dirty="0">
                          <a:latin typeface="Meiryo UI" panose="020B0604030504040204" pitchFamily="50" charset="-128"/>
                          <a:ea typeface="Meiryo UI" panose="020B0604030504040204" pitchFamily="50" charset="-128"/>
                        </a:rPr>
                        <a:t>Activate 3.0 </a:t>
                      </a:r>
                      <a:r>
                        <a:rPr kumimoji="1" lang="ja-JP" altLang="en-US" sz="1050" dirty="0">
                          <a:latin typeface="Meiryo UI" panose="020B0604030504040204" pitchFamily="50" charset="-128"/>
                          <a:ea typeface="Meiryo UI" panose="020B0604030504040204" pitchFamily="50" charset="-128"/>
                        </a:rPr>
                        <a:t>　ドキュメントファイル全て</a:t>
                      </a:r>
                      <a:endParaRPr kumimoji="1" lang="en-US" altLang="ja-JP" sz="1050" dirty="0">
                        <a:latin typeface="Meiryo UI" panose="020B0604030504040204" pitchFamily="50" charset="-128"/>
                        <a:ea typeface="Meiryo UI" panose="020B0604030504040204" pitchFamily="50" charset="-128"/>
                      </a:endParaRPr>
                    </a:p>
                  </a:txBody>
                  <a:tcPr anchor="ctr"/>
                </a:tc>
                <a:tc hMerge="1">
                  <a:txBody>
                    <a:bodyPr/>
                    <a:lstStyle/>
                    <a:p>
                      <a:endParaRPr kumimoji="1" lang="ja-JP" altLang="en-US"/>
                    </a:p>
                  </a:txBody>
                  <a:tcPr/>
                </a:tc>
                <a:extLst>
                  <a:ext uri="{0D108BD9-81ED-4DB2-BD59-A6C34878D82A}">
                    <a16:rowId xmlns:a16="http://schemas.microsoft.com/office/drawing/2014/main" val="2026058851"/>
                  </a:ext>
                </a:extLst>
              </a:tr>
              <a:tr h="264320">
                <a:tc rowSpan="2">
                  <a:txBody>
                    <a:bodyPr/>
                    <a:lstStyle/>
                    <a:p>
                      <a:pPr algn="ctr"/>
                      <a:r>
                        <a:rPr kumimoji="1" lang="ja-JP" altLang="en-US" sz="1050" dirty="0">
                          <a:latin typeface="Meiryo UI" panose="020B0604030504040204" pitchFamily="50" charset="-128"/>
                          <a:ea typeface="Meiryo UI" panose="020B0604030504040204" pitchFamily="50" charset="-128"/>
                        </a:rPr>
                        <a:t>構成管理</a:t>
                      </a:r>
                      <a:endParaRPr kumimoji="1" lang="en-US" altLang="ja-JP" sz="1050" dirty="0">
                        <a:latin typeface="Meiryo UI" panose="020B0604030504040204" pitchFamily="50" charset="-128"/>
                        <a:ea typeface="Meiryo UI" panose="020B0604030504040204" pitchFamily="50" charset="-128"/>
                      </a:endParaRPr>
                    </a:p>
                    <a:p>
                      <a:pPr algn="ctr"/>
                      <a:r>
                        <a:rPr kumimoji="1" lang="ja-JP" altLang="en-US" sz="1050" dirty="0">
                          <a:latin typeface="Meiryo UI" panose="020B0604030504040204" pitchFamily="50" charset="-128"/>
                          <a:ea typeface="Meiryo UI" panose="020B0604030504040204" pitchFamily="50" charset="-128"/>
                        </a:rPr>
                        <a:t>運用実施者</a:t>
                      </a:r>
                    </a:p>
                  </a:txBody>
                  <a:tcPr anchor="ctr"/>
                </a:tc>
                <a:tc gridSpan="2">
                  <a:txBody>
                    <a:bodyPr/>
                    <a:lstStyle/>
                    <a:p>
                      <a:r>
                        <a:rPr kumimoji="1" lang="ja-JP" altLang="en-US" sz="1050" dirty="0">
                          <a:latin typeface="Meiryo UI" panose="020B0604030504040204" pitchFamily="50" charset="-128"/>
                          <a:ea typeface="Meiryo UI" panose="020B0604030504040204" pitchFamily="50" charset="-128"/>
                        </a:rPr>
                        <a:t>変更要求：プロジェクト</a:t>
                      </a:r>
                      <a:r>
                        <a:rPr kumimoji="1" lang="en-US" altLang="ja-JP" sz="1050" dirty="0">
                          <a:latin typeface="Meiryo UI" panose="020B0604030504040204" pitchFamily="50" charset="-128"/>
                          <a:ea typeface="Meiryo UI" panose="020B0604030504040204" pitchFamily="50" charset="-128"/>
                        </a:rPr>
                        <a:t>PM</a:t>
                      </a:r>
                      <a:r>
                        <a:rPr kumimoji="1" lang="ja-JP" altLang="en-US" sz="1050" dirty="0">
                          <a:latin typeface="Meiryo UI" panose="020B0604030504040204" pitchFamily="50" charset="-128"/>
                          <a:ea typeface="Meiryo UI" panose="020B0604030504040204" pitchFamily="50" charset="-128"/>
                        </a:rPr>
                        <a:t>・</a:t>
                      </a:r>
                      <a:r>
                        <a:rPr kumimoji="1" lang="en-US" altLang="ja-JP" sz="1050" dirty="0">
                          <a:latin typeface="Meiryo UI" panose="020B0604030504040204" pitchFamily="50" charset="-128"/>
                          <a:ea typeface="Meiryo UI" panose="020B0604030504040204" pitchFamily="50" charset="-128"/>
                        </a:rPr>
                        <a:t>PL</a:t>
                      </a:r>
                      <a:r>
                        <a:rPr kumimoji="1" lang="ja-JP" altLang="en-US" sz="1050" dirty="0">
                          <a:latin typeface="Meiryo UI" panose="020B0604030504040204" pitchFamily="50" charset="-128"/>
                          <a:ea typeface="Meiryo UI" panose="020B0604030504040204" pitchFamily="50" charset="-128"/>
                        </a:rPr>
                        <a:t>　　　</a:t>
                      </a:r>
                      <a:r>
                        <a:rPr kumimoji="1" lang="en-US" altLang="ja-JP" sz="1050" b="1" dirty="0">
                          <a:latin typeface="Meiryo UI" panose="020B0604030504040204" pitchFamily="50" charset="-128"/>
                          <a:ea typeface="Meiryo UI" panose="020B0604030504040204" pitchFamily="50" charset="-128"/>
                        </a:rPr>
                        <a:t>(</a:t>
                      </a:r>
                      <a:r>
                        <a:rPr kumimoji="1" lang="ja-JP" altLang="en-US" sz="1050" b="1" dirty="0">
                          <a:latin typeface="Meiryo UI" panose="020B0604030504040204" pitchFamily="50" charset="-128"/>
                          <a:ea typeface="Meiryo UI" panose="020B0604030504040204" pitchFamily="50" charset="-128"/>
                        </a:rPr>
                        <a:t>プロジェクトでまとめて必要と判断したものを申請ください</a:t>
                      </a:r>
                      <a:r>
                        <a:rPr kumimoji="1" lang="en-US" altLang="ja-JP" sz="1050" b="1" dirty="0">
                          <a:latin typeface="Meiryo UI" panose="020B0604030504040204" pitchFamily="50" charset="-128"/>
                          <a:ea typeface="Meiryo UI" panose="020B0604030504040204" pitchFamily="50" charset="-128"/>
                        </a:rPr>
                        <a:t>)</a:t>
                      </a:r>
                      <a:endParaRPr kumimoji="1" lang="ja-JP" altLang="en-US" sz="1050" b="1" dirty="0">
                        <a:latin typeface="Meiryo UI" panose="020B0604030504040204" pitchFamily="50" charset="-128"/>
                        <a:ea typeface="Meiryo UI" panose="020B0604030504040204" pitchFamily="50" charset="-128"/>
                      </a:endParaRPr>
                    </a:p>
                  </a:txBody>
                  <a:tcPr anchor="ctr"/>
                </a:tc>
                <a:tc hMerge="1">
                  <a:txBody>
                    <a:bodyPr/>
                    <a:lstStyle/>
                    <a:p>
                      <a:endParaRPr kumimoji="1" lang="ja-JP" altLang="en-US"/>
                    </a:p>
                  </a:txBody>
                  <a:tcPr/>
                </a:tc>
                <a:extLst>
                  <a:ext uri="{0D108BD9-81ED-4DB2-BD59-A6C34878D82A}">
                    <a16:rowId xmlns:a16="http://schemas.microsoft.com/office/drawing/2014/main" val="729814520"/>
                  </a:ext>
                </a:extLst>
              </a:tr>
              <a:tr h="264320">
                <a:tc vMerge="1">
                  <a:txBody>
                    <a:bodyPr/>
                    <a:lstStyle/>
                    <a:p>
                      <a:pPr algn="ctr"/>
                      <a:endParaRPr kumimoji="1" lang="ja-JP" altLang="en-US" sz="1050" dirty="0">
                        <a:latin typeface="Meiryo UI" panose="020B0604030504040204" pitchFamily="50" charset="-128"/>
                        <a:ea typeface="Meiryo UI" panose="020B0604030504040204" pitchFamily="50" charset="-128"/>
                      </a:endParaRPr>
                    </a:p>
                  </a:txBody>
                  <a:tcPr anchor="ctr"/>
                </a:tc>
                <a:tc gridSpan="2">
                  <a:txBody>
                    <a:bodyPr/>
                    <a:lstStyle/>
                    <a:p>
                      <a:r>
                        <a:rPr kumimoji="1" lang="ja-JP" altLang="en-US" sz="1050" dirty="0">
                          <a:latin typeface="Meiryo UI" panose="020B0604030504040204" pitchFamily="50" charset="-128"/>
                          <a:ea typeface="Meiryo UI" panose="020B0604030504040204" pitchFamily="50" charset="-128"/>
                        </a:rPr>
                        <a:t>ドキュメントリリース管理：</a:t>
                      </a:r>
                      <a:r>
                        <a:rPr kumimoji="1" lang="en-US" altLang="ja-JP" sz="1050" dirty="0">
                          <a:latin typeface="Meiryo UI" panose="020B0604030504040204" pitchFamily="50" charset="-128"/>
                          <a:ea typeface="Meiryo UI" panose="020B0604030504040204" pitchFamily="50" charset="-128"/>
                        </a:rPr>
                        <a:t>Activate3.0</a:t>
                      </a:r>
                      <a:r>
                        <a:rPr kumimoji="1" lang="ja-JP" altLang="en-US" sz="1050" dirty="0">
                          <a:latin typeface="Meiryo UI" panose="020B0604030504040204" pitchFamily="50" charset="-128"/>
                          <a:ea typeface="Meiryo UI" panose="020B0604030504040204" pitchFamily="50" charset="-128"/>
                        </a:rPr>
                        <a:t>管理者</a:t>
                      </a:r>
                    </a:p>
                  </a:txBody>
                  <a:tcPr anchor="ctr"/>
                </a:tc>
                <a:tc hMerge="1">
                  <a:txBody>
                    <a:bodyPr/>
                    <a:lstStyle/>
                    <a:p>
                      <a:endParaRPr kumimoji="1" lang="ja-JP" altLang="en-US"/>
                    </a:p>
                  </a:txBody>
                  <a:tcPr/>
                </a:tc>
                <a:extLst>
                  <a:ext uri="{0D108BD9-81ED-4DB2-BD59-A6C34878D82A}">
                    <a16:rowId xmlns:a16="http://schemas.microsoft.com/office/drawing/2014/main" val="3095806990"/>
                  </a:ext>
                </a:extLst>
              </a:tr>
              <a:tr h="264320">
                <a:tc>
                  <a:txBody>
                    <a:bodyPr/>
                    <a:lstStyle/>
                    <a:p>
                      <a:pPr algn="ctr"/>
                      <a:r>
                        <a:rPr kumimoji="1" lang="ja-JP" altLang="en-US" sz="1050" dirty="0">
                          <a:latin typeface="Meiryo UI" panose="020B0604030504040204" pitchFamily="50" charset="-128"/>
                          <a:ea typeface="Meiryo UI" panose="020B0604030504040204" pitchFamily="50" charset="-128"/>
                        </a:rPr>
                        <a:t>更新手続き</a:t>
                      </a:r>
                    </a:p>
                  </a:txBody>
                  <a:tcPr anchor="ctr"/>
                </a:tc>
                <a:tc gridSpan="2">
                  <a:txBody>
                    <a:bodyPr/>
                    <a:lstStyle/>
                    <a:p>
                      <a:r>
                        <a:rPr kumimoji="1" lang="ja-JP" altLang="en-US" sz="1050" dirty="0">
                          <a:latin typeface="Meiryo UI" panose="020B0604030504040204" pitchFamily="50" charset="-128"/>
                          <a:ea typeface="Meiryo UI" panose="020B0604030504040204" pitchFamily="50" charset="-128"/>
                        </a:rPr>
                        <a:t>次頁フロー参照</a:t>
                      </a:r>
                      <a:endParaRPr kumimoji="1" lang="en-US" altLang="ja-JP" sz="1050" dirty="0">
                        <a:latin typeface="Meiryo UI" panose="020B0604030504040204" pitchFamily="50" charset="-128"/>
                        <a:ea typeface="Meiryo UI" panose="020B0604030504040204" pitchFamily="50" charset="-128"/>
                      </a:endParaRPr>
                    </a:p>
                  </a:txBody>
                  <a:tcPr anchor="ctr"/>
                </a:tc>
                <a:tc hMerge="1">
                  <a:txBody>
                    <a:bodyPr/>
                    <a:lstStyle/>
                    <a:p>
                      <a:endParaRPr kumimoji="1" lang="ja-JP" altLang="en-US"/>
                    </a:p>
                  </a:txBody>
                  <a:tcPr/>
                </a:tc>
                <a:extLst>
                  <a:ext uri="{0D108BD9-81ED-4DB2-BD59-A6C34878D82A}">
                    <a16:rowId xmlns:a16="http://schemas.microsoft.com/office/drawing/2014/main" val="687265623"/>
                  </a:ext>
                </a:extLst>
              </a:tr>
              <a:tr h="452302">
                <a:tc>
                  <a:txBody>
                    <a:bodyPr/>
                    <a:lstStyle/>
                    <a:p>
                      <a:pPr algn="ctr"/>
                      <a:r>
                        <a:rPr kumimoji="1" lang="ja-JP" altLang="en-US" sz="1050" dirty="0">
                          <a:latin typeface="Meiryo UI" panose="020B0604030504040204" pitchFamily="50" charset="-128"/>
                          <a:ea typeface="Meiryo UI" panose="020B0604030504040204" pitchFamily="50" charset="-128"/>
                        </a:rPr>
                        <a:t>ドキュメント</a:t>
                      </a:r>
                      <a:endParaRPr kumimoji="1" lang="en-US" altLang="ja-JP" sz="1050" dirty="0">
                        <a:latin typeface="Meiryo UI" panose="020B0604030504040204" pitchFamily="50" charset="-128"/>
                        <a:ea typeface="Meiryo UI" panose="020B0604030504040204" pitchFamily="50" charset="-128"/>
                      </a:endParaRPr>
                    </a:p>
                    <a:p>
                      <a:pPr algn="ctr"/>
                      <a:r>
                        <a:rPr kumimoji="1" lang="ja-JP" altLang="en-US" sz="1050" dirty="0">
                          <a:latin typeface="Meiryo UI" panose="020B0604030504040204" pitchFamily="50" charset="-128"/>
                          <a:ea typeface="Meiryo UI" panose="020B0604030504040204" pitchFamily="50" charset="-128"/>
                        </a:rPr>
                        <a:t>バージョン情報</a:t>
                      </a:r>
                    </a:p>
                  </a:txBody>
                  <a:tcPr anchor="ctr"/>
                </a:tc>
                <a:tc grid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050" dirty="0">
                          <a:latin typeface="Meiryo UI" panose="020B0604030504040204" pitchFamily="50" charset="-128"/>
                          <a:ea typeface="Meiryo UI" panose="020B0604030504040204" pitchFamily="50" charset="-128"/>
                        </a:rPr>
                        <a:t>バージョン情報命名規約　：　</a:t>
                      </a:r>
                      <a:r>
                        <a:rPr kumimoji="1" lang="en-US" altLang="ja-JP" sz="1050" dirty="0">
                          <a:latin typeface="Meiryo UI" panose="020B0604030504040204" pitchFamily="50" charset="-128"/>
                          <a:ea typeface="Meiryo UI" panose="020B0604030504040204" pitchFamily="50" charset="-128"/>
                        </a:rPr>
                        <a:t>“</a:t>
                      </a:r>
                      <a:r>
                        <a:rPr kumimoji="1" lang="ja-JP" altLang="en-US" sz="1050" dirty="0">
                          <a:latin typeface="Meiryo UI" panose="020B0604030504040204" pitchFamily="50" charset="-128"/>
                          <a:ea typeface="Meiryo UI" panose="020B0604030504040204" pitchFamily="50" charset="-128"/>
                        </a:rPr>
                        <a:t>ファイル名”</a:t>
                      </a:r>
                      <a:r>
                        <a:rPr kumimoji="1" lang="en-US" altLang="ja-JP" sz="1050" dirty="0">
                          <a:latin typeface="Meiryo UI" panose="020B0604030504040204" pitchFamily="50" charset="-128"/>
                          <a:ea typeface="Meiryo UI" panose="020B0604030504040204" pitchFamily="50" charset="-128"/>
                        </a:rPr>
                        <a:t>_</a:t>
                      </a:r>
                      <a:r>
                        <a:rPr kumimoji="1" lang="ja-JP" altLang="en-US" sz="1050" b="1" dirty="0">
                          <a:solidFill>
                            <a:schemeClr val="accent6"/>
                          </a:solidFill>
                          <a:latin typeface="Meiryo UI" panose="020B0604030504040204" pitchFamily="50" charset="-128"/>
                          <a:ea typeface="Meiryo UI" panose="020B0604030504040204" pitchFamily="50" charset="-128"/>
                        </a:rPr>
                        <a:t>“</a:t>
                      </a:r>
                      <a:r>
                        <a:rPr kumimoji="1" lang="en-US" altLang="ja-JP" sz="1050" b="1" dirty="0">
                          <a:solidFill>
                            <a:schemeClr val="accent6"/>
                          </a:solidFill>
                          <a:latin typeface="Meiryo UI" panose="020B0604030504040204" pitchFamily="50" charset="-128"/>
                          <a:ea typeface="Meiryo UI" panose="020B0604030504040204" pitchFamily="50" charset="-128"/>
                        </a:rPr>
                        <a:t>V3.x”</a:t>
                      </a:r>
                      <a:r>
                        <a:rPr kumimoji="1" lang="en-US" altLang="ja-JP" sz="1050" dirty="0">
                          <a:latin typeface="Meiryo UI" panose="020B0604030504040204" pitchFamily="50" charset="-128"/>
                          <a:ea typeface="Meiryo UI" panose="020B0604030504040204" pitchFamily="50" charset="-128"/>
                        </a:rPr>
                        <a:t>-</a:t>
                      </a:r>
                      <a:r>
                        <a:rPr kumimoji="1" lang="en-US" altLang="ja-JP" sz="1050" b="1" dirty="0">
                          <a:solidFill>
                            <a:srgbClr val="3366FF"/>
                          </a:solidFill>
                          <a:latin typeface="Meiryo UI" panose="020B0604030504040204" pitchFamily="50" charset="-128"/>
                          <a:ea typeface="Meiryo UI" panose="020B0604030504040204" pitchFamily="50" charset="-128"/>
                        </a:rPr>
                        <a:t>”xx”</a:t>
                      </a:r>
                      <a:r>
                        <a:rPr kumimoji="1" lang="en-US" altLang="ja-JP" sz="1050" dirty="0">
                          <a:latin typeface="Meiryo UI" panose="020B0604030504040204" pitchFamily="50" charset="-128"/>
                          <a:ea typeface="Meiryo UI" panose="020B0604030504040204" pitchFamily="50" charset="-128"/>
                        </a:rPr>
                        <a:t>.</a:t>
                      </a:r>
                      <a:r>
                        <a:rPr kumimoji="1" lang="ja-JP" altLang="en-US" sz="1050" dirty="0">
                          <a:latin typeface="Meiryo UI" panose="020B0604030504040204" pitchFamily="50" charset="-128"/>
                          <a:ea typeface="Meiryo UI" panose="020B0604030504040204" pitchFamily="50" charset="-128"/>
                        </a:rPr>
                        <a:t>～　</a:t>
                      </a:r>
                      <a:r>
                        <a:rPr kumimoji="1" lang="en-US" altLang="ja-JP" sz="1050" dirty="0">
                          <a:latin typeface="Meiryo UI" panose="020B0604030504040204" pitchFamily="50" charset="-128"/>
                          <a:ea typeface="Meiryo UI" panose="020B0604030504040204" pitchFamily="50" charset="-128"/>
                        </a:rPr>
                        <a:t>(</a:t>
                      </a:r>
                      <a:r>
                        <a:rPr kumimoji="1" lang="en-US" altLang="ja-JP" sz="1050" b="1" dirty="0">
                          <a:solidFill>
                            <a:schemeClr val="accent6"/>
                          </a:solidFill>
                          <a:latin typeface="Meiryo UI" panose="020B0604030504040204" pitchFamily="50" charset="-128"/>
                          <a:ea typeface="Meiryo UI" panose="020B0604030504040204" pitchFamily="50" charset="-128"/>
                        </a:rPr>
                        <a:t>V3.x </a:t>
                      </a:r>
                      <a:r>
                        <a:rPr kumimoji="1" lang="en-US" altLang="ja-JP" sz="1050" dirty="0">
                          <a:latin typeface="Meiryo UI" panose="020B0604030504040204" pitchFamily="50" charset="-128"/>
                          <a:ea typeface="Meiryo UI" panose="020B0604030504040204" pitchFamily="50" charset="-128"/>
                        </a:rPr>
                        <a:t>: </a:t>
                      </a:r>
                      <a:r>
                        <a:rPr kumimoji="1" lang="ja-JP" altLang="en-US" sz="1050" dirty="0">
                          <a:latin typeface="Meiryo UI" panose="020B0604030504040204" pitchFamily="50" charset="-128"/>
                          <a:ea typeface="Meiryo UI" panose="020B0604030504040204" pitchFamily="50" charset="-128"/>
                        </a:rPr>
                        <a:t>メジャーバージョン、 </a:t>
                      </a:r>
                      <a:r>
                        <a:rPr kumimoji="1" lang="en-US" altLang="ja-JP" sz="1050" b="1" dirty="0">
                          <a:solidFill>
                            <a:srgbClr val="3366FF"/>
                          </a:solidFill>
                          <a:latin typeface="Meiryo UI" panose="020B0604030504040204" pitchFamily="50" charset="-128"/>
                          <a:ea typeface="Meiryo UI" panose="020B0604030504040204" pitchFamily="50" charset="-128"/>
                        </a:rPr>
                        <a:t>-xx </a:t>
                      </a:r>
                      <a:r>
                        <a:rPr kumimoji="1" lang="en-US" altLang="ja-JP" sz="1050" dirty="0">
                          <a:latin typeface="Meiryo UI" panose="020B0604030504040204" pitchFamily="50" charset="-128"/>
                          <a:ea typeface="Meiryo UI" panose="020B0604030504040204" pitchFamily="50" charset="-128"/>
                        </a:rPr>
                        <a:t>: </a:t>
                      </a:r>
                      <a:r>
                        <a:rPr kumimoji="1" lang="ja-JP" altLang="en-US" sz="1050" dirty="0">
                          <a:latin typeface="Meiryo UI" panose="020B0604030504040204" pitchFamily="50" charset="-128"/>
                          <a:ea typeface="Meiryo UI" panose="020B0604030504040204" pitchFamily="50" charset="-128"/>
                        </a:rPr>
                        <a:t>マイナーバージョン</a:t>
                      </a:r>
                      <a:r>
                        <a:rPr kumimoji="1" lang="en-US" altLang="ja-JP" sz="1050" dirty="0">
                          <a:latin typeface="Meiryo UI" panose="020B0604030504040204" pitchFamily="50" charset="-128"/>
                          <a:ea typeface="Meiryo UI" panose="020B0604030504040204" pitchFamily="50" charset="-128"/>
                        </a:rPr>
                        <a:t>)</a:t>
                      </a:r>
                    </a:p>
                  </a:txBody>
                  <a:tcPr anchor="ctr"/>
                </a:tc>
                <a:tc hMerge="1">
                  <a:txBody>
                    <a:bodyPr/>
                    <a:lstStyle/>
                    <a:p>
                      <a:endParaRPr kumimoji="1" lang="ja-JP" altLang="en-US"/>
                    </a:p>
                  </a:txBody>
                  <a:tcPr/>
                </a:tc>
                <a:extLst>
                  <a:ext uri="{0D108BD9-81ED-4DB2-BD59-A6C34878D82A}">
                    <a16:rowId xmlns:a16="http://schemas.microsoft.com/office/drawing/2014/main" val="2731046524"/>
                  </a:ext>
                </a:extLst>
              </a:tr>
              <a:tr h="452302">
                <a:tc>
                  <a:txBody>
                    <a:bodyPr/>
                    <a:lstStyle/>
                    <a:p>
                      <a:pPr algn="ctr"/>
                      <a:r>
                        <a:rPr kumimoji="1" lang="ja-JP" altLang="en-US" sz="1050" dirty="0">
                          <a:latin typeface="Meiryo UI" panose="020B0604030504040204" pitchFamily="50" charset="-128"/>
                          <a:ea typeface="Meiryo UI" panose="020B0604030504040204" pitchFamily="50" charset="-128"/>
                        </a:rPr>
                        <a:t>バージョンアップ・</a:t>
                      </a:r>
                      <a:endParaRPr kumimoji="1" lang="en-US" altLang="ja-JP" sz="1050" dirty="0">
                        <a:latin typeface="Meiryo UI" panose="020B0604030504040204" pitchFamily="50" charset="-128"/>
                        <a:ea typeface="Meiryo UI" panose="020B0604030504040204" pitchFamily="50" charset="-128"/>
                      </a:endParaRPr>
                    </a:p>
                    <a:p>
                      <a:pPr algn="ctr"/>
                      <a:r>
                        <a:rPr kumimoji="1" lang="ja-JP" altLang="en-US" sz="1050" dirty="0">
                          <a:latin typeface="Meiryo UI" panose="020B0604030504040204" pitchFamily="50" charset="-128"/>
                          <a:ea typeface="Meiryo UI" panose="020B0604030504040204" pitchFamily="50" charset="-128"/>
                        </a:rPr>
                        <a:t>リリースタイミング目安</a:t>
                      </a:r>
                    </a:p>
                  </a:txBody>
                  <a:tcPr anchor="ctr"/>
                </a:tc>
                <a:tc gridSpan="2">
                  <a:txBody>
                    <a:bodyPr/>
                    <a:lstStyle/>
                    <a:p>
                      <a:r>
                        <a:rPr kumimoji="1" lang="ja-JP" altLang="en-US" sz="1050" dirty="0">
                          <a:latin typeface="Meiryo UI" panose="020B0604030504040204" pitchFamily="50" charset="-128"/>
                          <a:ea typeface="Meiryo UI" panose="020B0604030504040204" pitchFamily="50" charset="-128"/>
                        </a:rPr>
                        <a:t>メジャーバージョンアップ　：　年次リリース</a:t>
                      </a:r>
                      <a:endParaRPr kumimoji="1" lang="en-US" altLang="ja-JP" sz="1050" dirty="0">
                        <a:latin typeface="Meiryo UI" panose="020B0604030504040204" pitchFamily="50" charset="-128"/>
                        <a:ea typeface="Meiryo UI" panose="020B0604030504040204" pitchFamily="50" charset="-128"/>
                      </a:endParaRPr>
                    </a:p>
                    <a:p>
                      <a:r>
                        <a:rPr kumimoji="1" lang="ja-JP" altLang="en-US" sz="1050" dirty="0">
                          <a:latin typeface="Meiryo UI" panose="020B0604030504040204" pitchFamily="50" charset="-128"/>
                          <a:ea typeface="Meiryo UI" panose="020B0604030504040204" pitchFamily="50" charset="-128"/>
                        </a:rPr>
                        <a:t>マイナーバージョンアップ　：　四半期リリース　</a:t>
                      </a:r>
                      <a:r>
                        <a:rPr kumimoji="1" lang="en-US" altLang="ja-JP" sz="1050" b="1" dirty="0">
                          <a:latin typeface="Meiryo UI" panose="020B0604030504040204" pitchFamily="50" charset="-128"/>
                          <a:ea typeface="Meiryo UI" panose="020B0604030504040204" pitchFamily="50" charset="-128"/>
                        </a:rPr>
                        <a:t>※</a:t>
                      </a:r>
                      <a:r>
                        <a:rPr kumimoji="1" lang="ja-JP" altLang="en-US" sz="1050" b="1" dirty="0">
                          <a:latin typeface="Meiryo UI" panose="020B0604030504040204" pitchFamily="50" charset="-128"/>
                          <a:ea typeface="Meiryo UI" panose="020B0604030504040204" pitchFamily="50" charset="-128"/>
                        </a:rPr>
                        <a:t>緊急且つ重要な変更は随時リリース</a:t>
                      </a:r>
                      <a:endParaRPr kumimoji="1" lang="en-US" altLang="ja-JP" sz="1050" b="1" dirty="0">
                        <a:latin typeface="Meiryo UI" panose="020B0604030504040204" pitchFamily="50" charset="-128"/>
                        <a:ea typeface="Meiryo UI" panose="020B0604030504040204" pitchFamily="50" charset="-128"/>
                      </a:endParaRPr>
                    </a:p>
                  </a:txBody>
                  <a:tcPr anchor="ctr"/>
                </a:tc>
                <a:tc hMerge="1">
                  <a:txBody>
                    <a:bodyPr/>
                    <a:lstStyle/>
                    <a:p>
                      <a:endParaRPr kumimoji="1" lang="ja-JP" altLang="en-US"/>
                    </a:p>
                  </a:txBody>
                  <a:tcPr/>
                </a:tc>
                <a:extLst>
                  <a:ext uri="{0D108BD9-81ED-4DB2-BD59-A6C34878D82A}">
                    <a16:rowId xmlns:a16="http://schemas.microsoft.com/office/drawing/2014/main" val="2214593965"/>
                  </a:ext>
                </a:extLst>
              </a:tr>
              <a:tr h="452302">
                <a:tc>
                  <a:txBody>
                    <a:bodyPr/>
                    <a:lstStyle/>
                    <a:p>
                      <a:pPr algn="ctr"/>
                      <a:r>
                        <a:rPr kumimoji="1" lang="ja-JP" altLang="en-US" sz="1050" dirty="0">
                          <a:latin typeface="Meiryo UI" panose="020B0604030504040204" pitchFamily="50" charset="-128"/>
                          <a:ea typeface="Meiryo UI" panose="020B0604030504040204" pitchFamily="50" charset="-128"/>
                        </a:rPr>
                        <a:t>変更要求</a:t>
                      </a:r>
                      <a:endParaRPr kumimoji="1" lang="en-US" altLang="ja-JP" sz="1050" dirty="0">
                        <a:latin typeface="Meiryo UI" panose="020B0604030504040204" pitchFamily="50" charset="-128"/>
                        <a:ea typeface="Meiryo UI" panose="020B0604030504040204" pitchFamily="50" charset="-128"/>
                      </a:endParaRPr>
                    </a:p>
                    <a:p>
                      <a:pPr algn="ctr"/>
                      <a:r>
                        <a:rPr kumimoji="1" lang="ja-JP" altLang="en-US" sz="1050" dirty="0">
                          <a:latin typeface="Meiryo UI" panose="020B0604030504040204" pitchFamily="50" charset="-128"/>
                          <a:ea typeface="Meiryo UI" panose="020B0604030504040204" pitchFamily="50" charset="-128"/>
                        </a:rPr>
                        <a:t>タイミング</a:t>
                      </a:r>
                    </a:p>
                  </a:txBody>
                  <a:tcPr anchor="ctr"/>
                </a:tc>
                <a:tc gridSpan="2">
                  <a:txBody>
                    <a:bodyPr/>
                    <a:lstStyle/>
                    <a:p>
                      <a:r>
                        <a:rPr kumimoji="1" lang="ja-JP" altLang="en-US" sz="1050" dirty="0">
                          <a:latin typeface="Meiryo UI" panose="020B0604030504040204" pitchFamily="50" charset="-128"/>
                          <a:ea typeface="Meiryo UI" panose="020B0604030504040204" pitchFamily="50" charset="-128"/>
                        </a:rPr>
                        <a:t>随時　</a:t>
                      </a:r>
                      <a:r>
                        <a:rPr kumimoji="1" lang="en-US" altLang="ja-JP" sz="1050" dirty="0">
                          <a:latin typeface="Meiryo UI" panose="020B0604030504040204" pitchFamily="50" charset="-128"/>
                          <a:ea typeface="Meiryo UI" panose="020B0604030504040204" pitchFamily="50" charset="-128"/>
                        </a:rPr>
                        <a:t>(</a:t>
                      </a:r>
                      <a:r>
                        <a:rPr kumimoji="1" lang="ja-JP" altLang="en-US" sz="1050" dirty="0">
                          <a:latin typeface="Meiryo UI" panose="020B0604030504040204" pitchFamily="50" charset="-128"/>
                          <a:ea typeface="Meiryo UI" panose="020B0604030504040204" pitchFamily="50" charset="-128"/>
                        </a:rPr>
                        <a:t>各</a:t>
                      </a:r>
                      <a:r>
                        <a:rPr kumimoji="1" lang="en-US" altLang="ja-JP" sz="1050" dirty="0">
                          <a:latin typeface="Meiryo UI" panose="020B0604030504040204" pitchFamily="50" charset="-128"/>
                          <a:ea typeface="Meiryo UI" panose="020B0604030504040204" pitchFamily="50" charset="-128"/>
                        </a:rPr>
                        <a:t>PJ</a:t>
                      </a:r>
                      <a:r>
                        <a:rPr kumimoji="1" lang="ja-JP" altLang="en-US" sz="1050" dirty="0">
                          <a:latin typeface="Meiryo UI" panose="020B0604030504040204" pitchFamily="50" charset="-128"/>
                          <a:ea typeface="Meiryo UI" panose="020B0604030504040204" pitchFamily="50" charset="-128"/>
                        </a:rPr>
                        <a:t>での</a:t>
                      </a:r>
                      <a:r>
                        <a:rPr kumimoji="1" lang="en-US" altLang="ja-JP" sz="1050" dirty="0">
                          <a:latin typeface="Meiryo UI" panose="020B0604030504040204" pitchFamily="50" charset="-128"/>
                          <a:ea typeface="Meiryo UI" panose="020B0604030504040204" pitchFamily="50" charset="-128"/>
                        </a:rPr>
                        <a:t>Activate 3.0</a:t>
                      </a:r>
                      <a:r>
                        <a:rPr kumimoji="1" lang="ja-JP" altLang="en-US" sz="1050" dirty="0">
                          <a:latin typeface="Meiryo UI" panose="020B0604030504040204" pitchFamily="50" charset="-128"/>
                          <a:ea typeface="Meiryo UI" panose="020B0604030504040204" pitchFamily="50" charset="-128"/>
                        </a:rPr>
                        <a:t>適用・活用後に内容・情報の追加</a:t>
                      </a:r>
                      <a:r>
                        <a:rPr kumimoji="1" lang="en-US" altLang="ja-JP" sz="1050" dirty="0">
                          <a:latin typeface="Meiryo UI" panose="020B0604030504040204" pitchFamily="50" charset="-128"/>
                          <a:ea typeface="Meiryo UI" panose="020B0604030504040204" pitchFamily="50" charset="-128"/>
                        </a:rPr>
                        <a:t>/</a:t>
                      </a:r>
                      <a:r>
                        <a:rPr kumimoji="1" lang="ja-JP" altLang="en-US" sz="1050" dirty="0">
                          <a:latin typeface="Meiryo UI" panose="020B0604030504040204" pitchFamily="50" charset="-128"/>
                          <a:ea typeface="Meiryo UI" panose="020B0604030504040204" pitchFamily="50" charset="-128"/>
                        </a:rPr>
                        <a:t>修正、記載ミスの修正等を依頼</a:t>
                      </a:r>
                      <a:r>
                        <a:rPr kumimoji="1" lang="en-US" altLang="ja-JP" sz="1050" dirty="0">
                          <a:latin typeface="Meiryo UI" panose="020B0604030504040204" pitchFamily="50" charset="-128"/>
                          <a:ea typeface="Meiryo UI" panose="020B0604030504040204" pitchFamily="50" charset="-128"/>
                        </a:rPr>
                        <a:t>)</a:t>
                      </a:r>
                    </a:p>
                    <a:p>
                      <a:r>
                        <a:rPr kumimoji="1" lang="en-US" altLang="ja-JP" sz="1050" dirty="0">
                          <a:latin typeface="Meiryo UI" panose="020B0604030504040204" pitchFamily="50" charset="-128"/>
                          <a:ea typeface="Meiryo UI" panose="020B0604030504040204" pitchFamily="50" charset="-128"/>
                        </a:rPr>
                        <a:t>※</a:t>
                      </a:r>
                      <a:r>
                        <a:rPr kumimoji="1" lang="ja-JP" altLang="en-US" sz="1050" dirty="0">
                          <a:latin typeface="Meiryo UI" panose="020B0604030504040204" pitchFamily="50" charset="-128"/>
                          <a:ea typeface="Meiryo UI" panose="020B0604030504040204" pitchFamily="50" charset="-128"/>
                        </a:rPr>
                        <a:t>要求内容は管理者により判断を行い、次期バージョンへの反映が検討されます。</a:t>
                      </a:r>
                      <a:endParaRPr kumimoji="1" lang="en-US" altLang="ja-JP" sz="1050" dirty="0">
                        <a:latin typeface="Meiryo UI" panose="020B0604030504040204" pitchFamily="50" charset="-128"/>
                        <a:ea typeface="Meiryo UI" panose="020B0604030504040204" pitchFamily="50" charset="-128"/>
                      </a:endParaRPr>
                    </a:p>
                  </a:txBody>
                  <a:tcPr anchor="ctr"/>
                </a:tc>
                <a:tc hMerge="1">
                  <a:txBody>
                    <a:bodyPr/>
                    <a:lstStyle/>
                    <a:p>
                      <a:endParaRPr kumimoji="1" lang="ja-JP" altLang="en-US"/>
                    </a:p>
                  </a:txBody>
                  <a:tcPr/>
                </a:tc>
                <a:extLst>
                  <a:ext uri="{0D108BD9-81ED-4DB2-BD59-A6C34878D82A}">
                    <a16:rowId xmlns:a16="http://schemas.microsoft.com/office/drawing/2014/main" val="1471604526"/>
                  </a:ext>
                </a:extLst>
              </a:tr>
              <a:tr h="276407">
                <a:tc rowSpan="3">
                  <a:txBody>
                    <a:bodyPr/>
                    <a:lstStyle/>
                    <a:p>
                      <a:pPr algn="ctr"/>
                      <a:r>
                        <a:rPr kumimoji="1" lang="ja-JP" altLang="en-US" sz="1050" dirty="0">
                          <a:latin typeface="Meiryo UI" panose="020B0604030504040204" pitchFamily="50" charset="-128"/>
                          <a:ea typeface="Meiryo UI" panose="020B0604030504040204" pitchFamily="50" charset="-128"/>
                        </a:rPr>
                        <a:t>ドキュメント管理場所</a:t>
                      </a:r>
                      <a:endParaRPr kumimoji="1" lang="en-US" altLang="ja-JP" sz="1050" dirty="0">
                        <a:latin typeface="Meiryo UI" panose="020B0604030504040204" pitchFamily="50" charset="-128"/>
                        <a:ea typeface="Meiryo UI" panose="020B0604030504040204" pitchFamily="50" charset="-128"/>
                      </a:endParaRPr>
                    </a:p>
                    <a:p>
                      <a:pPr algn="ctr"/>
                      <a:r>
                        <a:rPr kumimoji="1" lang="en-US" altLang="ja-JP" sz="1050" dirty="0">
                          <a:latin typeface="Meiryo UI" panose="020B0604030504040204" pitchFamily="50" charset="-128"/>
                          <a:ea typeface="Meiryo UI" panose="020B0604030504040204" pitchFamily="50" charset="-128"/>
                        </a:rPr>
                        <a:t>(SPO)</a:t>
                      </a:r>
                      <a:endParaRPr kumimoji="1" lang="ja-JP" altLang="en-US" sz="1050" dirty="0">
                        <a:latin typeface="Meiryo UI" panose="020B0604030504040204" pitchFamily="50" charset="-128"/>
                        <a:ea typeface="Meiryo UI" panose="020B0604030504040204" pitchFamily="50" charset="-128"/>
                      </a:endParaRPr>
                    </a:p>
                  </a:txBody>
                  <a:tcPr anchor="ctr"/>
                </a:tc>
                <a:tc>
                  <a:txBody>
                    <a:bodyPr/>
                    <a:lstStyle/>
                    <a:p>
                      <a:r>
                        <a:rPr kumimoji="1" lang="en-US" altLang="ja-JP" sz="900" dirty="0">
                          <a:latin typeface="Meiryo UI" panose="020B0604030504040204" pitchFamily="50" charset="-128"/>
                          <a:ea typeface="Meiryo UI" panose="020B0604030504040204" pitchFamily="50" charset="-128"/>
                        </a:rPr>
                        <a:t>Activate3.0 </a:t>
                      </a:r>
                      <a:r>
                        <a:rPr kumimoji="1" lang="ja-JP" altLang="en-US" sz="900" dirty="0">
                          <a:latin typeface="Meiryo UI" panose="020B0604030504040204" pitchFamily="50" charset="-128"/>
                          <a:ea typeface="Meiryo UI" panose="020B0604030504040204" pitchFamily="50" charset="-128"/>
                        </a:rPr>
                        <a:t>ドキュメント更新依頼台帳</a:t>
                      </a:r>
                      <a:br>
                        <a:rPr kumimoji="1" lang="en-US" altLang="ja-JP" sz="900" dirty="0">
                          <a:latin typeface="Meiryo UI" panose="020B0604030504040204" pitchFamily="50" charset="-128"/>
                          <a:ea typeface="Meiryo UI" panose="020B0604030504040204" pitchFamily="50" charset="-128"/>
                        </a:rPr>
                      </a:br>
                      <a:r>
                        <a:rPr kumimoji="1" lang="ja-JP" altLang="en-US" sz="900">
                          <a:latin typeface="Meiryo UI" panose="020B0604030504040204" pitchFamily="50" charset="-128"/>
                          <a:ea typeface="Meiryo UI" panose="020B0604030504040204" pitchFamily="50" charset="-128"/>
                        </a:rPr>
                        <a:t>更新対象ドキュメント格納先</a:t>
                      </a:r>
                      <a:endParaRPr kumimoji="1" lang="ja-JP" altLang="en-US" sz="900" dirty="0">
                        <a:latin typeface="Meiryo UI" panose="020B0604030504040204" pitchFamily="50" charset="-128"/>
                        <a:ea typeface="Meiryo UI" panose="020B0604030504040204" pitchFamily="50" charset="-128"/>
                      </a:endParaRPr>
                    </a:p>
                  </a:txBody>
                  <a:tcPr anchor="ctr"/>
                </a:tc>
                <a:tc>
                  <a:txBody>
                    <a:bodyPr/>
                    <a:lstStyle/>
                    <a:p>
                      <a:r>
                        <a:rPr lang="en-US" altLang="ja-JP" sz="700" dirty="0" err="1">
                          <a:latin typeface="Meiryo UI" panose="020B0604030504040204" pitchFamily="50" charset="-128"/>
                          <a:ea typeface="Meiryo UI" panose="020B0604030504040204" pitchFamily="50" charset="-128"/>
                        </a:rPr>
                        <a:t>jp_SAP</a:t>
                      </a:r>
                      <a:r>
                        <a:rPr lang="ja-JP" altLang="en-US" sz="700" dirty="0">
                          <a:latin typeface="Meiryo UI" panose="020B0604030504040204" pitchFamily="50" charset="-128"/>
                          <a:ea typeface="Meiryo UI" panose="020B0604030504040204" pitchFamily="50" charset="-128"/>
                        </a:rPr>
                        <a:t>デリバリナレッジマネジメント</a:t>
                      </a:r>
                      <a:r>
                        <a:rPr lang="en-US" altLang="ja-JP" sz="700" dirty="0">
                          <a:latin typeface="Meiryo UI" panose="020B0604030504040204" pitchFamily="50" charset="-128"/>
                          <a:ea typeface="Meiryo UI" panose="020B0604030504040204" pitchFamily="50" charset="-128"/>
                        </a:rPr>
                        <a:t>/21_Activate2.0</a:t>
                      </a:r>
                      <a:r>
                        <a:rPr lang="ja-JP" altLang="en-US" sz="700" dirty="0">
                          <a:latin typeface="Meiryo UI" panose="020B0604030504040204" pitchFamily="50" charset="-128"/>
                          <a:ea typeface="Meiryo UI" panose="020B0604030504040204" pitchFamily="50" charset="-128"/>
                        </a:rPr>
                        <a:t>構成管理</a:t>
                      </a:r>
                      <a:r>
                        <a:rPr lang="en-US" altLang="ja-JP" sz="700" dirty="0">
                          <a:latin typeface="Meiryo UI" panose="020B0604030504040204" pitchFamily="50" charset="-128"/>
                          <a:ea typeface="Meiryo UI" panose="020B0604030504040204" pitchFamily="50" charset="-128"/>
                        </a:rPr>
                        <a:t>(</a:t>
                      </a:r>
                      <a:r>
                        <a:rPr lang="ja-JP" altLang="en-US" sz="700" dirty="0">
                          <a:latin typeface="Meiryo UI" panose="020B0604030504040204" pitchFamily="50" charset="-128"/>
                          <a:ea typeface="Meiryo UI" panose="020B0604030504040204" pitchFamily="50" charset="-128"/>
                        </a:rPr>
                        <a:t>緊急依頼＆更新通知）</a:t>
                      </a:r>
                    </a:p>
                    <a:p>
                      <a:r>
                        <a:rPr lang="en-US" altLang="ja-JP" sz="700" dirty="0">
                          <a:hlinkClick r:id="rId3" tooltip="https://fujitsu.sharepoint.com/:x:/r/teams/msteams_c8e71e/Shared%20Documents/21_Activate2.0%E6%A7%8B%E6%88%90%E7%AE%A1%E7%90%86(%E7%B7%8A%E6%80%A5%E4%BE%9D%E9%A0%BC%EF%BC%86%E6%9B%B4%E6%96%B0%E9%80%9A%E7%9F%A5%EF%BC%89/Activate3.0%20%E3%83%89%E3%82%AD%E3%83%A5%E3%83%A1%E3%83%B3%E3%83%88%E6%9B%B4%E6%96%B0%E4%BE%9D%E9%A0%BC%E5%8F%B0%E5%B8%B3_V3.0-00.xlsx?d=wd6e46dd7157943d4aa354db4a984d1a0&amp;csf=1&amp;web=1&amp;e=MMr1h3"/>
                        </a:rPr>
                        <a:t>Activate3.0 </a:t>
                      </a:r>
                      <a:r>
                        <a:rPr lang="ja-JP" altLang="en-US" sz="700" dirty="0">
                          <a:hlinkClick r:id="rId3" tooltip="https://fujitsu.sharepoint.com/:x:/r/teams/msteams_c8e71e/Shared%20Documents/21_Activate2.0%E6%A7%8B%E6%88%90%E7%AE%A1%E7%90%86(%E7%B7%8A%E6%80%A5%E4%BE%9D%E9%A0%BC%EF%BC%86%E6%9B%B4%E6%96%B0%E9%80%9A%E7%9F%A5%EF%BC%89/Activate3.0%20%E3%83%89%E3%82%AD%E3%83%A5%E3%83%A1%E3%83%B3%E3%83%88%E6%9B%B4%E6%96%B0%E4%BE%9D%E9%A0%BC%E5%8F%B0%E5%B8%B3_V3.0-00.xlsx?d=wd6e46dd7157943d4aa354db4a984d1a0&amp;csf=1&amp;web=1&amp;e=MMr1h3"/>
                        </a:rPr>
                        <a:t>ドキュメント更新依頼台帳</a:t>
                      </a:r>
                      <a:r>
                        <a:rPr lang="en-US" altLang="ja-JP" sz="700" dirty="0">
                          <a:hlinkClick r:id="rId3" tooltip="https://fujitsu.sharepoint.com/:x:/r/teams/msteams_c8e71e/Shared%20Documents/21_Activate2.0%E6%A7%8B%E6%88%90%E7%AE%A1%E7%90%86(%E7%B7%8A%E6%80%A5%E4%BE%9D%E9%A0%BC%EF%BC%86%E6%9B%B4%E6%96%B0%E9%80%9A%E7%9F%A5%EF%BC%89/Activate3.0%20%E3%83%89%E3%82%AD%E3%83%A5%E3%83%A1%E3%83%B3%E3%83%88%E6%9B%B4%E6%96%B0%E4%BE%9D%E9%A0%BC%E5%8F%B0%E5%B8%B3_V3.0-00.xlsx?d=wd6e46dd7157943d4aa354db4a984d1a0&amp;csf=1&amp;web=1&amp;e=MMr1h3"/>
                        </a:rPr>
                        <a:t>_V3.0-00.xlsx</a:t>
                      </a:r>
                      <a:br>
                        <a:rPr lang="en-US" altLang="ja-JP" sz="700" dirty="0"/>
                      </a:br>
                      <a:r>
                        <a:rPr lang="en-US" altLang="ja-JP" sz="700" dirty="0">
                          <a:hlinkClick r:id="rId4" tooltip="https://fujitsu.sharepoint.com/:f:/r/teams/msteams_c8e71e/Shared%20Documents/21_Activate2.0%E6%A7%8B%E6%88%90%E7%AE%A1%E7%90%86(%E7%B7%8A%E6%80%A5%E4%BE%9D%E9%A0%BC%EF%BC%86%E6%9B%B4%E6%96%B0%E9%80%9A%E7%9F%A5%EF%BC%89?csf=1&amp;web=1&amp;e=DCq0gt"/>
                        </a:rPr>
                        <a:t>21_Activate2.0</a:t>
                      </a:r>
                      <a:r>
                        <a:rPr lang="ja-JP" altLang="en-US" sz="700" dirty="0">
                          <a:hlinkClick r:id="rId4" tooltip="https://fujitsu.sharepoint.com/:f:/r/teams/msteams_c8e71e/Shared%20Documents/21_Activate2.0%E6%A7%8B%E6%88%90%E7%AE%A1%E7%90%86(%E7%B7%8A%E6%80%A5%E4%BE%9D%E9%A0%BC%EF%BC%86%E6%9B%B4%E6%96%B0%E9%80%9A%E7%9F%A5%EF%BC%89?csf=1&amp;web=1&amp;e=DCq0gt"/>
                        </a:rPr>
                        <a:t>構成管理</a:t>
                      </a:r>
                      <a:r>
                        <a:rPr lang="en-US" altLang="ja-JP" sz="700" dirty="0">
                          <a:hlinkClick r:id="rId4" tooltip="https://fujitsu.sharepoint.com/:f:/r/teams/msteams_c8e71e/Shared%20Documents/21_Activate2.0%E6%A7%8B%E6%88%90%E7%AE%A1%E7%90%86(%E7%B7%8A%E6%80%A5%E4%BE%9D%E9%A0%BC%EF%BC%86%E6%9B%B4%E6%96%B0%E9%80%9A%E7%9F%A5%EF%BC%89?csf=1&amp;web=1&amp;e=DCq0gt"/>
                        </a:rPr>
                        <a:t>(</a:t>
                      </a:r>
                      <a:r>
                        <a:rPr lang="ja-JP" altLang="en-US" sz="700" dirty="0">
                          <a:hlinkClick r:id="rId4" tooltip="https://fujitsu.sharepoint.com/:f:/r/teams/msteams_c8e71e/Shared%20Documents/21_Activate2.0%E6%A7%8B%E6%88%90%E7%AE%A1%E7%90%86(%E7%B7%8A%E6%80%A5%E4%BE%9D%E9%A0%BC%EF%BC%86%E6%9B%B4%E6%96%B0%E9%80%9A%E7%9F%A5%EF%BC%89?csf=1&amp;web=1&amp;e=DCq0gt"/>
                        </a:rPr>
                        <a:t>緊急依頼＆更新通知）</a:t>
                      </a:r>
                      <a:endParaRPr lang="en-US" altLang="ja-JP" sz="600" dirty="0">
                        <a:latin typeface="Meiryo UI" panose="020B0604030504040204" pitchFamily="50" charset="-128"/>
                        <a:ea typeface="Meiryo UI" panose="020B0604030504040204" pitchFamily="50" charset="-128"/>
                      </a:endParaRPr>
                    </a:p>
                  </a:txBody>
                  <a:tcPr anchor="ctr"/>
                </a:tc>
                <a:extLst>
                  <a:ext uri="{0D108BD9-81ED-4DB2-BD59-A6C34878D82A}">
                    <a16:rowId xmlns:a16="http://schemas.microsoft.com/office/drawing/2014/main" val="609271204"/>
                  </a:ext>
                </a:extLst>
              </a:tr>
              <a:tr h="276407">
                <a:tc vMerge="1">
                  <a:txBody>
                    <a:bodyPr/>
                    <a:lstStyle/>
                    <a:p>
                      <a:endParaRPr kumimoji="1" lang="ja-JP" altLang="en-US"/>
                    </a:p>
                  </a:txBody>
                  <a:tcPr/>
                </a:tc>
                <a:tc>
                  <a:txBody>
                    <a:bodyPr/>
                    <a:lstStyle/>
                    <a:p>
                      <a:r>
                        <a:rPr kumimoji="1" lang="ja-JP" altLang="en-US" sz="900" dirty="0">
                          <a:latin typeface="Meiryo UI" panose="020B0604030504040204" pitchFamily="50" charset="-128"/>
                          <a:ea typeface="Meiryo UI" panose="020B0604030504040204" pitchFamily="50" charset="-128"/>
                        </a:rPr>
                        <a:t>更新検討フォルダ</a:t>
                      </a:r>
                    </a:p>
                  </a:txBody>
                  <a:tcPr anchor="ct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altLang="ja-JP" sz="700" dirty="0"/>
                        <a:t>SAP Delivery Management/22_Activate 3.0</a:t>
                      </a:r>
                      <a:br>
                        <a:rPr lang="en-US" altLang="ja-JP" sz="700" dirty="0"/>
                      </a:br>
                      <a:r>
                        <a:rPr lang="en-US" altLang="ja-JP" sz="700" dirty="0">
                          <a:hlinkClick r:id="rId5"/>
                        </a:rPr>
                        <a:t>22_Activate 3.0</a:t>
                      </a:r>
                      <a:endParaRPr lang="en-US" altLang="ja-JP" sz="700" dirty="0"/>
                    </a:p>
                  </a:txBody>
                  <a:tcPr anchor="ctr"/>
                </a:tc>
                <a:extLst>
                  <a:ext uri="{0D108BD9-81ED-4DB2-BD59-A6C34878D82A}">
                    <a16:rowId xmlns:a16="http://schemas.microsoft.com/office/drawing/2014/main" val="3054156791"/>
                  </a:ext>
                </a:extLst>
              </a:tr>
              <a:tr h="276407">
                <a:tc vMerge="1">
                  <a:txBody>
                    <a:bodyPr/>
                    <a:lstStyle/>
                    <a:p>
                      <a:endParaRPr kumimoji="1" lang="ja-JP" altLang="en-US"/>
                    </a:p>
                  </a:txBody>
                  <a:tcPr/>
                </a:tc>
                <a:tc>
                  <a:txBody>
                    <a:bodyPr/>
                    <a:lstStyle/>
                    <a:p>
                      <a:r>
                        <a:rPr kumimoji="1" lang="ja-JP" altLang="en-US" sz="900" dirty="0">
                          <a:latin typeface="Meiryo UI" panose="020B0604030504040204" pitchFamily="50" charset="-128"/>
                          <a:ea typeface="Meiryo UI" panose="020B0604030504040204" pitchFamily="50" charset="-128"/>
                        </a:rPr>
                        <a:t>公開ドキュメント格納場所</a:t>
                      </a:r>
                      <a:endParaRPr kumimoji="1" lang="en-US" altLang="ja-JP" sz="900" dirty="0">
                        <a:latin typeface="Meiryo UI" panose="020B0604030504040204" pitchFamily="50" charset="-128"/>
                        <a:ea typeface="Meiryo UI" panose="020B0604030504040204" pitchFamily="50" charset="-128"/>
                      </a:endParaRPr>
                    </a:p>
                  </a:txBody>
                  <a:tcPr anchor="ct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altLang="ja-JP" sz="700" dirty="0"/>
                        <a:t>Activate3.0</a:t>
                      </a:r>
                      <a:br>
                        <a:rPr lang="en-US" altLang="ja-JP" sz="700" dirty="0"/>
                      </a:br>
                      <a:r>
                        <a:rPr lang="en-US" altLang="ja-JP" sz="700" dirty="0">
                          <a:hlinkClick r:id="rId6" tooltip="https://fujitsu.sharepoint.com/sites/jp-SAP-bussines-info/delivery/Activate20"/>
                        </a:rPr>
                        <a:t>https://fujitsu.sharepoint.com/sites/jp-SAP-bussines-info/delivery/Activate20</a:t>
                      </a:r>
                      <a:endParaRPr lang="en-US" altLang="ja-JP" sz="700" dirty="0"/>
                    </a:p>
                  </a:txBody>
                  <a:tcPr anchor="ctr"/>
                </a:tc>
                <a:extLst>
                  <a:ext uri="{0D108BD9-81ED-4DB2-BD59-A6C34878D82A}">
                    <a16:rowId xmlns:a16="http://schemas.microsoft.com/office/drawing/2014/main" val="2156713520"/>
                  </a:ext>
                </a:extLst>
              </a:tr>
            </a:tbl>
          </a:graphicData>
        </a:graphic>
      </p:graphicFrame>
      <p:sp>
        <p:nvSpPr>
          <p:cNvPr id="7" name="スライド番号プレースホルダー 6">
            <a:extLst>
              <a:ext uri="{FF2B5EF4-FFF2-40B4-BE49-F238E27FC236}">
                <a16:creationId xmlns:a16="http://schemas.microsoft.com/office/drawing/2014/main" id="{2034872E-6873-49C0-8302-337A3F3FAA28}"/>
              </a:ext>
            </a:extLst>
          </p:cNvPr>
          <p:cNvSpPr>
            <a:spLocks noGrp="1"/>
          </p:cNvSpPr>
          <p:nvPr>
            <p:ph type="sldNum" sz="quarter" idx="11"/>
          </p:nvPr>
        </p:nvSpPr>
        <p:spPr/>
        <p:txBody>
          <a:bodyPr/>
          <a:lstStyle/>
          <a:p>
            <a:fld id="{72E657AC-4808-49C2-85C9-9B8A09B04136}" type="slidenum">
              <a:rPr lang="de-DE" altLang="ja-JP" smtClean="0"/>
              <a:pPr/>
              <a:t>5</a:t>
            </a:fld>
            <a:endParaRPr lang="de-DE" altLang="ja-JP"/>
          </a:p>
        </p:txBody>
      </p:sp>
    </p:spTree>
    <p:extLst>
      <p:ext uri="{BB962C8B-B14F-4D97-AF65-F5344CB8AC3E}">
        <p14:creationId xmlns:p14="http://schemas.microsoft.com/office/powerpoint/2010/main" val="3183071717"/>
      </p:ext>
    </p:extLst>
  </p:cSld>
  <p:clrMapOvr>
    <a:masterClrMapping/>
  </p:clrMapOvr>
  <p:transition advClick="0" advTm="10000"/>
</p:sld>
</file>

<file path=ppt/slides/slide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35874" name="Rectangle 2"/>
          <p:cNvSpPr>
            <a:spLocks noGrp="1" noChangeArrowheads="1"/>
          </p:cNvSpPr>
          <p:nvPr>
            <p:ph type="title"/>
          </p:nvPr>
        </p:nvSpPr>
        <p:spPr/>
        <p:txBody>
          <a:bodyPr vert="horz" lIns="0" tIns="108000" rIns="0" bIns="0" rtlCol="0" anchor="ctr">
            <a:normAutofit/>
          </a:bodyPr>
          <a:lstStyle/>
          <a:p>
            <a:r>
              <a:rPr lang="en-US" altLang="ja-JP" sz="2800" dirty="0">
                <a:latin typeface="+mj-lt"/>
                <a:ea typeface="+mj-ea"/>
              </a:rPr>
              <a:t>Activate 3.0</a:t>
            </a:r>
            <a:r>
              <a:rPr lang="ja-JP" altLang="en-US" sz="2800" dirty="0">
                <a:latin typeface="+mj-lt"/>
                <a:ea typeface="+mj-ea"/>
              </a:rPr>
              <a:t>構成管理概要について</a:t>
            </a:r>
            <a:endParaRPr lang="en-US" altLang="ja-JP" sz="2800" dirty="0">
              <a:latin typeface="+mj-lt"/>
              <a:ea typeface="+mj-ea"/>
            </a:endParaRPr>
          </a:p>
        </p:txBody>
      </p:sp>
      <p:sp>
        <p:nvSpPr>
          <p:cNvPr id="4" name="フッター プレースホルダー 3"/>
          <p:cNvSpPr>
            <a:spLocks noGrp="1"/>
          </p:cNvSpPr>
          <p:nvPr>
            <p:ph type="ftr" sz="quarter" idx="10"/>
          </p:nvPr>
        </p:nvSpPr>
        <p:spPr/>
        <p:txBody>
          <a:bodyPr/>
          <a:lstStyle/>
          <a:p>
            <a:r>
              <a:rPr lang="en-US" altLang="ja-JP"/>
              <a:t>© 2022 Fujitsu Limited</a:t>
            </a:r>
            <a:endParaRPr lang="de-DE" altLang="ja-JP" dirty="0"/>
          </a:p>
        </p:txBody>
      </p:sp>
      <p:graphicFrame>
        <p:nvGraphicFramePr>
          <p:cNvPr id="7" name="表 6">
            <a:extLst>
              <a:ext uri="{FF2B5EF4-FFF2-40B4-BE49-F238E27FC236}">
                <a16:creationId xmlns:a16="http://schemas.microsoft.com/office/drawing/2014/main" id="{4061F029-9135-4E52-8FF2-30AADE2D8556}"/>
              </a:ext>
            </a:extLst>
          </p:cNvPr>
          <p:cNvGraphicFramePr>
            <a:graphicFrameLocks noGrp="1"/>
          </p:cNvGraphicFramePr>
          <p:nvPr>
            <p:extLst>
              <p:ext uri="{D42A27DB-BD31-4B8C-83A1-F6EECF244321}">
                <p14:modId xmlns:p14="http://schemas.microsoft.com/office/powerpoint/2010/main" val="3781517788"/>
              </p:ext>
            </p:extLst>
          </p:nvPr>
        </p:nvGraphicFramePr>
        <p:xfrm>
          <a:off x="610346" y="1024560"/>
          <a:ext cx="8349305" cy="3791280"/>
        </p:xfrm>
        <a:graphic>
          <a:graphicData uri="http://schemas.openxmlformats.org/drawingml/2006/table">
            <a:tbl>
              <a:tblPr firstRow="1" bandRow="1">
                <a:tableStyleId>{00A15C55-8517-42AA-B614-E9B94910E393}</a:tableStyleId>
              </a:tblPr>
              <a:tblGrid>
                <a:gridCol w="789305">
                  <a:extLst>
                    <a:ext uri="{9D8B030D-6E8A-4147-A177-3AD203B41FA5}">
                      <a16:colId xmlns:a16="http://schemas.microsoft.com/office/drawing/2014/main" val="2101308985"/>
                    </a:ext>
                  </a:extLst>
                </a:gridCol>
                <a:gridCol w="2232000">
                  <a:extLst>
                    <a:ext uri="{9D8B030D-6E8A-4147-A177-3AD203B41FA5}">
                      <a16:colId xmlns:a16="http://schemas.microsoft.com/office/drawing/2014/main" val="2056762032"/>
                    </a:ext>
                  </a:extLst>
                </a:gridCol>
                <a:gridCol w="2232000">
                  <a:extLst>
                    <a:ext uri="{9D8B030D-6E8A-4147-A177-3AD203B41FA5}">
                      <a16:colId xmlns:a16="http://schemas.microsoft.com/office/drawing/2014/main" val="2381095972"/>
                    </a:ext>
                  </a:extLst>
                </a:gridCol>
                <a:gridCol w="1548000">
                  <a:extLst>
                    <a:ext uri="{9D8B030D-6E8A-4147-A177-3AD203B41FA5}">
                      <a16:colId xmlns:a16="http://schemas.microsoft.com/office/drawing/2014/main" val="3096205063"/>
                    </a:ext>
                  </a:extLst>
                </a:gridCol>
                <a:gridCol w="1548000">
                  <a:extLst>
                    <a:ext uri="{9D8B030D-6E8A-4147-A177-3AD203B41FA5}">
                      <a16:colId xmlns:a16="http://schemas.microsoft.com/office/drawing/2014/main" val="4270170183"/>
                    </a:ext>
                  </a:extLst>
                </a:gridCol>
              </a:tblGrid>
              <a:tr h="216000">
                <a:tc rowSpan="2">
                  <a:txBody>
                    <a:bodyPr/>
                    <a:lstStyle/>
                    <a:p>
                      <a:endParaRPr kumimoji="1" lang="ja-JP" altLang="en-US" sz="1100" dirty="0">
                        <a:solidFill>
                          <a:schemeClr val="bg1"/>
                        </a:solidFill>
                        <a:latin typeface="Meiryo UI" panose="020B0604030504040204" pitchFamily="50" charset="-128"/>
                        <a:ea typeface="Meiryo UI" panose="020B0604030504040204" pitchFamily="50" charset="-128"/>
                      </a:endParaRPr>
                    </a:p>
                  </a:txBody>
                  <a:tcPr marL="72000" marR="72000" marT="36000" marB="36000" anchor="ctr"/>
                </a:tc>
                <a:tc rowSpan="2">
                  <a:txBody>
                    <a:bodyPr/>
                    <a:lstStyle/>
                    <a:p>
                      <a:pPr algn="ctr"/>
                      <a:r>
                        <a:rPr kumimoji="1" lang="ja-JP" altLang="en-US" sz="1100" dirty="0">
                          <a:solidFill>
                            <a:schemeClr val="bg1"/>
                          </a:solidFill>
                        </a:rPr>
                        <a:t>更新者</a:t>
                      </a:r>
                      <a:endParaRPr kumimoji="1" lang="en-US" altLang="ja-JP" sz="1100" dirty="0">
                        <a:solidFill>
                          <a:schemeClr val="bg1"/>
                        </a:solidFill>
                      </a:endParaRPr>
                    </a:p>
                    <a:p>
                      <a:pPr algn="ctr"/>
                      <a:r>
                        <a:rPr kumimoji="1" lang="en-US" altLang="ja-JP" sz="1100" dirty="0">
                          <a:solidFill>
                            <a:schemeClr val="bg1"/>
                          </a:solidFill>
                        </a:rPr>
                        <a:t>(Activate</a:t>
                      </a:r>
                      <a:r>
                        <a:rPr kumimoji="1" lang="ja-JP" altLang="en-US" sz="1100" dirty="0">
                          <a:solidFill>
                            <a:schemeClr val="bg1"/>
                          </a:solidFill>
                        </a:rPr>
                        <a:t>利用者</a:t>
                      </a:r>
                      <a:r>
                        <a:rPr kumimoji="1" lang="en-US" altLang="ja-JP" sz="1100" dirty="0">
                          <a:solidFill>
                            <a:schemeClr val="bg1"/>
                          </a:solidFill>
                        </a:rPr>
                        <a:t>)</a:t>
                      </a:r>
                      <a:endParaRPr kumimoji="1" lang="ja-JP" altLang="en-US" sz="1100" dirty="0">
                        <a:solidFill>
                          <a:schemeClr val="bg1"/>
                        </a:solidFill>
                        <a:latin typeface="Meiryo UI" panose="020B0604030504040204" pitchFamily="50" charset="-128"/>
                        <a:ea typeface="Meiryo UI" panose="020B0604030504040204" pitchFamily="50" charset="-128"/>
                      </a:endParaRPr>
                    </a:p>
                  </a:txBody>
                  <a:tcPr marL="72000" marR="72000" marT="36000" marB="36000" anchor="ctr"/>
                </a:tc>
                <a:tc rowSpan="2">
                  <a:txBody>
                    <a:bodyPr/>
                    <a:lstStyle/>
                    <a:p>
                      <a:pPr algn="ctr"/>
                      <a:r>
                        <a:rPr kumimoji="1" lang="ja-JP" altLang="en-US" sz="1100" dirty="0">
                          <a:solidFill>
                            <a:schemeClr val="bg1"/>
                          </a:solidFill>
                        </a:rPr>
                        <a:t>管理者</a:t>
                      </a:r>
                      <a:endParaRPr kumimoji="1" lang="ja-JP" altLang="en-US" sz="1100" dirty="0">
                        <a:solidFill>
                          <a:schemeClr val="bg1"/>
                        </a:solidFill>
                        <a:latin typeface="Meiryo UI" panose="020B0604030504040204" pitchFamily="50" charset="-128"/>
                        <a:ea typeface="Meiryo UI" panose="020B0604030504040204" pitchFamily="50" charset="-128"/>
                      </a:endParaRPr>
                    </a:p>
                  </a:txBody>
                  <a:tcPr marL="72000" marR="72000" marT="36000" marB="36000" anchor="ctr"/>
                </a:tc>
                <a:tc gridSpan="2">
                  <a:txBody>
                    <a:bodyPr/>
                    <a:lstStyle/>
                    <a:p>
                      <a:pPr algn="ctr"/>
                      <a:r>
                        <a:rPr kumimoji="1" lang="en-US" altLang="ja-JP" sz="1100" dirty="0">
                          <a:solidFill>
                            <a:schemeClr val="bg1"/>
                          </a:solidFill>
                        </a:rPr>
                        <a:t>SPO</a:t>
                      </a:r>
                      <a:endParaRPr kumimoji="1" lang="ja-JP" altLang="en-US" sz="1100" dirty="0">
                        <a:solidFill>
                          <a:schemeClr val="bg1"/>
                        </a:solidFill>
                        <a:latin typeface="Meiryo UI" panose="020B0604030504040204" pitchFamily="50" charset="-128"/>
                        <a:ea typeface="Meiryo UI" panose="020B0604030504040204" pitchFamily="50" charset="-128"/>
                      </a:endParaRPr>
                    </a:p>
                  </a:txBody>
                  <a:tcPr marL="72000" marR="72000" marT="36000" marB="36000" anchor="ctr"/>
                </a:tc>
                <a:tc hMerge="1">
                  <a:txBody>
                    <a:bodyPr/>
                    <a:lstStyle/>
                    <a:p>
                      <a:endParaRPr kumimoji="1" lang="ja-JP" altLang="en-US"/>
                    </a:p>
                  </a:txBody>
                  <a:tcPr/>
                </a:tc>
                <a:extLst>
                  <a:ext uri="{0D108BD9-81ED-4DB2-BD59-A6C34878D82A}">
                    <a16:rowId xmlns:a16="http://schemas.microsoft.com/office/drawing/2014/main" val="424710767"/>
                  </a:ext>
                </a:extLst>
              </a:tr>
              <a:tr h="216000">
                <a:tc vMerge="1">
                  <a:txBody>
                    <a:bodyPr/>
                    <a:lstStyle/>
                    <a:p>
                      <a:endParaRPr kumimoji="1" lang="ja-JP" altLang="en-US" sz="1100" dirty="0">
                        <a:solidFill>
                          <a:schemeClr val="bg1"/>
                        </a:solidFill>
                        <a:latin typeface="Meiryo UI" panose="020B0604030504040204" pitchFamily="50" charset="-128"/>
                        <a:ea typeface="Meiryo UI" panose="020B0604030504040204" pitchFamily="50" charset="-128"/>
                      </a:endParaRPr>
                    </a:p>
                  </a:txBody>
                  <a:tcPr anchor="ctr"/>
                </a:tc>
                <a:tc vMerge="1">
                  <a:txBody>
                    <a:bodyPr/>
                    <a:lstStyle/>
                    <a:p>
                      <a:pPr algn="ctr"/>
                      <a:endParaRPr kumimoji="1" lang="ja-JP" altLang="en-US" sz="1100" dirty="0">
                        <a:solidFill>
                          <a:schemeClr val="bg1"/>
                        </a:solidFill>
                        <a:latin typeface="Meiryo UI" panose="020B0604030504040204" pitchFamily="50" charset="-128"/>
                        <a:ea typeface="Meiryo UI" panose="020B0604030504040204" pitchFamily="50" charset="-128"/>
                      </a:endParaRPr>
                    </a:p>
                  </a:txBody>
                  <a:tcPr anchor="ctr"/>
                </a:tc>
                <a:tc vMerge="1">
                  <a:txBody>
                    <a:bodyPr/>
                    <a:lstStyle/>
                    <a:p>
                      <a:pPr algn="ctr"/>
                      <a:endParaRPr kumimoji="1" lang="ja-JP" altLang="en-US" sz="1100" dirty="0">
                        <a:solidFill>
                          <a:schemeClr val="bg1"/>
                        </a:solidFill>
                        <a:latin typeface="Meiryo UI" panose="020B0604030504040204" pitchFamily="50" charset="-128"/>
                        <a:ea typeface="Meiryo UI" panose="020B0604030504040204" pitchFamily="50" charset="-128"/>
                      </a:endParaRPr>
                    </a:p>
                  </a:txBody>
                  <a:tcPr anchor="ctr"/>
                </a:tc>
                <a:tc>
                  <a:txBody>
                    <a:bodyPr/>
                    <a:lstStyle/>
                    <a:p>
                      <a:pPr algn="ctr"/>
                      <a:r>
                        <a:rPr kumimoji="1" lang="ja-JP" altLang="en-US" sz="1100" b="1" dirty="0">
                          <a:solidFill>
                            <a:srgbClr val="FFFFFF"/>
                          </a:solidFill>
                        </a:rPr>
                        <a:t>更新検討フォルダ</a:t>
                      </a:r>
                      <a:endParaRPr kumimoji="1" lang="ja-JP" altLang="en-US" sz="1100" b="1" dirty="0">
                        <a:solidFill>
                          <a:srgbClr val="FFFFFF"/>
                        </a:solidFill>
                        <a:latin typeface="Meiryo UI" panose="020B0604030504040204" pitchFamily="50" charset="-128"/>
                        <a:ea typeface="Meiryo UI" panose="020B0604030504040204" pitchFamily="50" charset="-128"/>
                      </a:endParaRPr>
                    </a:p>
                  </a:txBody>
                  <a:tcPr marL="72000" marR="72000" marT="36000" marB="36000" anchor="ctr">
                    <a:solidFill>
                      <a:srgbClr val="2400B0"/>
                    </a:solidFill>
                  </a:tcPr>
                </a:tc>
                <a:tc>
                  <a:txBody>
                    <a:bodyPr/>
                    <a:lstStyle/>
                    <a:p>
                      <a:pPr algn="ctr"/>
                      <a:r>
                        <a:rPr kumimoji="1" lang="ja-JP" altLang="en-US" sz="1100" b="1" dirty="0">
                          <a:solidFill>
                            <a:srgbClr val="FFFFFF"/>
                          </a:solidFill>
                        </a:rPr>
                        <a:t>公開フォルダ</a:t>
                      </a:r>
                      <a:endParaRPr kumimoji="1" lang="ja-JP" altLang="en-US" sz="1100" b="1" dirty="0">
                        <a:solidFill>
                          <a:srgbClr val="FFFFFF"/>
                        </a:solidFill>
                        <a:latin typeface="Meiryo UI" panose="020B0604030504040204" pitchFamily="50" charset="-128"/>
                        <a:ea typeface="Meiryo UI" panose="020B0604030504040204" pitchFamily="50" charset="-128"/>
                      </a:endParaRPr>
                    </a:p>
                  </a:txBody>
                  <a:tcPr marL="72000" marR="72000" marT="36000" marB="36000" anchor="ctr">
                    <a:solidFill>
                      <a:srgbClr val="2400B0"/>
                    </a:solidFill>
                  </a:tcPr>
                </a:tc>
                <a:extLst>
                  <a:ext uri="{0D108BD9-81ED-4DB2-BD59-A6C34878D82A}">
                    <a16:rowId xmlns:a16="http://schemas.microsoft.com/office/drawing/2014/main" val="3712575256"/>
                  </a:ext>
                </a:extLst>
              </a:tr>
              <a:tr h="828000">
                <a:tc>
                  <a:txBody>
                    <a:bodyPr/>
                    <a:lstStyle/>
                    <a:p>
                      <a:r>
                        <a:rPr kumimoji="1" lang="ja-JP" altLang="en-US" sz="1100" dirty="0"/>
                        <a:t>変更要求</a:t>
                      </a:r>
                      <a:endParaRPr kumimoji="1" lang="ja-JP" altLang="en-US" sz="1100" dirty="0">
                        <a:latin typeface="Meiryo UI" panose="020B0604030504040204" pitchFamily="50" charset="-128"/>
                        <a:ea typeface="Meiryo UI" panose="020B0604030504040204" pitchFamily="50" charset="-128"/>
                      </a:endParaRPr>
                    </a:p>
                  </a:txBody>
                  <a:tcPr anchor="ctr"/>
                </a:tc>
                <a:tc>
                  <a:txBody>
                    <a:bodyPr/>
                    <a:lstStyle/>
                    <a:p>
                      <a:endParaRPr kumimoji="1" lang="ja-JP" altLang="en-US" sz="1100" dirty="0">
                        <a:latin typeface="Meiryo UI" panose="020B0604030504040204" pitchFamily="50" charset="-128"/>
                        <a:ea typeface="Meiryo UI" panose="020B0604030504040204" pitchFamily="50" charset="-128"/>
                      </a:endParaRPr>
                    </a:p>
                  </a:txBody>
                  <a:tcPr anchor="ctr"/>
                </a:tc>
                <a:tc>
                  <a:txBody>
                    <a:bodyPr/>
                    <a:lstStyle/>
                    <a:p>
                      <a:endParaRPr kumimoji="1" lang="ja-JP" altLang="en-US" sz="1100" dirty="0">
                        <a:latin typeface="Meiryo UI" panose="020B0604030504040204" pitchFamily="50" charset="-128"/>
                        <a:ea typeface="Meiryo UI" panose="020B0604030504040204" pitchFamily="50" charset="-128"/>
                      </a:endParaRPr>
                    </a:p>
                  </a:txBody>
                  <a:tcPr anchor="ctr"/>
                </a:tc>
                <a:tc>
                  <a:txBody>
                    <a:bodyPr/>
                    <a:lstStyle/>
                    <a:p>
                      <a:endParaRPr kumimoji="1" lang="ja-JP" altLang="en-US" sz="1100" dirty="0">
                        <a:latin typeface="Meiryo UI" panose="020B0604030504040204" pitchFamily="50" charset="-128"/>
                        <a:ea typeface="Meiryo UI" panose="020B0604030504040204" pitchFamily="50" charset="-128"/>
                      </a:endParaRPr>
                    </a:p>
                  </a:txBody>
                  <a:tcPr anchor="ctr"/>
                </a:tc>
                <a:tc>
                  <a:txBody>
                    <a:bodyPr/>
                    <a:lstStyle/>
                    <a:p>
                      <a:endParaRPr kumimoji="1" lang="ja-JP" altLang="en-US" sz="1100" dirty="0">
                        <a:latin typeface="Meiryo UI" panose="020B0604030504040204" pitchFamily="50" charset="-128"/>
                        <a:ea typeface="Meiryo UI" panose="020B0604030504040204" pitchFamily="50" charset="-128"/>
                      </a:endParaRPr>
                    </a:p>
                  </a:txBody>
                  <a:tcPr anchor="ctr"/>
                </a:tc>
                <a:extLst>
                  <a:ext uri="{0D108BD9-81ED-4DB2-BD59-A6C34878D82A}">
                    <a16:rowId xmlns:a16="http://schemas.microsoft.com/office/drawing/2014/main" val="4099949647"/>
                  </a:ext>
                </a:extLst>
              </a:tr>
              <a:tr h="828000">
                <a:tc>
                  <a:txBody>
                    <a:bodyPr/>
                    <a:lstStyle/>
                    <a:p>
                      <a:r>
                        <a:rPr kumimoji="1" lang="ja-JP" altLang="en-US" sz="1100" dirty="0"/>
                        <a:t>レビュー</a:t>
                      </a:r>
                      <a:endParaRPr kumimoji="1" lang="ja-JP" altLang="en-US" sz="1100" dirty="0">
                        <a:latin typeface="Meiryo UI" panose="020B0604030504040204" pitchFamily="50" charset="-128"/>
                        <a:ea typeface="Meiryo UI" panose="020B0604030504040204" pitchFamily="50" charset="-128"/>
                      </a:endParaRPr>
                    </a:p>
                  </a:txBody>
                  <a:tcPr anchor="ctr"/>
                </a:tc>
                <a:tc>
                  <a:txBody>
                    <a:bodyPr/>
                    <a:lstStyle/>
                    <a:p>
                      <a:endParaRPr kumimoji="1" lang="ja-JP" altLang="en-US" sz="1100" dirty="0">
                        <a:latin typeface="Meiryo UI" panose="020B0604030504040204" pitchFamily="50" charset="-128"/>
                        <a:ea typeface="Meiryo UI" panose="020B0604030504040204" pitchFamily="50" charset="-128"/>
                      </a:endParaRPr>
                    </a:p>
                  </a:txBody>
                  <a:tcPr anchor="ctr"/>
                </a:tc>
                <a:tc>
                  <a:txBody>
                    <a:bodyPr/>
                    <a:lstStyle/>
                    <a:p>
                      <a:endParaRPr kumimoji="1" lang="ja-JP" altLang="en-US" sz="1100" dirty="0">
                        <a:latin typeface="Meiryo UI" panose="020B0604030504040204" pitchFamily="50" charset="-128"/>
                        <a:ea typeface="Meiryo UI" panose="020B0604030504040204" pitchFamily="50" charset="-128"/>
                      </a:endParaRPr>
                    </a:p>
                  </a:txBody>
                  <a:tcPr anchor="ctr"/>
                </a:tc>
                <a:tc>
                  <a:txBody>
                    <a:bodyPr/>
                    <a:lstStyle/>
                    <a:p>
                      <a:endParaRPr kumimoji="1" lang="ja-JP" altLang="en-US" sz="1100" dirty="0">
                        <a:latin typeface="Meiryo UI" panose="020B0604030504040204" pitchFamily="50" charset="-128"/>
                        <a:ea typeface="Meiryo UI" panose="020B0604030504040204" pitchFamily="50" charset="-128"/>
                      </a:endParaRPr>
                    </a:p>
                  </a:txBody>
                  <a:tcPr anchor="ctr"/>
                </a:tc>
                <a:tc>
                  <a:txBody>
                    <a:bodyPr/>
                    <a:lstStyle/>
                    <a:p>
                      <a:endParaRPr kumimoji="1" lang="ja-JP" altLang="en-US" sz="1100" dirty="0">
                        <a:latin typeface="Meiryo UI" panose="020B0604030504040204" pitchFamily="50" charset="-128"/>
                        <a:ea typeface="Meiryo UI" panose="020B0604030504040204" pitchFamily="50" charset="-128"/>
                      </a:endParaRPr>
                    </a:p>
                  </a:txBody>
                  <a:tcPr anchor="ctr"/>
                </a:tc>
                <a:extLst>
                  <a:ext uri="{0D108BD9-81ED-4DB2-BD59-A6C34878D82A}">
                    <a16:rowId xmlns:a16="http://schemas.microsoft.com/office/drawing/2014/main" val="2558563815"/>
                  </a:ext>
                </a:extLst>
              </a:tr>
              <a:tr h="828000">
                <a:tc>
                  <a:txBody>
                    <a:bodyPr/>
                    <a:lstStyle/>
                    <a:p>
                      <a:r>
                        <a:rPr kumimoji="1" lang="ja-JP" altLang="en-US" sz="1100" dirty="0"/>
                        <a:t>更新</a:t>
                      </a:r>
                      <a:endParaRPr kumimoji="1" lang="ja-JP" altLang="en-US" sz="1100" dirty="0">
                        <a:latin typeface="Meiryo UI" panose="020B0604030504040204" pitchFamily="50" charset="-128"/>
                        <a:ea typeface="Meiryo UI" panose="020B0604030504040204" pitchFamily="50" charset="-128"/>
                      </a:endParaRPr>
                    </a:p>
                  </a:txBody>
                  <a:tcPr anchor="ctr"/>
                </a:tc>
                <a:tc>
                  <a:txBody>
                    <a:bodyPr/>
                    <a:lstStyle/>
                    <a:p>
                      <a:endParaRPr kumimoji="1" lang="ja-JP" altLang="en-US" sz="1100" dirty="0">
                        <a:latin typeface="Meiryo UI" panose="020B0604030504040204" pitchFamily="50" charset="-128"/>
                        <a:ea typeface="Meiryo UI" panose="020B0604030504040204" pitchFamily="50" charset="-128"/>
                      </a:endParaRPr>
                    </a:p>
                  </a:txBody>
                  <a:tcPr anchor="ctr"/>
                </a:tc>
                <a:tc>
                  <a:txBody>
                    <a:bodyPr/>
                    <a:lstStyle/>
                    <a:p>
                      <a:endParaRPr kumimoji="1" lang="ja-JP" altLang="en-US" sz="1100" dirty="0">
                        <a:latin typeface="Meiryo UI" panose="020B0604030504040204" pitchFamily="50" charset="-128"/>
                        <a:ea typeface="Meiryo UI" panose="020B0604030504040204" pitchFamily="50" charset="-128"/>
                      </a:endParaRPr>
                    </a:p>
                  </a:txBody>
                  <a:tcPr anchor="ctr"/>
                </a:tc>
                <a:tc>
                  <a:txBody>
                    <a:bodyPr/>
                    <a:lstStyle/>
                    <a:p>
                      <a:endParaRPr kumimoji="1" lang="ja-JP" altLang="en-US" sz="1100" dirty="0">
                        <a:latin typeface="Meiryo UI" panose="020B0604030504040204" pitchFamily="50" charset="-128"/>
                        <a:ea typeface="Meiryo UI" panose="020B0604030504040204" pitchFamily="50" charset="-128"/>
                      </a:endParaRPr>
                    </a:p>
                  </a:txBody>
                  <a:tcPr anchor="ctr"/>
                </a:tc>
                <a:tc>
                  <a:txBody>
                    <a:bodyPr/>
                    <a:lstStyle/>
                    <a:p>
                      <a:endParaRPr kumimoji="1" lang="ja-JP" altLang="en-US" sz="1100" dirty="0">
                        <a:latin typeface="Meiryo UI" panose="020B0604030504040204" pitchFamily="50" charset="-128"/>
                        <a:ea typeface="Meiryo UI" panose="020B0604030504040204" pitchFamily="50" charset="-128"/>
                      </a:endParaRPr>
                    </a:p>
                  </a:txBody>
                  <a:tcPr anchor="ctr"/>
                </a:tc>
                <a:extLst>
                  <a:ext uri="{0D108BD9-81ED-4DB2-BD59-A6C34878D82A}">
                    <a16:rowId xmlns:a16="http://schemas.microsoft.com/office/drawing/2014/main" val="1533116792"/>
                  </a:ext>
                </a:extLst>
              </a:tr>
              <a:tr h="828000">
                <a:tc>
                  <a:txBody>
                    <a:bodyPr/>
                    <a:lstStyle/>
                    <a:p>
                      <a:r>
                        <a:rPr kumimoji="1" lang="ja-JP" altLang="en-US" sz="1100" dirty="0"/>
                        <a:t>リリース</a:t>
                      </a:r>
                      <a:endParaRPr kumimoji="1" lang="ja-JP" altLang="en-US" sz="1100" dirty="0">
                        <a:latin typeface="Meiryo UI" panose="020B0604030504040204" pitchFamily="50" charset="-128"/>
                        <a:ea typeface="Meiryo UI" panose="020B0604030504040204" pitchFamily="50" charset="-128"/>
                      </a:endParaRPr>
                    </a:p>
                  </a:txBody>
                  <a:tcPr anchor="ctr"/>
                </a:tc>
                <a:tc>
                  <a:txBody>
                    <a:bodyPr/>
                    <a:lstStyle/>
                    <a:p>
                      <a:endParaRPr kumimoji="1" lang="ja-JP" altLang="en-US" sz="1100" dirty="0">
                        <a:latin typeface="Meiryo UI" panose="020B0604030504040204" pitchFamily="50" charset="-128"/>
                        <a:ea typeface="Meiryo UI" panose="020B0604030504040204" pitchFamily="50" charset="-128"/>
                      </a:endParaRPr>
                    </a:p>
                  </a:txBody>
                  <a:tcPr anchor="ctr"/>
                </a:tc>
                <a:tc>
                  <a:txBody>
                    <a:bodyPr/>
                    <a:lstStyle/>
                    <a:p>
                      <a:endParaRPr kumimoji="1" lang="ja-JP" altLang="en-US" sz="1100" dirty="0">
                        <a:latin typeface="Meiryo UI" panose="020B0604030504040204" pitchFamily="50" charset="-128"/>
                        <a:ea typeface="Meiryo UI" panose="020B0604030504040204" pitchFamily="50" charset="-128"/>
                      </a:endParaRPr>
                    </a:p>
                  </a:txBody>
                  <a:tcPr anchor="ctr"/>
                </a:tc>
                <a:tc>
                  <a:txBody>
                    <a:bodyPr/>
                    <a:lstStyle/>
                    <a:p>
                      <a:endParaRPr kumimoji="1" lang="ja-JP" altLang="en-US" sz="1100" dirty="0">
                        <a:latin typeface="Meiryo UI" panose="020B0604030504040204" pitchFamily="50" charset="-128"/>
                        <a:ea typeface="Meiryo UI" panose="020B0604030504040204" pitchFamily="50" charset="-128"/>
                      </a:endParaRPr>
                    </a:p>
                  </a:txBody>
                  <a:tcPr anchor="ctr"/>
                </a:tc>
                <a:tc>
                  <a:txBody>
                    <a:bodyPr/>
                    <a:lstStyle/>
                    <a:p>
                      <a:endParaRPr kumimoji="1" lang="ja-JP" altLang="en-US" sz="1100" dirty="0">
                        <a:latin typeface="Meiryo UI" panose="020B0604030504040204" pitchFamily="50" charset="-128"/>
                        <a:ea typeface="Meiryo UI" panose="020B0604030504040204" pitchFamily="50" charset="-128"/>
                      </a:endParaRPr>
                    </a:p>
                  </a:txBody>
                  <a:tcPr anchor="ctr"/>
                </a:tc>
                <a:extLst>
                  <a:ext uri="{0D108BD9-81ED-4DB2-BD59-A6C34878D82A}">
                    <a16:rowId xmlns:a16="http://schemas.microsoft.com/office/drawing/2014/main" val="565443964"/>
                  </a:ext>
                </a:extLst>
              </a:tr>
            </a:tbl>
          </a:graphicData>
        </a:graphic>
      </p:graphicFrame>
      <p:pic>
        <p:nvPicPr>
          <p:cNvPr id="9" name="図 8" descr="アイコン&#10;&#10;自動的に生成された説明">
            <a:extLst>
              <a:ext uri="{FF2B5EF4-FFF2-40B4-BE49-F238E27FC236}">
                <a16:creationId xmlns:a16="http://schemas.microsoft.com/office/drawing/2014/main" id="{07EB700A-3F41-462B-821E-34A57E876487}"/>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647658" y="1730344"/>
            <a:ext cx="401961" cy="401961"/>
          </a:xfrm>
          <a:prstGeom prst="rect">
            <a:avLst/>
          </a:prstGeom>
        </p:spPr>
      </p:pic>
      <p:sp>
        <p:nvSpPr>
          <p:cNvPr id="12" name="コンテンツ プレースホルダー 2">
            <a:extLst>
              <a:ext uri="{FF2B5EF4-FFF2-40B4-BE49-F238E27FC236}">
                <a16:creationId xmlns:a16="http://schemas.microsoft.com/office/drawing/2014/main" id="{1A033FF3-FD38-4DAD-A6F1-0788DC42669F}"/>
              </a:ext>
            </a:extLst>
          </p:cNvPr>
          <p:cNvSpPr txBox="1">
            <a:spLocks/>
          </p:cNvSpPr>
          <p:nvPr/>
        </p:nvSpPr>
        <p:spPr bwMode="gray">
          <a:xfrm>
            <a:off x="1708683" y="1542701"/>
            <a:ext cx="1347281" cy="176702"/>
          </a:xfrm>
          <a:prstGeom prst="rect">
            <a:avLst/>
          </a:prstGeom>
          <a:solidFill>
            <a:srgbClr val="0070C0"/>
          </a:solidFill>
          <a:ln>
            <a:noFill/>
          </a:ln>
          <a:effectLst/>
        </p:spPr>
        <p:txBody>
          <a:bodyPr vert="horz" wrap="square" lIns="0" tIns="0" rIns="0" bIns="0" numCol="1" anchor="ctr" anchorCtr="0" compatLnSpc="1">
            <a:prstTxWarp prst="textNoShape">
              <a:avLst/>
            </a:prstTxWarp>
          </a:bodyPr>
          <a:lstStyle>
            <a:lvl1pPr marL="266700" indent="-266700" algn="l" defTabSz="809625" rtl="0" eaLnBrk="0" fontAlgn="ctr" hangingPunct="0">
              <a:lnSpc>
                <a:spcPct val="110000"/>
              </a:lnSpc>
              <a:spcBef>
                <a:spcPct val="20000"/>
              </a:spcBef>
              <a:spcAft>
                <a:spcPct val="10000"/>
              </a:spcAft>
              <a:buClr>
                <a:srgbClr val="C80202"/>
              </a:buClr>
              <a:buFont typeface="Wingdings" pitchFamily="2" charset="2"/>
              <a:buChar char="n"/>
              <a:defRPr kumimoji="1" sz="2000">
                <a:solidFill>
                  <a:schemeClr val="tx1"/>
                </a:solidFill>
                <a:latin typeface="メイリオ" panose="020B0604030504040204" pitchFamily="50" charset="-128"/>
                <a:ea typeface="メイリオ" panose="020B0604030504040204" pitchFamily="50" charset="-128"/>
                <a:cs typeface="メイリオ" panose="020B0604030504040204" pitchFamily="50" charset="-128"/>
              </a:defRPr>
            </a:lvl1pPr>
            <a:lvl2pPr marL="514350" indent="-246063" algn="l" defTabSz="809625" rtl="0" eaLnBrk="0" fontAlgn="ctr" hangingPunct="0">
              <a:lnSpc>
                <a:spcPct val="110000"/>
              </a:lnSpc>
              <a:spcBef>
                <a:spcPct val="20000"/>
              </a:spcBef>
              <a:spcAft>
                <a:spcPct val="10000"/>
              </a:spcAft>
              <a:buClr>
                <a:srgbClr val="87867E"/>
              </a:buClr>
              <a:buFont typeface="Wingdings" pitchFamily="2" charset="2"/>
              <a:buChar char="n"/>
              <a:defRPr kumimoji="1" sz="1600">
                <a:solidFill>
                  <a:schemeClr val="tx1"/>
                </a:solidFill>
                <a:latin typeface="メイリオ" panose="020B0604030504040204" pitchFamily="50" charset="-128"/>
                <a:ea typeface="メイリオ" panose="020B0604030504040204" pitchFamily="50" charset="-128"/>
                <a:cs typeface="メイリオ" panose="020B0604030504040204" pitchFamily="50" charset="-128"/>
              </a:defRPr>
            </a:lvl2pPr>
            <a:lvl3pPr marL="536575" indent="377825" algn="l" defTabSz="809625" rtl="0" eaLnBrk="0" fontAlgn="ctr" hangingPunct="0">
              <a:lnSpc>
                <a:spcPct val="110000"/>
              </a:lnSpc>
              <a:spcBef>
                <a:spcPct val="20000"/>
              </a:spcBef>
              <a:spcAft>
                <a:spcPct val="10000"/>
              </a:spcAft>
              <a:buClr>
                <a:srgbClr val="808080"/>
              </a:buClr>
              <a:buFont typeface="Wingdings" pitchFamily="2" charset="2"/>
              <a:defRPr kumimoji="1" sz="1600">
                <a:solidFill>
                  <a:schemeClr val="tx1"/>
                </a:solidFill>
                <a:latin typeface="FUJI-新ゴ R" pitchFamily="50" charset="-128"/>
                <a:ea typeface="FUJI-新ゴ R" pitchFamily="50" charset="-128"/>
                <a:cs typeface="Meiryo UI" pitchFamily="50" charset="-128"/>
              </a:defRPr>
            </a:lvl3pPr>
            <a:lvl4pPr marL="717550" indent="-136525" algn="l" defTabSz="809625" rtl="0" eaLnBrk="0" fontAlgn="base" hangingPunct="0">
              <a:lnSpc>
                <a:spcPct val="110000"/>
              </a:lnSpc>
              <a:spcBef>
                <a:spcPct val="20000"/>
              </a:spcBef>
              <a:spcAft>
                <a:spcPct val="10000"/>
              </a:spcAft>
              <a:buClr>
                <a:srgbClr val="87867E"/>
              </a:buClr>
              <a:buSzPct val="50000"/>
              <a:buFont typeface="Wingdings" pitchFamily="2" charset="2"/>
              <a:buChar char="l"/>
              <a:defRPr kumimoji="1" sz="1400">
                <a:solidFill>
                  <a:schemeClr val="tx1"/>
                </a:solidFill>
                <a:latin typeface="FUJI-新ゴ R" pitchFamily="50" charset="-128"/>
                <a:ea typeface="FUJI-新ゴ R" pitchFamily="50" charset="-128"/>
                <a:cs typeface="Meiryo UI" pitchFamily="50" charset="-128"/>
              </a:defRPr>
            </a:lvl4pPr>
            <a:lvl5pPr marL="2057400" indent="-228600" algn="l" defTabSz="809625" rtl="0" eaLnBrk="0" fontAlgn="base" hangingPunct="0">
              <a:spcBef>
                <a:spcPct val="20000"/>
              </a:spcBef>
              <a:spcAft>
                <a:spcPct val="0"/>
              </a:spcAft>
              <a:buChar char="»"/>
              <a:defRPr kumimoji="1" sz="2000">
                <a:solidFill>
                  <a:schemeClr val="tx1"/>
                </a:solidFill>
                <a:latin typeface="FUJI-新ゴ R" panose="020B0400000000000000" pitchFamily="50" charset="-128"/>
                <a:ea typeface="FUJI-新ゴ R" panose="020B0400000000000000" pitchFamily="50" charset="-128"/>
                <a:cs typeface="ＭＳ Ｐゴシック" pitchFamily="50" charset="-128"/>
              </a:defRPr>
            </a:lvl5pPr>
            <a:lvl6pPr marL="2514600" indent="-228600" algn="l" defTabSz="809625" rtl="0" fontAlgn="base">
              <a:spcBef>
                <a:spcPct val="20000"/>
              </a:spcBef>
              <a:spcAft>
                <a:spcPct val="0"/>
              </a:spcAft>
              <a:buChar char="»"/>
              <a:defRPr kumimoji="1" sz="2000">
                <a:solidFill>
                  <a:schemeClr val="tx1"/>
                </a:solidFill>
                <a:latin typeface="+mn-lt"/>
                <a:ea typeface="+mn-ea"/>
              </a:defRPr>
            </a:lvl6pPr>
            <a:lvl7pPr marL="2971800" indent="-228600" algn="l" defTabSz="809625" rtl="0" fontAlgn="base">
              <a:spcBef>
                <a:spcPct val="20000"/>
              </a:spcBef>
              <a:spcAft>
                <a:spcPct val="0"/>
              </a:spcAft>
              <a:buChar char="»"/>
              <a:defRPr kumimoji="1" sz="2000">
                <a:solidFill>
                  <a:schemeClr val="tx1"/>
                </a:solidFill>
                <a:latin typeface="+mn-lt"/>
                <a:ea typeface="+mn-ea"/>
              </a:defRPr>
            </a:lvl7pPr>
            <a:lvl8pPr marL="3429000" indent="-228600" algn="l" defTabSz="809625" rtl="0" fontAlgn="base">
              <a:spcBef>
                <a:spcPct val="20000"/>
              </a:spcBef>
              <a:spcAft>
                <a:spcPct val="0"/>
              </a:spcAft>
              <a:buChar char="»"/>
              <a:defRPr kumimoji="1" sz="2000">
                <a:solidFill>
                  <a:schemeClr val="tx1"/>
                </a:solidFill>
                <a:latin typeface="+mn-lt"/>
                <a:ea typeface="+mn-ea"/>
              </a:defRPr>
            </a:lvl8pPr>
            <a:lvl9pPr marL="3886200" indent="-228600" algn="l" defTabSz="809625" rtl="0" fontAlgn="base">
              <a:spcBef>
                <a:spcPct val="20000"/>
              </a:spcBef>
              <a:spcAft>
                <a:spcPct val="0"/>
              </a:spcAft>
              <a:buChar char="»"/>
              <a:defRPr kumimoji="1" sz="2000">
                <a:solidFill>
                  <a:schemeClr val="tx1"/>
                </a:solidFill>
                <a:latin typeface="+mn-lt"/>
                <a:ea typeface="+mn-ea"/>
              </a:defRPr>
            </a:lvl9pPr>
          </a:lstStyle>
          <a:p>
            <a:pPr marL="0" indent="0" algn="ctr">
              <a:buNone/>
            </a:pPr>
            <a:r>
              <a:rPr lang="en-US" altLang="ja-JP" sz="800" b="1" kern="0" dirty="0">
                <a:solidFill>
                  <a:schemeClr val="bg1"/>
                </a:solidFill>
                <a:latin typeface="Meiryo UI" panose="020B0604030504040204" pitchFamily="50" charset="-128"/>
                <a:ea typeface="Meiryo UI" panose="020B0604030504040204" pitchFamily="50" charset="-128"/>
              </a:rPr>
              <a:t>1.Activate</a:t>
            </a:r>
            <a:r>
              <a:rPr lang="ja-JP" altLang="en-US" sz="800" b="1" kern="0" dirty="0">
                <a:solidFill>
                  <a:schemeClr val="bg1"/>
                </a:solidFill>
                <a:latin typeface="Meiryo UI" panose="020B0604030504040204" pitchFamily="50" charset="-128"/>
                <a:ea typeface="Meiryo UI" panose="020B0604030504040204" pitchFamily="50" charset="-128"/>
              </a:rPr>
              <a:t>更新依頼</a:t>
            </a:r>
            <a:r>
              <a:rPr lang="en-US" altLang="ja-JP" sz="800" b="1" kern="0" dirty="0">
                <a:solidFill>
                  <a:schemeClr val="bg1"/>
                </a:solidFill>
                <a:latin typeface="Meiryo UI" panose="020B0604030504040204" pitchFamily="50" charset="-128"/>
                <a:ea typeface="Meiryo UI" panose="020B0604030504040204" pitchFamily="50" charset="-128"/>
              </a:rPr>
              <a:t>(</a:t>
            </a:r>
            <a:r>
              <a:rPr lang="ja-JP" altLang="en-US" sz="800" b="1" kern="0" dirty="0">
                <a:solidFill>
                  <a:schemeClr val="bg1"/>
                </a:solidFill>
                <a:latin typeface="Meiryo UI" panose="020B0604030504040204" pitchFamily="50" charset="-128"/>
                <a:ea typeface="Meiryo UI" panose="020B0604030504040204" pitchFamily="50" charset="-128"/>
              </a:rPr>
              <a:t>随時</a:t>
            </a:r>
            <a:r>
              <a:rPr lang="en-US" altLang="ja-JP" sz="800" b="1" kern="0" dirty="0">
                <a:solidFill>
                  <a:schemeClr val="bg1"/>
                </a:solidFill>
                <a:latin typeface="Meiryo UI" panose="020B0604030504040204" pitchFamily="50" charset="-128"/>
                <a:ea typeface="Meiryo UI" panose="020B0604030504040204" pitchFamily="50" charset="-128"/>
              </a:rPr>
              <a:t>)</a:t>
            </a:r>
            <a:endParaRPr lang="ja-JP" altLang="en-US" sz="800" b="1" kern="0" dirty="0">
              <a:solidFill>
                <a:schemeClr val="bg1"/>
              </a:solidFill>
              <a:latin typeface="Meiryo UI" panose="020B0604030504040204" pitchFamily="50" charset="-128"/>
              <a:ea typeface="Meiryo UI" panose="020B0604030504040204" pitchFamily="50" charset="-128"/>
            </a:endParaRPr>
          </a:p>
        </p:txBody>
      </p:sp>
      <p:pic>
        <p:nvPicPr>
          <p:cNvPr id="13" name="図 12" descr="アイコン&#10;&#10;自動的に生成された説明">
            <a:extLst>
              <a:ext uri="{FF2B5EF4-FFF2-40B4-BE49-F238E27FC236}">
                <a16:creationId xmlns:a16="http://schemas.microsoft.com/office/drawing/2014/main" id="{BB584112-B407-429A-A182-3BD9F4FA9ACB}"/>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158004" y="3401952"/>
            <a:ext cx="401961" cy="401961"/>
          </a:xfrm>
          <a:prstGeom prst="rect">
            <a:avLst/>
          </a:prstGeom>
        </p:spPr>
      </p:pic>
      <p:sp>
        <p:nvSpPr>
          <p:cNvPr id="16" name="コンテンツ プレースホルダー 2">
            <a:extLst>
              <a:ext uri="{FF2B5EF4-FFF2-40B4-BE49-F238E27FC236}">
                <a16:creationId xmlns:a16="http://schemas.microsoft.com/office/drawing/2014/main" id="{853C22C4-6927-4922-890E-D5CC94BC3BAF}"/>
              </a:ext>
            </a:extLst>
          </p:cNvPr>
          <p:cNvSpPr txBox="1">
            <a:spLocks/>
          </p:cNvSpPr>
          <p:nvPr/>
        </p:nvSpPr>
        <p:spPr bwMode="gray">
          <a:xfrm>
            <a:off x="1742559" y="1770784"/>
            <a:ext cx="893295" cy="455299"/>
          </a:xfrm>
          <a:prstGeom prst="rect">
            <a:avLst/>
          </a:prstGeom>
          <a:noFill/>
          <a:ln>
            <a:noFill/>
          </a:ln>
          <a:effectLst/>
        </p:spPr>
        <p:txBody>
          <a:bodyPr vert="horz" wrap="square" lIns="0" tIns="0" rIns="0" bIns="0" numCol="1" anchor="t" anchorCtr="0" compatLnSpc="1">
            <a:prstTxWarp prst="textNoShape">
              <a:avLst/>
            </a:prstTxWarp>
          </a:bodyPr>
          <a:lstStyle>
            <a:lvl1pPr marL="266700" indent="-266700" algn="l" defTabSz="809625" rtl="0" eaLnBrk="0" fontAlgn="ctr" hangingPunct="0">
              <a:lnSpc>
                <a:spcPct val="110000"/>
              </a:lnSpc>
              <a:spcBef>
                <a:spcPct val="20000"/>
              </a:spcBef>
              <a:spcAft>
                <a:spcPct val="10000"/>
              </a:spcAft>
              <a:buClr>
                <a:srgbClr val="C80202"/>
              </a:buClr>
              <a:buFont typeface="Wingdings" pitchFamily="2" charset="2"/>
              <a:buChar char="n"/>
              <a:defRPr kumimoji="1" sz="2000">
                <a:solidFill>
                  <a:schemeClr val="tx1"/>
                </a:solidFill>
                <a:latin typeface="メイリオ" panose="020B0604030504040204" pitchFamily="50" charset="-128"/>
                <a:ea typeface="メイリオ" panose="020B0604030504040204" pitchFamily="50" charset="-128"/>
                <a:cs typeface="メイリオ" panose="020B0604030504040204" pitchFamily="50" charset="-128"/>
              </a:defRPr>
            </a:lvl1pPr>
            <a:lvl2pPr marL="514350" indent="-246063" algn="l" defTabSz="809625" rtl="0" eaLnBrk="0" fontAlgn="ctr" hangingPunct="0">
              <a:lnSpc>
                <a:spcPct val="110000"/>
              </a:lnSpc>
              <a:spcBef>
                <a:spcPct val="20000"/>
              </a:spcBef>
              <a:spcAft>
                <a:spcPct val="10000"/>
              </a:spcAft>
              <a:buClr>
                <a:srgbClr val="87867E"/>
              </a:buClr>
              <a:buFont typeface="Wingdings" pitchFamily="2" charset="2"/>
              <a:buChar char="n"/>
              <a:defRPr kumimoji="1" sz="1600">
                <a:solidFill>
                  <a:schemeClr val="tx1"/>
                </a:solidFill>
                <a:latin typeface="メイリオ" panose="020B0604030504040204" pitchFamily="50" charset="-128"/>
                <a:ea typeface="メイリオ" panose="020B0604030504040204" pitchFamily="50" charset="-128"/>
                <a:cs typeface="メイリオ" panose="020B0604030504040204" pitchFamily="50" charset="-128"/>
              </a:defRPr>
            </a:lvl2pPr>
            <a:lvl3pPr marL="536575" indent="377825" algn="l" defTabSz="809625" rtl="0" eaLnBrk="0" fontAlgn="ctr" hangingPunct="0">
              <a:lnSpc>
                <a:spcPct val="110000"/>
              </a:lnSpc>
              <a:spcBef>
                <a:spcPct val="20000"/>
              </a:spcBef>
              <a:spcAft>
                <a:spcPct val="10000"/>
              </a:spcAft>
              <a:buClr>
                <a:srgbClr val="808080"/>
              </a:buClr>
              <a:buFont typeface="Wingdings" pitchFamily="2" charset="2"/>
              <a:defRPr kumimoji="1" sz="1600">
                <a:solidFill>
                  <a:schemeClr val="tx1"/>
                </a:solidFill>
                <a:latin typeface="FUJI-新ゴ R" pitchFamily="50" charset="-128"/>
                <a:ea typeface="FUJI-新ゴ R" pitchFamily="50" charset="-128"/>
                <a:cs typeface="Meiryo UI" pitchFamily="50" charset="-128"/>
              </a:defRPr>
            </a:lvl3pPr>
            <a:lvl4pPr marL="717550" indent="-136525" algn="l" defTabSz="809625" rtl="0" eaLnBrk="0" fontAlgn="base" hangingPunct="0">
              <a:lnSpc>
                <a:spcPct val="110000"/>
              </a:lnSpc>
              <a:spcBef>
                <a:spcPct val="20000"/>
              </a:spcBef>
              <a:spcAft>
                <a:spcPct val="10000"/>
              </a:spcAft>
              <a:buClr>
                <a:srgbClr val="87867E"/>
              </a:buClr>
              <a:buSzPct val="50000"/>
              <a:buFont typeface="Wingdings" pitchFamily="2" charset="2"/>
              <a:buChar char="l"/>
              <a:defRPr kumimoji="1" sz="1400">
                <a:solidFill>
                  <a:schemeClr val="tx1"/>
                </a:solidFill>
                <a:latin typeface="FUJI-新ゴ R" pitchFamily="50" charset="-128"/>
                <a:ea typeface="FUJI-新ゴ R" pitchFamily="50" charset="-128"/>
                <a:cs typeface="Meiryo UI" pitchFamily="50" charset="-128"/>
              </a:defRPr>
            </a:lvl4pPr>
            <a:lvl5pPr marL="2057400" indent="-228600" algn="l" defTabSz="809625" rtl="0" eaLnBrk="0" fontAlgn="base" hangingPunct="0">
              <a:spcBef>
                <a:spcPct val="20000"/>
              </a:spcBef>
              <a:spcAft>
                <a:spcPct val="0"/>
              </a:spcAft>
              <a:buChar char="»"/>
              <a:defRPr kumimoji="1" sz="2000">
                <a:solidFill>
                  <a:schemeClr val="tx1"/>
                </a:solidFill>
                <a:latin typeface="FUJI-新ゴ R" panose="020B0400000000000000" pitchFamily="50" charset="-128"/>
                <a:ea typeface="FUJI-新ゴ R" panose="020B0400000000000000" pitchFamily="50" charset="-128"/>
                <a:cs typeface="ＭＳ Ｐゴシック" pitchFamily="50" charset="-128"/>
              </a:defRPr>
            </a:lvl5pPr>
            <a:lvl6pPr marL="2514600" indent="-228600" algn="l" defTabSz="809625" rtl="0" fontAlgn="base">
              <a:spcBef>
                <a:spcPct val="20000"/>
              </a:spcBef>
              <a:spcAft>
                <a:spcPct val="0"/>
              </a:spcAft>
              <a:buChar char="»"/>
              <a:defRPr kumimoji="1" sz="2000">
                <a:solidFill>
                  <a:schemeClr val="tx1"/>
                </a:solidFill>
                <a:latin typeface="+mn-lt"/>
                <a:ea typeface="+mn-ea"/>
              </a:defRPr>
            </a:lvl6pPr>
            <a:lvl7pPr marL="2971800" indent="-228600" algn="l" defTabSz="809625" rtl="0" fontAlgn="base">
              <a:spcBef>
                <a:spcPct val="20000"/>
              </a:spcBef>
              <a:spcAft>
                <a:spcPct val="0"/>
              </a:spcAft>
              <a:buChar char="»"/>
              <a:defRPr kumimoji="1" sz="2000">
                <a:solidFill>
                  <a:schemeClr val="tx1"/>
                </a:solidFill>
                <a:latin typeface="+mn-lt"/>
                <a:ea typeface="+mn-ea"/>
              </a:defRPr>
            </a:lvl7pPr>
            <a:lvl8pPr marL="3429000" indent="-228600" algn="l" defTabSz="809625" rtl="0" fontAlgn="base">
              <a:spcBef>
                <a:spcPct val="20000"/>
              </a:spcBef>
              <a:spcAft>
                <a:spcPct val="0"/>
              </a:spcAft>
              <a:buChar char="»"/>
              <a:defRPr kumimoji="1" sz="2000">
                <a:solidFill>
                  <a:schemeClr val="tx1"/>
                </a:solidFill>
                <a:latin typeface="+mn-lt"/>
                <a:ea typeface="+mn-ea"/>
              </a:defRPr>
            </a:lvl8pPr>
            <a:lvl9pPr marL="3886200" indent="-228600" algn="l" defTabSz="809625" rtl="0" fontAlgn="base">
              <a:spcBef>
                <a:spcPct val="20000"/>
              </a:spcBef>
              <a:spcAft>
                <a:spcPct val="0"/>
              </a:spcAft>
              <a:buChar char="»"/>
              <a:defRPr kumimoji="1" sz="2000">
                <a:solidFill>
                  <a:schemeClr val="tx1"/>
                </a:solidFill>
                <a:latin typeface="+mn-lt"/>
                <a:ea typeface="+mn-ea"/>
              </a:defRPr>
            </a:lvl9pPr>
          </a:lstStyle>
          <a:p>
            <a:pPr marL="85725" indent="-85725">
              <a:spcBef>
                <a:spcPts val="0"/>
              </a:spcBef>
              <a:spcAft>
                <a:spcPts val="0"/>
              </a:spcAft>
              <a:buClrTx/>
              <a:buFont typeface="Arial" panose="020B0604020202020204" pitchFamily="34" charset="0"/>
              <a:buChar char="•"/>
            </a:pPr>
            <a:r>
              <a:rPr lang="en-US" altLang="ja-JP" sz="700" kern="0" dirty="0">
                <a:latin typeface="Meiryo UI" panose="020B0604030504040204" pitchFamily="50" charset="-128"/>
                <a:ea typeface="Meiryo UI" panose="020B0604030504040204" pitchFamily="50" charset="-128"/>
              </a:rPr>
              <a:t>Activate</a:t>
            </a:r>
            <a:r>
              <a:rPr lang="ja-JP" altLang="en-US" sz="700" kern="0" dirty="0">
                <a:latin typeface="Meiryo UI" panose="020B0604030504040204" pitchFamily="50" charset="-128"/>
                <a:ea typeface="Meiryo UI" panose="020B0604030504040204" pitchFamily="50" charset="-128"/>
              </a:rPr>
              <a:t>更新依頼</a:t>
            </a:r>
            <a:endParaRPr lang="en-US" altLang="ja-JP" sz="700" kern="0" dirty="0">
              <a:latin typeface="Meiryo UI" panose="020B0604030504040204" pitchFamily="50" charset="-128"/>
              <a:ea typeface="Meiryo UI" panose="020B0604030504040204" pitchFamily="50" charset="-128"/>
            </a:endParaRPr>
          </a:p>
          <a:p>
            <a:pPr marL="179388" indent="-93663">
              <a:spcBef>
                <a:spcPts val="0"/>
              </a:spcBef>
              <a:spcAft>
                <a:spcPts val="0"/>
              </a:spcAft>
              <a:buClrTx/>
              <a:buFont typeface="Wingdings" panose="05000000000000000000" pitchFamily="2" charset="2"/>
              <a:buChar char="ü"/>
            </a:pPr>
            <a:r>
              <a:rPr lang="ja-JP" altLang="en-US" sz="600" kern="0" dirty="0">
                <a:latin typeface="Meiryo UI" panose="020B0604030504040204" pitchFamily="50" charset="-128"/>
                <a:ea typeface="Meiryo UI" panose="020B0604030504040204" pitchFamily="50" charset="-128"/>
              </a:rPr>
              <a:t>ノウハウ</a:t>
            </a:r>
            <a:endParaRPr lang="en-US" altLang="ja-JP" sz="600" kern="0" dirty="0">
              <a:latin typeface="Meiryo UI" panose="020B0604030504040204" pitchFamily="50" charset="-128"/>
              <a:ea typeface="Meiryo UI" panose="020B0604030504040204" pitchFamily="50" charset="-128"/>
            </a:endParaRPr>
          </a:p>
          <a:p>
            <a:pPr marL="179388" indent="-93663">
              <a:spcBef>
                <a:spcPts val="0"/>
              </a:spcBef>
              <a:spcAft>
                <a:spcPts val="0"/>
              </a:spcAft>
              <a:buClrTx/>
              <a:buFont typeface="Wingdings" panose="05000000000000000000" pitchFamily="2" charset="2"/>
              <a:buChar char="ü"/>
            </a:pPr>
            <a:r>
              <a:rPr lang="ja-JP" altLang="en-US" sz="600" kern="0" dirty="0">
                <a:latin typeface="Meiryo UI" panose="020B0604030504040204" pitchFamily="50" charset="-128"/>
                <a:ea typeface="Meiryo UI" panose="020B0604030504040204" pitchFamily="50" charset="-128"/>
              </a:rPr>
              <a:t>改善</a:t>
            </a:r>
            <a:endParaRPr lang="en-US" altLang="ja-JP" sz="600" kern="0" dirty="0">
              <a:latin typeface="Meiryo UI" panose="020B0604030504040204" pitchFamily="50" charset="-128"/>
              <a:ea typeface="Meiryo UI" panose="020B0604030504040204" pitchFamily="50" charset="-128"/>
            </a:endParaRPr>
          </a:p>
          <a:p>
            <a:pPr marL="85725" indent="0">
              <a:spcBef>
                <a:spcPts val="0"/>
              </a:spcBef>
              <a:spcAft>
                <a:spcPts val="0"/>
              </a:spcAft>
              <a:buClrTx/>
              <a:buNone/>
            </a:pPr>
            <a:r>
              <a:rPr lang="ja-JP" altLang="en-US" sz="600" kern="0" dirty="0">
                <a:latin typeface="Meiryo UI" panose="020B0604030504040204" pitchFamily="50" charset="-128"/>
                <a:ea typeface="Meiryo UI" panose="020B0604030504040204" pitchFamily="50" charset="-128"/>
              </a:rPr>
              <a:t>　　</a:t>
            </a:r>
            <a:r>
              <a:rPr lang="en-US" altLang="ja-JP" sz="600" kern="0" dirty="0">
                <a:latin typeface="Meiryo UI" panose="020B0604030504040204" pitchFamily="50" charset="-128"/>
                <a:ea typeface="Meiryo UI" panose="020B0604030504040204" pitchFamily="50" charset="-128"/>
              </a:rPr>
              <a:t>(</a:t>
            </a:r>
            <a:r>
              <a:rPr lang="ja-JP" altLang="en-US" sz="600" kern="0" dirty="0">
                <a:latin typeface="Meiryo UI" panose="020B0604030504040204" pitchFamily="50" charset="-128"/>
                <a:ea typeface="Meiryo UI" panose="020B0604030504040204" pitchFamily="50" charset="-128"/>
              </a:rPr>
              <a:t>情報追加、最新化</a:t>
            </a:r>
            <a:r>
              <a:rPr lang="en-US" altLang="ja-JP" sz="600" kern="0" dirty="0">
                <a:latin typeface="Meiryo UI" panose="020B0604030504040204" pitchFamily="50" charset="-128"/>
                <a:ea typeface="Meiryo UI" panose="020B0604030504040204" pitchFamily="50" charset="-128"/>
              </a:rPr>
              <a:t>)</a:t>
            </a:r>
          </a:p>
          <a:p>
            <a:pPr marL="179388" indent="-93663">
              <a:lnSpc>
                <a:spcPct val="100000"/>
              </a:lnSpc>
              <a:spcBef>
                <a:spcPts val="0"/>
              </a:spcBef>
              <a:spcAft>
                <a:spcPts val="0"/>
              </a:spcAft>
              <a:buClrTx/>
              <a:buFont typeface="Wingdings" panose="05000000000000000000" pitchFamily="2" charset="2"/>
              <a:buChar char="ü"/>
            </a:pPr>
            <a:r>
              <a:rPr lang="ja-JP" altLang="en-US" sz="600" kern="0" dirty="0">
                <a:latin typeface="Meiryo UI" panose="020B0604030504040204" pitchFamily="50" charset="-128"/>
                <a:ea typeface="Meiryo UI" panose="020B0604030504040204" pitchFamily="50" charset="-128"/>
              </a:rPr>
              <a:t>修正</a:t>
            </a:r>
            <a:r>
              <a:rPr lang="en-US" altLang="ja-JP" sz="600" kern="0" dirty="0">
                <a:latin typeface="Meiryo UI" panose="020B0604030504040204" pitchFamily="50" charset="-128"/>
                <a:ea typeface="Meiryo UI" panose="020B0604030504040204" pitchFamily="50" charset="-128"/>
              </a:rPr>
              <a:t> </a:t>
            </a:r>
            <a:r>
              <a:rPr lang="en-US" altLang="ja-JP" sz="600" kern="0" dirty="0" err="1">
                <a:latin typeface="Meiryo UI" panose="020B0604030504040204" pitchFamily="50" charset="-128"/>
                <a:ea typeface="Meiryo UI" panose="020B0604030504040204" pitchFamily="50" charset="-128"/>
              </a:rPr>
              <a:t>etc</a:t>
            </a:r>
            <a:endParaRPr lang="ja-JP" altLang="en-US" sz="600" kern="0" dirty="0">
              <a:latin typeface="Meiryo UI" panose="020B0604030504040204" pitchFamily="50" charset="-128"/>
              <a:ea typeface="Meiryo UI" panose="020B0604030504040204" pitchFamily="50" charset="-128"/>
            </a:endParaRPr>
          </a:p>
        </p:txBody>
      </p:sp>
      <p:pic>
        <p:nvPicPr>
          <p:cNvPr id="17" name="図 16" descr="アイコン&#10;&#10;自動的に生成された説明">
            <a:extLst>
              <a:ext uri="{FF2B5EF4-FFF2-40B4-BE49-F238E27FC236}">
                <a16:creationId xmlns:a16="http://schemas.microsoft.com/office/drawing/2014/main" id="{D0901E38-A25A-42B9-9F87-BCD3A1B1268E}"/>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087948" y="2752273"/>
            <a:ext cx="401960" cy="347106"/>
          </a:xfrm>
          <a:prstGeom prst="rect">
            <a:avLst/>
          </a:prstGeom>
        </p:spPr>
      </p:pic>
      <p:sp>
        <p:nvSpPr>
          <p:cNvPr id="18" name="コンテンツ プレースホルダー 2">
            <a:extLst>
              <a:ext uri="{FF2B5EF4-FFF2-40B4-BE49-F238E27FC236}">
                <a16:creationId xmlns:a16="http://schemas.microsoft.com/office/drawing/2014/main" id="{A30EDE19-6926-457B-A1AE-1C714260A9D4}"/>
              </a:ext>
            </a:extLst>
          </p:cNvPr>
          <p:cNvSpPr txBox="1">
            <a:spLocks/>
          </p:cNvSpPr>
          <p:nvPr/>
        </p:nvSpPr>
        <p:spPr bwMode="gray">
          <a:xfrm>
            <a:off x="3803207" y="2383051"/>
            <a:ext cx="1383144" cy="168241"/>
          </a:xfrm>
          <a:prstGeom prst="rect">
            <a:avLst/>
          </a:prstGeom>
          <a:solidFill>
            <a:srgbClr val="0070C0"/>
          </a:solidFill>
          <a:ln>
            <a:noFill/>
          </a:ln>
          <a:effectLst/>
        </p:spPr>
        <p:txBody>
          <a:bodyPr vert="horz" wrap="square" lIns="0" tIns="0" rIns="0" bIns="0" numCol="1" anchor="ctr" anchorCtr="0" compatLnSpc="1">
            <a:prstTxWarp prst="textNoShape">
              <a:avLst/>
            </a:prstTxWarp>
          </a:bodyPr>
          <a:lstStyle>
            <a:lvl1pPr marL="266700" indent="-266700" algn="l" defTabSz="809625" rtl="0" eaLnBrk="0" fontAlgn="ctr" hangingPunct="0">
              <a:lnSpc>
                <a:spcPct val="110000"/>
              </a:lnSpc>
              <a:spcBef>
                <a:spcPct val="20000"/>
              </a:spcBef>
              <a:spcAft>
                <a:spcPct val="10000"/>
              </a:spcAft>
              <a:buClr>
                <a:srgbClr val="C80202"/>
              </a:buClr>
              <a:buFont typeface="Wingdings" pitchFamily="2" charset="2"/>
              <a:buChar char="n"/>
              <a:defRPr kumimoji="1" sz="2000">
                <a:solidFill>
                  <a:schemeClr val="tx1"/>
                </a:solidFill>
                <a:latin typeface="メイリオ" panose="020B0604030504040204" pitchFamily="50" charset="-128"/>
                <a:ea typeface="メイリオ" panose="020B0604030504040204" pitchFamily="50" charset="-128"/>
                <a:cs typeface="メイリオ" panose="020B0604030504040204" pitchFamily="50" charset="-128"/>
              </a:defRPr>
            </a:lvl1pPr>
            <a:lvl2pPr marL="514350" indent="-246063" algn="l" defTabSz="809625" rtl="0" eaLnBrk="0" fontAlgn="ctr" hangingPunct="0">
              <a:lnSpc>
                <a:spcPct val="110000"/>
              </a:lnSpc>
              <a:spcBef>
                <a:spcPct val="20000"/>
              </a:spcBef>
              <a:spcAft>
                <a:spcPct val="10000"/>
              </a:spcAft>
              <a:buClr>
                <a:srgbClr val="87867E"/>
              </a:buClr>
              <a:buFont typeface="Wingdings" pitchFamily="2" charset="2"/>
              <a:buChar char="n"/>
              <a:defRPr kumimoji="1" sz="1600">
                <a:solidFill>
                  <a:schemeClr val="tx1"/>
                </a:solidFill>
                <a:latin typeface="メイリオ" panose="020B0604030504040204" pitchFamily="50" charset="-128"/>
                <a:ea typeface="メイリオ" panose="020B0604030504040204" pitchFamily="50" charset="-128"/>
                <a:cs typeface="メイリオ" panose="020B0604030504040204" pitchFamily="50" charset="-128"/>
              </a:defRPr>
            </a:lvl2pPr>
            <a:lvl3pPr marL="536575" indent="377825" algn="l" defTabSz="809625" rtl="0" eaLnBrk="0" fontAlgn="ctr" hangingPunct="0">
              <a:lnSpc>
                <a:spcPct val="110000"/>
              </a:lnSpc>
              <a:spcBef>
                <a:spcPct val="20000"/>
              </a:spcBef>
              <a:spcAft>
                <a:spcPct val="10000"/>
              </a:spcAft>
              <a:buClr>
                <a:srgbClr val="808080"/>
              </a:buClr>
              <a:buFont typeface="Wingdings" pitchFamily="2" charset="2"/>
              <a:defRPr kumimoji="1" sz="1600">
                <a:solidFill>
                  <a:schemeClr val="tx1"/>
                </a:solidFill>
                <a:latin typeface="FUJI-新ゴ R" pitchFamily="50" charset="-128"/>
                <a:ea typeface="FUJI-新ゴ R" pitchFamily="50" charset="-128"/>
                <a:cs typeface="Meiryo UI" pitchFamily="50" charset="-128"/>
              </a:defRPr>
            </a:lvl3pPr>
            <a:lvl4pPr marL="717550" indent="-136525" algn="l" defTabSz="809625" rtl="0" eaLnBrk="0" fontAlgn="base" hangingPunct="0">
              <a:lnSpc>
                <a:spcPct val="110000"/>
              </a:lnSpc>
              <a:spcBef>
                <a:spcPct val="20000"/>
              </a:spcBef>
              <a:spcAft>
                <a:spcPct val="10000"/>
              </a:spcAft>
              <a:buClr>
                <a:srgbClr val="87867E"/>
              </a:buClr>
              <a:buSzPct val="50000"/>
              <a:buFont typeface="Wingdings" pitchFamily="2" charset="2"/>
              <a:buChar char="l"/>
              <a:defRPr kumimoji="1" sz="1400">
                <a:solidFill>
                  <a:schemeClr val="tx1"/>
                </a:solidFill>
                <a:latin typeface="FUJI-新ゴ R" pitchFamily="50" charset="-128"/>
                <a:ea typeface="FUJI-新ゴ R" pitchFamily="50" charset="-128"/>
                <a:cs typeface="Meiryo UI" pitchFamily="50" charset="-128"/>
              </a:defRPr>
            </a:lvl4pPr>
            <a:lvl5pPr marL="2057400" indent="-228600" algn="l" defTabSz="809625" rtl="0" eaLnBrk="0" fontAlgn="base" hangingPunct="0">
              <a:spcBef>
                <a:spcPct val="20000"/>
              </a:spcBef>
              <a:spcAft>
                <a:spcPct val="0"/>
              </a:spcAft>
              <a:buChar char="»"/>
              <a:defRPr kumimoji="1" sz="2000">
                <a:solidFill>
                  <a:schemeClr val="tx1"/>
                </a:solidFill>
                <a:latin typeface="FUJI-新ゴ R" panose="020B0400000000000000" pitchFamily="50" charset="-128"/>
                <a:ea typeface="FUJI-新ゴ R" panose="020B0400000000000000" pitchFamily="50" charset="-128"/>
                <a:cs typeface="ＭＳ Ｐゴシック" pitchFamily="50" charset="-128"/>
              </a:defRPr>
            </a:lvl5pPr>
            <a:lvl6pPr marL="2514600" indent="-228600" algn="l" defTabSz="809625" rtl="0" fontAlgn="base">
              <a:spcBef>
                <a:spcPct val="20000"/>
              </a:spcBef>
              <a:spcAft>
                <a:spcPct val="0"/>
              </a:spcAft>
              <a:buChar char="»"/>
              <a:defRPr kumimoji="1" sz="2000">
                <a:solidFill>
                  <a:schemeClr val="tx1"/>
                </a:solidFill>
                <a:latin typeface="+mn-lt"/>
                <a:ea typeface="+mn-ea"/>
              </a:defRPr>
            </a:lvl6pPr>
            <a:lvl7pPr marL="2971800" indent="-228600" algn="l" defTabSz="809625" rtl="0" fontAlgn="base">
              <a:spcBef>
                <a:spcPct val="20000"/>
              </a:spcBef>
              <a:spcAft>
                <a:spcPct val="0"/>
              </a:spcAft>
              <a:buChar char="»"/>
              <a:defRPr kumimoji="1" sz="2000">
                <a:solidFill>
                  <a:schemeClr val="tx1"/>
                </a:solidFill>
                <a:latin typeface="+mn-lt"/>
                <a:ea typeface="+mn-ea"/>
              </a:defRPr>
            </a:lvl7pPr>
            <a:lvl8pPr marL="3429000" indent="-228600" algn="l" defTabSz="809625" rtl="0" fontAlgn="base">
              <a:spcBef>
                <a:spcPct val="20000"/>
              </a:spcBef>
              <a:spcAft>
                <a:spcPct val="0"/>
              </a:spcAft>
              <a:buChar char="»"/>
              <a:defRPr kumimoji="1" sz="2000">
                <a:solidFill>
                  <a:schemeClr val="tx1"/>
                </a:solidFill>
                <a:latin typeface="+mn-lt"/>
                <a:ea typeface="+mn-ea"/>
              </a:defRPr>
            </a:lvl8pPr>
            <a:lvl9pPr marL="3886200" indent="-228600" algn="l" defTabSz="809625" rtl="0" fontAlgn="base">
              <a:spcBef>
                <a:spcPct val="20000"/>
              </a:spcBef>
              <a:spcAft>
                <a:spcPct val="0"/>
              </a:spcAft>
              <a:buChar char="»"/>
              <a:defRPr kumimoji="1" sz="2000">
                <a:solidFill>
                  <a:schemeClr val="tx1"/>
                </a:solidFill>
                <a:latin typeface="+mn-lt"/>
                <a:ea typeface="+mn-ea"/>
              </a:defRPr>
            </a:lvl9pPr>
          </a:lstStyle>
          <a:p>
            <a:pPr marL="0" indent="0" algn="ctr">
              <a:buNone/>
            </a:pPr>
            <a:r>
              <a:rPr lang="en-US" altLang="ja-JP" sz="800" b="1" kern="0" dirty="0">
                <a:solidFill>
                  <a:schemeClr val="bg1"/>
                </a:solidFill>
                <a:latin typeface="Meiryo UI" panose="020B0604030504040204" pitchFamily="50" charset="-128"/>
                <a:ea typeface="Meiryo UI" panose="020B0604030504040204" pitchFamily="50" charset="-128"/>
              </a:rPr>
              <a:t>2.Activate</a:t>
            </a:r>
            <a:r>
              <a:rPr lang="ja-JP" altLang="en-US" sz="800" b="1" kern="0" dirty="0">
                <a:solidFill>
                  <a:schemeClr val="bg1"/>
                </a:solidFill>
                <a:latin typeface="Meiryo UI" panose="020B0604030504040204" pitchFamily="50" charset="-128"/>
                <a:ea typeface="Meiryo UI" panose="020B0604030504040204" pitchFamily="50" charset="-128"/>
              </a:rPr>
              <a:t>更新検討</a:t>
            </a:r>
            <a:r>
              <a:rPr lang="en-US" altLang="ja-JP" sz="800" b="1" kern="0" dirty="0">
                <a:solidFill>
                  <a:schemeClr val="bg1"/>
                </a:solidFill>
                <a:latin typeface="Meiryo UI" panose="020B0604030504040204" pitchFamily="50" charset="-128"/>
                <a:ea typeface="Meiryo UI" panose="020B0604030504040204" pitchFamily="50" charset="-128"/>
              </a:rPr>
              <a:t>(</a:t>
            </a:r>
            <a:r>
              <a:rPr lang="ja-JP" altLang="en-US" sz="800" b="1" kern="0" dirty="0">
                <a:solidFill>
                  <a:schemeClr val="bg1"/>
                </a:solidFill>
                <a:latin typeface="Meiryo UI" panose="020B0604030504040204" pitchFamily="50" charset="-128"/>
                <a:ea typeface="Meiryo UI" panose="020B0604030504040204" pitchFamily="50" charset="-128"/>
              </a:rPr>
              <a:t>四半期</a:t>
            </a:r>
            <a:r>
              <a:rPr lang="en-US" altLang="ja-JP" sz="800" b="1" kern="0" dirty="0">
                <a:solidFill>
                  <a:schemeClr val="bg1"/>
                </a:solidFill>
                <a:latin typeface="Meiryo UI" panose="020B0604030504040204" pitchFamily="50" charset="-128"/>
                <a:ea typeface="Meiryo UI" panose="020B0604030504040204" pitchFamily="50" charset="-128"/>
              </a:rPr>
              <a:t>)</a:t>
            </a:r>
            <a:endParaRPr lang="ja-JP" altLang="en-US" sz="800" b="1" kern="0" dirty="0">
              <a:solidFill>
                <a:schemeClr val="bg1"/>
              </a:solidFill>
              <a:latin typeface="Meiryo UI" panose="020B0604030504040204" pitchFamily="50" charset="-128"/>
              <a:ea typeface="Meiryo UI" panose="020B0604030504040204" pitchFamily="50" charset="-128"/>
            </a:endParaRPr>
          </a:p>
        </p:txBody>
      </p:sp>
      <p:sp>
        <p:nvSpPr>
          <p:cNvPr id="19" name="コンテンツ プレースホルダー 2">
            <a:extLst>
              <a:ext uri="{FF2B5EF4-FFF2-40B4-BE49-F238E27FC236}">
                <a16:creationId xmlns:a16="http://schemas.microsoft.com/office/drawing/2014/main" id="{65B8F2D7-EEF6-4F65-AAA7-0383930CC570}"/>
              </a:ext>
            </a:extLst>
          </p:cNvPr>
          <p:cNvSpPr txBox="1">
            <a:spLocks/>
          </p:cNvSpPr>
          <p:nvPr/>
        </p:nvSpPr>
        <p:spPr bwMode="gray">
          <a:xfrm>
            <a:off x="4112884" y="2562399"/>
            <a:ext cx="893295" cy="298177"/>
          </a:xfrm>
          <a:prstGeom prst="rect">
            <a:avLst/>
          </a:prstGeom>
          <a:noFill/>
          <a:ln>
            <a:noFill/>
          </a:ln>
          <a:effectLst/>
        </p:spPr>
        <p:txBody>
          <a:bodyPr vert="horz" wrap="square" lIns="0" tIns="0" rIns="0" bIns="0" numCol="1" anchor="t" anchorCtr="0" compatLnSpc="1">
            <a:prstTxWarp prst="textNoShape">
              <a:avLst/>
            </a:prstTxWarp>
          </a:bodyPr>
          <a:lstStyle>
            <a:lvl1pPr marL="266700" indent="-266700" algn="l" defTabSz="809625" rtl="0" eaLnBrk="0" fontAlgn="ctr" hangingPunct="0">
              <a:lnSpc>
                <a:spcPct val="110000"/>
              </a:lnSpc>
              <a:spcBef>
                <a:spcPct val="20000"/>
              </a:spcBef>
              <a:spcAft>
                <a:spcPct val="10000"/>
              </a:spcAft>
              <a:buClr>
                <a:srgbClr val="C80202"/>
              </a:buClr>
              <a:buFont typeface="Wingdings" pitchFamily="2" charset="2"/>
              <a:buChar char="n"/>
              <a:defRPr kumimoji="1" sz="2000">
                <a:solidFill>
                  <a:schemeClr val="tx1"/>
                </a:solidFill>
                <a:latin typeface="メイリオ" panose="020B0604030504040204" pitchFamily="50" charset="-128"/>
                <a:ea typeface="メイリオ" panose="020B0604030504040204" pitchFamily="50" charset="-128"/>
                <a:cs typeface="メイリオ" panose="020B0604030504040204" pitchFamily="50" charset="-128"/>
              </a:defRPr>
            </a:lvl1pPr>
            <a:lvl2pPr marL="514350" indent="-246063" algn="l" defTabSz="809625" rtl="0" eaLnBrk="0" fontAlgn="ctr" hangingPunct="0">
              <a:lnSpc>
                <a:spcPct val="110000"/>
              </a:lnSpc>
              <a:spcBef>
                <a:spcPct val="20000"/>
              </a:spcBef>
              <a:spcAft>
                <a:spcPct val="10000"/>
              </a:spcAft>
              <a:buClr>
                <a:srgbClr val="87867E"/>
              </a:buClr>
              <a:buFont typeface="Wingdings" pitchFamily="2" charset="2"/>
              <a:buChar char="n"/>
              <a:defRPr kumimoji="1" sz="1600">
                <a:solidFill>
                  <a:schemeClr val="tx1"/>
                </a:solidFill>
                <a:latin typeface="メイリオ" panose="020B0604030504040204" pitchFamily="50" charset="-128"/>
                <a:ea typeface="メイリオ" panose="020B0604030504040204" pitchFamily="50" charset="-128"/>
                <a:cs typeface="メイリオ" panose="020B0604030504040204" pitchFamily="50" charset="-128"/>
              </a:defRPr>
            </a:lvl2pPr>
            <a:lvl3pPr marL="536575" indent="377825" algn="l" defTabSz="809625" rtl="0" eaLnBrk="0" fontAlgn="ctr" hangingPunct="0">
              <a:lnSpc>
                <a:spcPct val="110000"/>
              </a:lnSpc>
              <a:spcBef>
                <a:spcPct val="20000"/>
              </a:spcBef>
              <a:spcAft>
                <a:spcPct val="10000"/>
              </a:spcAft>
              <a:buClr>
                <a:srgbClr val="808080"/>
              </a:buClr>
              <a:buFont typeface="Wingdings" pitchFamily="2" charset="2"/>
              <a:defRPr kumimoji="1" sz="1600">
                <a:solidFill>
                  <a:schemeClr val="tx1"/>
                </a:solidFill>
                <a:latin typeface="FUJI-新ゴ R" pitchFamily="50" charset="-128"/>
                <a:ea typeface="FUJI-新ゴ R" pitchFamily="50" charset="-128"/>
                <a:cs typeface="Meiryo UI" pitchFamily="50" charset="-128"/>
              </a:defRPr>
            </a:lvl3pPr>
            <a:lvl4pPr marL="717550" indent="-136525" algn="l" defTabSz="809625" rtl="0" eaLnBrk="0" fontAlgn="base" hangingPunct="0">
              <a:lnSpc>
                <a:spcPct val="110000"/>
              </a:lnSpc>
              <a:spcBef>
                <a:spcPct val="20000"/>
              </a:spcBef>
              <a:spcAft>
                <a:spcPct val="10000"/>
              </a:spcAft>
              <a:buClr>
                <a:srgbClr val="87867E"/>
              </a:buClr>
              <a:buSzPct val="50000"/>
              <a:buFont typeface="Wingdings" pitchFamily="2" charset="2"/>
              <a:buChar char="l"/>
              <a:defRPr kumimoji="1" sz="1400">
                <a:solidFill>
                  <a:schemeClr val="tx1"/>
                </a:solidFill>
                <a:latin typeface="FUJI-新ゴ R" pitchFamily="50" charset="-128"/>
                <a:ea typeface="FUJI-新ゴ R" pitchFamily="50" charset="-128"/>
                <a:cs typeface="Meiryo UI" pitchFamily="50" charset="-128"/>
              </a:defRPr>
            </a:lvl4pPr>
            <a:lvl5pPr marL="2057400" indent="-228600" algn="l" defTabSz="809625" rtl="0" eaLnBrk="0" fontAlgn="base" hangingPunct="0">
              <a:spcBef>
                <a:spcPct val="20000"/>
              </a:spcBef>
              <a:spcAft>
                <a:spcPct val="0"/>
              </a:spcAft>
              <a:buChar char="»"/>
              <a:defRPr kumimoji="1" sz="2000">
                <a:solidFill>
                  <a:schemeClr val="tx1"/>
                </a:solidFill>
                <a:latin typeface="FUJI-新ゴ R" panose="020B0400000000000000" pitchFamily="50" charset="-128"/>
                <a:ea typeface="FUJI-新ゴ R" panose="020B0400000000000000" pitchFamily="50" charset="-128"/>
                <a:cs typeface="ＭＳ Ｐゴシック" pitchFamily="50" charset="-128"/>
              </a:defRPr>
            </a:lvl5pPr>
            <a:lvl6pPr marL="2514600" indent="-228600" algn="l" defTabSz="809625" rtl="0" fontAlgn="base">
              <a:spcBef>
                <a:spcPct val="20000"/>
              </a:spcBef>
              <a:spcAft>
                <a:spcPct val="0"/>
              </a:spcAft>
              <a:buChar char="»"/>
              <a:defRPr kumimoji="1" sz="2000">
                <a:solidFill>
                  <a:schemeClr val="tx1"/>
                </a:solidFill>
                <a:latin typeface="+mn-lt"/>
                <a:ea typeface="+mn-ea"/>
              </a:defRPr>
            </a:lvl6pPr>
            <a:lvl7pPr marL="2971800" indent="-228600" algn="l" defTabSz="809625" rtl="0" fontAlgn="base">
              <a:spcBef>
                <a:spcPct val="20000"/>
              </a:spcBef>
              <a:spcAft>
                <a:spcPct val="0"/>
              </a:spcAft>
              <a:buChar char="»"/>
              <a:defRPr kumimoji="1" sz="2000">
                <a:solidFill>
                  <a:schemeClr val="tx1"/>
                </a:solidFill>
                <a:latin typeface="+mn-lt"/>
                <a:ea typeface="+mn-ea"/>
              </a:defRPr>
            </a:lvl7pPr>
            <a:lvl8pPr marL="3429000" indent="-228600" algn="l" defTabSz="809625" rtl="0" fontAlgn="base">
              <a:spcBef>
                <a:spcPct val="20000"/>
              </a:spcBef>
              <a:spcAft>
                <a:spcPct val="0"/>
              </a:spcAft>
              <a:buChar char="»"/>
              <a:defRPr kumimoji="1" sz="2000">
                <a:solidFill>
                  <a:schemeClr val="tx1"/>
                </a:solidFill>
                <a:latin typeface="+mn-lt"/>
                <a:ea typeface="+mn-ea"/>
              </a:defRPr>
            </a:lvl8pPr>
            <a:lvl9pPr marL="3886200" indent="-228600" algn="l" defTabSz="809625" rtl="0" fontAlgn="base">
              <a:spcBef>
                <a:spcPct val="20000"/>
              </a:spcBef>
              <a:spcAft>
                <a:spcPct val="0"/>
              </a:spcAft>
              <a:buChar char="»"/>
              <a:defRPr kumimoji="1" sz="2000">
                <a:solidFill>
                  <a:schemeClr val="tx1"/>
                </a:solidFill>
                <a:latin typeface="+mn-lt"/>
                <a:ea typeface="+mn-ea"/>
              </a:defRPr>
            </a:lvl9pPr>
          </a:lstStyle>
          <a:p>
            <a:pPr marL="85725" indent="-85725">
              <a:spcBef>
                <a:spcPts val="0"/>
              </a:spcBef>
              <a:spcAft>
                <a:spcPts val="0"/>
              </a:spcAft>
              <a:buClrTx/>
              <a:buFont typeface="Arial" panose="020B0604020202020204" pitchFamily="34" charset="0"/>
              <a:buChar char="•"/>
            </a:pPr>
            <a:r>
              <a:rPr lang="ja-JP" altLang="en-US" sz="700" kern="0" dirty="0">
                <a:latin typeface="Meiryo UI" panose="020B0604030504040204" pitchFamily="50" charset="-128"/>
                <a:ea typeface="Meiryo UI" panose="020B0604030504040204" pitchFamily="50" charset="-128"/>
              </a:rPr>
              <a:t>更新内容確認</a:t>
            </a:r>
            <a:endParaRPr lang="en-US" altLang="ja-JP" sz="700" kern="0" dirty="0">
              <a:latin typeface="Meiryo UI" panose="020B0604030504040204" pitchFamily="50" charset="-128"/>
              <a:ea typeface="Meiryo UI" panose="020B0604030504040204" pitchFamily="50" charset="-128"/>
            </a:endParaRPr>
          </a:p>
          <a:p>
            <a:pPr marL="85725" indent="-85725">
              <a:spcBef>
                <a:spcPts val="0"/>
              </a:spcBef>
              <a:spcAft>
                <a:spcPts val="0"/>
              </a:spcAft>
              <a:buClrTx/>
              <a:buFont typeface="Arial" panose="020B0604020202020204" pitchFamily="34" charset="0"/>
              <a:buChar char="•"/>
            </a:pPr>
            <a:r>
              <a:rPr lang="ja-JP" altLang="en-US" sz="700" kern="0" dirty="0">
                <a:latin typeface="Meiryo UI" panose="020B0604030504040204" pitchFamily="50" charset="-128"/>
                <a:ea typeface="Meiryo UI" panose="020B0604030504040204" pitchFamily="50" charset="-128"/>
              </a:rPr>
              <a:t>採用対象決定</a:t>
            </a:r>
          </a:p>
        </p:txBody>
      </p:sp>
      <p:cxnSp>
        <p:nvCxnSpPr>
          <p:cNvPr id="23" name="コネクタ: カギ線 22">
            <a:extLst>
              <a:ext uri="{FF2B5EF4-FFF2-40B4-BE49-F238E27FC236}">
                <a16:creationId xmlns:a16="http://schemas.microsoft.com/office/drawing/2014/main" id="{9B17ECFA-B29E-4F52-9825-8EEC6AAE0E1C}"/>
              </a:ext>
            </a:extLst>
          </p:cNvPr>
          <p:cNvCxnSpPr>
            <a:cxnSpLocks/>
            <a:stCxn id="17" idx="3"/>
          </p:cNvCxnSpPr>
          <p:nvPr/>
        </p:nvCxnSpPr>
        <p:spPr bwMode="auto">
          <a:xfrm>
            <a:off x="5489908" y="2925826"/>
            <a:ext cx="684923" cy="527"/>
          </a:xfrm>
          <a:prstGeom prst="bentConnector3">
            <a:avLst>
              <a:gd name="adj1" fmla="val 50000"/>
            </a:avLst>
          </a:prstGeom>
          <a:gradFill rotWithShape="0">
            <a:gsLst>
              <a:gs pos="0">
                <a:srgbClr val="FFFFFF"/>
              </a:gs>
              <a:gs pos="100000">
                <a:srgbClr val="CACAC7"/>
              </a:gs>
            </a:gsLst>
            <a:lin ang="5400000" scaled="1"/>
          </a:gradFill>
          <a:ln w="9525" cap="flat" cmpd="sng" algn="ctr">
            <a:solidFill>
              <a:srgbClr val="57564F"/>
            </a:solidFill>
            <a:prstDash val="solid"/>
            <a:round/>
            <a:headEnd type="none" w="med" len="med"/>
            <a:tailEnd type="triangle"/>
          </a:ln>
          <a:effectLst/>
          <a:extLs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cxnSp>
      <p:sp>
        <p:nvSpPr>
          <p:cNvPr id="24" name="コンテンツ プレースホルダー 2">
            <a:extLst>
              <a:ext uri="{FF2B5EF4-FFF2-40B4-BE49-F238E27FC236}">
                <a16:creationId xmlns:a16="http://schemas.microsoft.com/office/drawing/2014/main" id="{016787A5-F231-4730-9048-85E84FF4A022}"/>
              </a:ext>
            </a:extLst>
          </p:cNvPr>
          <p:cNvSpPr txBox="1">
            <a:spLocks/>
          </p:cNvSpPr>
          <p:nvPr/>
        </p:nvSpPr>
        <p:spPr bwMode="gray">
          <a:xfrm>
            <a:off x="6094378" y="2345984"/>
            <a:ext cx="968187" cy="141847"/>
          </a:xfrm>
          <a:prstGeom prst="rect">
            <a:avLst/>
          </a:prstGeom>
          <a:noFill/>
          <a:ln>
            <a:noFill/>
          </a:ln>
          <a:effectLst/>
        </p:spPr>
        <p:txBody>
          <a:bodyPr vert="horz" wrap="square" lIns="0" tIns="0" rIns="0" bIns="0" numCol="1" anchor="t" anchorCtr="0" compatLnSpc="1">
            <a:prstTxWarp prst="textNoShape">
              <a:avLst/>
            </a:prstTxWarp>
          </a:bodyPr>
          <a:lstStyle>
            <a:lvl1pPr marL="266700" indent="-266700" algn="l" defTabSz="809625" rtl="0" eaLnBrk="0" fontAlgn="ctr" hangingPunct="0">
              <a:lnSpc>
                <a:spcPct val="110000"/>
              </a:lnSpc>
              <a:spcBef>
                <a:spcPct val="20000"/>
              </a:spcBef>
              <a:spcAft>
                <a:spcPct val="10000"/>
              </a:spcAft>
              <a:buClr>
                <a:srgbClr val="C80202"/>
              </a:buClr>
              <a:buFont typeface="Wingdings" pitchFamily="2" charset="2"/>
              <a:buChar char="n"/>
              <a:defRPr kumimoji="1" sz="2000">
                <a:solidFill>
                  <a:schemeClr val="tx1"/>
                </a:solidFill>
                <a:latin typeface="メイリオ" panose="020B0604030504040204" pitchFamily="50" charset="-128"/>
                <a:ea typeface="メイリオ" panose="020B0604030504040204" pitchFamily="50" charset="-128"/>
                <a:cs typeface="メイリオ" panose="020B0604030504040204" pitchFamily="50" charset="-128"/>
              </a:defRPr>
            </a:lvl1pPr>
            <a:lvl2pPr marL="514350" indent="-246063" algn="l" defTabSz="809625" rtl="0" eaLnBrk="0" fontAlgn="ctr" hangingPunct="0">
              <a:lnSpc>
                <a:spcPct val="110000"/>
              </a:lnSpc>
              <a:spcBef>
                <a:spcPct val="20000"/>
              </a:spcBef>
              <a:spcAft>
                <a:spcPct val="10000"/>
              </a:spcAft>
              <a:buClr>
                <a:srgbClr val="87867E"/>
              </a:buClr>
              <a:buFont typeface="Wingdings" pitchFamily="2" charset="2"/>
              <a:buChar char="n"/>
              <a:defRPr kumimoji="1" sz="1600">
                <a:solidFill>
                  <a:schemeClr val="tx1"/>
                </a:solidFill>
                <a:latin typeface="メイリオ" panose="020B0604030504040204" pitchFamily="50" charset="-128"/>
                <a:ea typeface="メイリオ" panose="020B0604030504040204" pitchFamily="50" charset="-128"/>
                <a:cs typeface="メイリオ" panose="020B0604030504040204" pitchFamily="50" charset="-128"/>
              </a:defRPr>
            </a:lvl2pPr>
            <a:lvl3pPr marL="536575" indent="377825" algn="l" defTabSz="809625" rtl="0" eaLnBrk="0" fontAlgn="ctr" hangingPunct="0">
              <a:lnSpc>
                <a:spcPct val="110000"/>
              </a:lnSpc>
              <a:spcBef>
                <a:spcPct val="20000"/>
              </a:spcBef>
              <a:spcAft>
                <a:spcPct val="10000"/>
              </a:spcAft>
              <a:buClr>
                <a:srgbClr val="808080"/>
              </a:buClr>
              <a:buFont typeface="Wingdings" pitchFamily="2" charset="2"/>
              <a:defRPr kumimoji="1" sz="1600">
                <a:solidFill>
                  <a:schemeClr val="tx1"/>
                </a:solidFill>
                <a:latin typeface="FUJI-新ゴ R" pitchFamily="50" charset="-128"/>
                <a:ea typeface="FUJI-新ゴ R" pitchFamily="50" charset="-128"/>
                <a:cs typeface="Meiryo UI" pitchFamily="50" charset="-128"/>
              </a:defRPr>
            </a:lvl3pPr>
            <a:lvl4pPr marL="717550" indent="-136525" algn="l" defTabSz="809625" rtl="0" eaLnBrk="0" fontAlgn="base" hangingPunct="0">
              <a:lnSpc>
                <a:spcPct val="110000"/>
              </a:lnSpc>
              <a:spcBef>
                <a:spcPct val="20000"/>
              </a:spcBef>
              <a:spcAft>
                <a:spcPct val="10000"/>
              </a:spcAft>
              <a:buClr>
                <a:srgbClr val="87867E"/>
              </a:buClr>
              <a:buSzPct val="50000"/>
              <a:buFont typeface="Wingdings" pitchFamily="2" charset="2"/>
              <a:buChar char="l"/>
              <a:defRPr kumimoji="1" sz="1400">
                <a:solidFill>
                  <a:schemeClr val="tx1"/>
                </a:solidFill>
                <a:latin typeface="FUJI-新ゴ R" pitchFamily="50" charset="-128"/>
                <a:ea typeface="FUJI-新ゴ R" pitchFamily="50" charset="-128"/>
                <a:cs typeface="Meiryo UI" pitchFamily="50" charset="-128"/>
              </a:defRPr>
            </a:lvl4pPr>
            <a:lvl5pPr marL="2057400" indent="-228600" algn="l" defTabSz="809625" rtl="0" eaLnBrk="0" fontAlgn="base" hangingPunct="0">
              <a:spcBef>
                <a:spcPct val="20000"/>
              </a:spcBef>
              <a:spcAft>
                <a:spcPct val="0"/>
              </a:spcAft>
              <a:buChar char="»"/>
              <a:defRPr kumimoji="1" sz="2000">
                <a:solidFill>
                  <a:schemeClr val="tx1"/>
                </a:solidFill>
                <a:latin typeface="FUJI-新ゴ R" panose="020B0400000000000000" pitchFamily="50" charset="-128"/>
                <a:ea typeface="FUJI-新ゴ R" panose="020B0400000000000000" pitchFamily="50" charset="-128"/>
                <a:cs typeface="ＭＳ Ｐゴシック" pitchFamily="50" charset="-128"/>
              </a:defRPr>
            </a:lvl5pPr>
            <a:lvl6pPr marL="2514600" indent="-228600" algn="l" defTabSz="809625" rtl="0" fontAlgn="base">
              <a:spcBef>
                <a:spcPct val="20000"/>
              </a:spcBef>
              <a:spcAft>
                <a:spcPct val="0"/>
              </a:spcAft>
              <a:buChar char="»"/>
              <a:defRPr kumimoji="1" sz="2000">
                <a:solidFill>
                  <a:schemeClr val="tx1"/>
                </a:solidFill>
                <a:latin typeface="+mn-lt"/>
                <a:ea typeface="+mn-ea"/>
              </a:defRPr>
            </a:lvl6pPr>
            <a:lvl7pPr marL="2971800" indent="-228600" algn="l" defTabSz="809625" rtl="0" fontAlgn="base">
              <a:spcBef>
                <a:spcPct val="20000"/>
              </a:spcBef>
              <a:spcAft>
                <a:spcPct val="0"/>
              </a:spcAft>
              <a:buChar char="»"/>
              <a:defRPr kumimoji="1" sz="2000">
                <a:solidFill>
                  <a:schemeClr val="tx1"/>
                </a:solidFill>
                <a:latin typeface="+mn-lt"/>
                <a:ea typeface="+mn-ea"/>
              </a:defRPr>
            </a:lvl7pPr>
            <a:lvl8pPr marL="3429000" indent="-228600" algn="l" defTabSz="809625" rtl="0" fontAlgn="base">
              <a:spcBef>
                <a:spcPct val="20000"/>
              </a:spcBef>
              <a:spcAft>
                <a:spcPct val="0"/>
              </a:spcAft>
              <a:buChar char="»"/>
              <a:defRPr kumimoji="1" sz="2000">
                <a:solidFill>
                  <a:schemeClr val="tx1"/>
                </a:solidFill>
                <a:latin typeface="+mn-lt"/>
                <a:ea typeface="+mn-ea"/>
              </a:defRPr>
            </a:lvl8pPr>
            <a:lvl9pPr marL="3886200" indent="-228600" algn="l" defTabSz="809625" rtl="0" fontAlgn="base">
              <a:spcBef>
                <a:spcPct val="20000"/>
              </a:spcBef>
              <a:spcAft>
                <a:spcPct val="0"/>
              </a:spcAft>
              <a:buChar char="»"/>
              <a:defRPr kumimoji="1" sz="2000">
                <a:solidFill>
                  <a:schemeClr val="tx1"/>
                </a:solidFill>
                <a:latin typeface="+mn-lt"/>
                <a:ea typeface="+mn-ea"/>
              </a:defRPr>
            </a:lvl9pPr>
          </a:lstStyle>
          <a:p>
            <a:pPr marL="0" indent="0">
              <a:spcBef>
                <a:spcPts val="0"/>
              </a:spcBef>
              <a:spcAft>
                <a:spcPts val="0"/>
              </a:spcAft>
              <a:buClrTx/>
              <a:buNone/>
            </a:pPr>
            <a:r>
              <a:rPr lang="ja-JP" altLang="en-US" sz="700" kern="0" dirty="0">
                <a:latin typeface="Meiryo UI" panose="020B0604030504040204" pitchFamily="50" charset="-128"/>
                <a:ea typeface="Meiryo UI" panose="020B0604030504040204" pitchFamily="50" charset="-128"/>
              </a:rPr>
              <a:t>採用結果記入</a:t>
            </a:r>
            <a:endParaRPr lang="en-US" altLang="ja-JP" sz="700" kern="0" dirty="0">
              <a:latin typeface="Meiryo UI" panose="020B0604030504040204" pitchFamily="50" charset="-128"/>
              <a:ea typeface="Meiryo UI" panose="020B0604030504040204" pitchFamily="50" charset="-128"/>
            </a:endParaRPr>
          </a:p>
        </p:txBody>
      </p:sp>
      <p:sp>
        <p:nvSpPr>
          <p:cNvPr id="25" name="コンテンツ プレースホルダー 2">
            <a:extLst>
              <a:ext uri="{FF2B5EF4-FFF2-40B4-BE49-F238E27FC236}">
                <a16:creationId xmlns:a16="http://schemas.microsoft.com/office/drawing/2014/main" id="{7C4EDF8C-A35D-4665-8D3F-6022E41B5F9C}"/>
              </a:ext>
            </a:extLst>
          </p:cNvPr>
          <p:cNvSpPr txBox="1">
            <a:spLocks/>
          </p:cNvSpPr>
          <p:nvPr/>
        </p:nvSpPr>
        <p:spPr bwMode="gray">
          <a:xfrm>
            <a:off x="3803207" y="3260866"/>
            <a:ext cx="1383144" cy="168241"/>
          </a:xfrm>
          <a:prstGeom prst="rect">
            <a:avLst/>
          </a:prstGeom>
          <a:solidFill>
            <a:srgbClr val="0070C0"/>
          </a:solidFill>
          <a:ln>
            <a:noFill/>
          </a:ln>
          <a:effectLst/>
        </p:spPr>
        <p:txBody>
          <a:bodyPr vert="horz" wrap="square" lIns="0" tIns="0" rIns="0" bIns="0" numCol="1" anchor="ctr" anchorCtr="0" compatLnSpc="1">
            <a:prstTxWarp prst="textNoShape">
              <a:avLst/>
            </a:prstTxWarp>
          </a:bodyPr>
          <a:lstStyle>
            <a:lvl1pPr marL="266700" indent="-266700" algn="l" defTabSz="809625" rtl="0" eaLnBrk="0" fontAlgn="ctr" hangingPunct="0">
              <a:lnSpc>
                <a:spcPct val="110000"/>
              </a:lnSpc>
              <a:spcBef>
                <a:spcPct val="20000"/>
              </a:spcBef>
              <a:spcAft>
                <a:spcPct val="10000"/>
              </a:spcAft>
              <a:buClr>
                <a:srgbClr val="C80202"/>
              </a:buClr>
              <a:buFont typeface="Wingdings" pitchFamily="2" charset="2"/>
              <a:buChar char="n"/>
              <a:defRPr kumimoji="1" sz="2000">
                <a:solidFill>
                  <a:schemeClr val="tx1"/>
                </a:solidFill>
                <a:latin typeface="メイリオ" panose="020B0604030504040204" pitchFamily="50" charset="-128"/>
                <a:ea typeface="メイリオ" panose="020B0604030504040204" pitchFamily="50" charset="-128"/>
                <a:cs typeface="メイリオ" panose="020B0604030504040204" pitchFamily="50" charset="-128"/>
              </a:defRPr>
            </a:lvl1pPr>
            <a:lvl2pPr marL="514350" indent="-246063" algn="l" defTabSz="809625" rtl="0" eaLnBrk="0" fontAlgn="ctr" hangingPunct="0">
              <a:lnSpc>
                <a:spcPct val="110000"/>
              </a:lnSpc>
              <a:spcBef>
                <a:spcPct val="20000"/>
              </a:spcBef>
              <a:spcAft>
                <a:spcPct val="10000"/>
              </a:spcAft>
              <a:buClr>
                <a:srgbClr val="87867E"/>
              </a:buClr>
              <a:buFont typeface="Wingdings" pitchFamily="2" charset="2"/>
              <a:buChar char="n"/>
              <a:defRPr kumimoji="1" sz="1600">
                <a:solidFill>
                  <a:schemeClr val="tx1"/>
                </a:solidFill>
                <a:latin typeface="メイリオ" panose="020B0604030504040204" pitchFamily="50" charset="-128"/>
                <a:ea typeface="メイリオ" panose="020B0604030504040204" pitchFamily="50" charset="-128"/>
                <a:cs typeface="メイリオ" panose="020B0604030504040204" pitchFamily="50" charset="-128"/>
              </a:defRPr>
            </a:lvl2pPr>
            <a:lvl3pPr marL="536575" indent="377825" algn="l" defTabSz="809625" rtl="0" eaLnBrk="0" fontAlgn="ctr" hangingPunct="0">
              <a:lnSpc>
                <a:spcPct val="110000"/>
              </a:lnSpc>
              <a:spcBef>
                <a:spcPct val="20000"/>
              </a:spcBef>
              <a:spcAft>
                <a:spcPct val="10000"/>
              </a:spcAft>
              <a:buClr>
                <a:srgbClr val="808080"/>
              </a:buClr>
              <a:buFont typeface="Wingdings" pitchFamily="2" charset="2"/>
              <a:defRPr kumimoji="1" sz="1600">
                <a:solidFill>
                  <a:schemeClr val="tx1"/>
                </a:solidFill>
                <a:latin typeface="FUJI-新ゴ R" pitchFamily="50" charset="-128"/>
                <a:ea typeface="FUJI-新ゴ R" pitchFamily="50" charset="-128"/>
                <a:cs typeface="Meiryo UI" pitchFamily="50" charset="-128"/>
              </a:defRPr>
            </a:lvl3pPr>
            <a:lvl4pPr marL="717550" indent="-136525" algn="l" defTabSz="809625" rtl="0" eaLnBrk="0" fontAlgn="base" hangingPunct="0">
              <a:lnSpc>
                <a:spcPct val="110000"/>
              </a:lnSpc>
              <a:spcBef>
                <a:spcPct val="20000"/>
              </a:spcBef>
              <a:spcAft>
                <a:spcPct val="10000"/>
              </a:spcAft>
              <a:buClr>
                <a:srgbClr val="87867E"/>
              </a:buClr>
              <a:buSzPct val="50000"/>
              <a:buFont typeface="Wingdings" pitchFamily="2" charset="2"/>
              <a:buChar char="l"/>
              <a:defRPr kumimoji="1" sz="1400">
                <a:solidFill>
                  <a:schemeClr val="tx1"/>
                </a:solidFill>
                <a:latin typeface="FUJI-新ゴ R" pitchFamily="50" charset="-128"/>
                <a:ea typeface="FUJI-新ゴ R" pitchFamily="50" charset="-128"/>
                <a:cs typeface="Meiryo UI" pitchFamily="50" charset="-128"/>
              </a:defRPr>
            </a:lvl4pPr>
            <a:lvl5pPr marL="2057400" indent="-228600" algn="l" defTabSz="809625" rtl="0" eaLnBrk="0" fontAlgn="base" hangingPunct="0">
              <a:spcBef>
                <a:spcPct val="20000"/>
              </a:spcBef>
              <a:spcAft>
                <a:spcPct val="0"/>
              </a:spcAft>
              <a:buChar char="»"/>
              <a:defRPr kumimoji="1" sz="2000">
                <a:solidFill>
                  <a:schemeClr val="tx1"/>
                </a:solidFill>
                <a:latin typeface="FUJI-新ゴ R" panose="020B0400000000000000" pitchFamily="50" charset="-128"/>
                <a:ea typeface="FUJI-新ゴ R" panose="020B0400000000000000" pitchFamily="50" charset="-128"/>
                <a:cs typeface="ＭＳ Ｐゴシック" pitchFamily="50" charset="-128"/>
              </a:defRPr>
            </a:lvl5pPr>
            <a:lvl6pPr marL="2514600" indent="-228600" algn="l" defTabSz="809625" rtl="0" fontAlgn="base">
              <a:spcBef>
                <a:spcPct val="20000"/>
              </a:spcBef>
              <a:spcAft>
                <a:spcPct val="0"/>
              </a:spcAft>
              <a:buChar char="»"/>
              <a:defRPr kumimoji="1" sz="2000">
                <a:solidFill>
                  <a:schemeClr val="tx1"/>
                </a:solidFill>
                <a:latin typeface="+mn-lt"/>
                <a:ea typeface="+mn-ea"/>
              </a:defRPr>
            </a:lvl6pPr>
            <a:lvl7pPr marL="2971800" indent="-228600" algn="l" defTabSz="809625" rtl="0" fontAlgn="base">
              <a:spcBef>
                <a:spcPct val="20000"/>
              </a:spcBef>
              <a:spcAft>
                <a:spcPct val="0"/>
              </a:spcAft>
              <a:buChar char="»"/>
              <a:defRPr kumimoji="1" sz="2000">
                <a:solidFill>
                  <a:schemeClr val="tx1"/>
                </a:solidFill>
                <a:latin typeface="+mn-lt"/>
                <a:ea typeface="+mn-ea"/>
              </a:defRPr>
            </a:lvl7pPr>
            <a:lvl8pPr marL="3429000" indent="-228600" algn="l" defTabSz="809625" rtl="0" fontAlgn="base">
              <a:spcBef>
                <a:spcPct val="20000"/>
              </a:spcBef>
              <a:spcAft>
                <a:spcPct val="0"/>
              </a:spcAft>
              <a:buChar char="»"/>
              <a:defRPr kumimoji="1" sz="2000">
                <a:solidFill>
                  <a:schemeClr val="tx1"/>
                </a:solidFill>
                <a:latin typeface="+mn-lt"/>
                <a:ea typeface="+mn-ea"/>
              </a:defRPr>
            </a:lvl8pPr>
            <a:lvl9pPr marL="3886200" indent="-228600" algn="l" defTabSz="809625" rtl="0" fontAlgn="base">
              <a:spcBef>
                <a:spcPct val="20000"/>
              </a:spcBef>
              <a:spcAft>
                <a:spcPct val="0"/>
              </a:spcAft>
              <a:buChar char="»"/>
              <a:defRPr kumimoji="1" sz="2000">
                <a:solidFill>
                  <a:schemeClr val="tx1"/>
                </a:solidFill>
                <a:latin typeface="+mn-lt"/>
                <a:ea typeface="+mn-ea"/>
              </a:defRPr>
            </a:lvl9pPr>
          </a:lstStyle>
          <a:p>
            <a:pPr marL="0" indent="0" algn="ctr">
              <a:buNone/>
            </a:pPr>
            <a:r>
              <a:rPr lang="en-US" altLang="ja-JP" sz="800" b="1" kern="0" dirty="0">
                <a:solidFill>
                  <a:schemeClr val="bg1"/>
                </a:solidFill>
                <a:latin typeface="Meiryo UI" panose="020B0604030504040204" pitchFamily="50" charset="-128"/>
                <a:ea typeface="Meiryo UI" panose="020B0604030504040204" pitchFamily="50" charset="-128"/>
              </a:rPr>
              <a:t>3.Activate</a:t>
            </a:r>
            <a:r>
              <a:rPr lang="ja-JP" altLang="en-US" sz="800" b="1" kern="0" dirty="0">
                <a:solidFill>
                  <a:schemeClr val="bg1"/>
                </a:solidFill>
                <a:latin typeface="Meiryo UI" panose="020B0604030504040204" pitchFamily="50" charset="-128"/>
                <a:ea typeface="Meiryo UI" panose="020B0604030504040204" pitchFamily="50" charset="-128"/>
              </a:rPr>
              <a:t>更新</a:t>
            </a:r>
            <a:r>
              <a:rPr lang="en-US" altLang="ja-JP" sz="800" b="1" kern="0" dirty="0">
                <a:solidFill>
                  <a:schemeClr val="bg1"/>
                </a:solidFill>
                <a:latin typeface="Meiryo UI" panose="020B0604030504040204" pitchFamily="50" charset="-128"/>
                <a:ea typeface="Meiryo UI" panose="020B0604030504040204" pitchFamily="50" charset="-128"/>
              </a:rPr>
              <a:t>(</a:t>
            </a:r>
            <a:r>
              <a:rPr lang="ja-JP" altLang="en-US" sz="800" b="1" kern="0" dirty="0">
                <a:solidFill>
                  <a:schemeClr val="bg1"/>
                </a:solidFill>
                <a:latin typeface="Meiryo UI" panose="020B0604030504040204" pitchFamily="50" charset="-128"/>
                <a:ea typeface="Meiryo UI" panose="020B0604030504040204" pitchFamily="50" charset="-128"/>
              </a:rPr>
              <a:t>四半期</a:t>
            </a:r>
            <a:r>
              <a:rPr lang="en-US" altLang="ja-JP" sz="800" b="1" kern="0" dirty="0">
                <a:solidFill>
                  <a:schemeClr val="bg1"/>
                </a:solidFill>
                <a:latin typeface="Meiryo UI" panose="020B0604030504040204" pitchFamily="50" charset="-128"/>
                <a:ea typeface="Meiryo UI" panose="020B0604030504040204" pitchFamily="50" charset="-128"/>
              </a:rPr>
              <a:t>)</a:t>
            </a:r>
            <a:endParaRPr lang="ja-JP" altLang="en-US" sz="800" b="1" kern="0" dirty="0">
              <a:solidFill>
                <a:schemeClr val="bg1"/>
              </a:solidFill>
              <a:latin typeface="Meiryo UI" panose="020B0604030504040204" pitchFamily="50" charset="-128"/>
              <a:ea typeface="Meiryo UI" panose="020B0604030504040204" pitchFamily="50" charset="-128"/>
            </a:endParaRPr>
          </a:p>
        </p:txBody>
      </p:sp>
      <p:sp>
        <p:nvSpPr>
          <p:cNvPr id="26" name="フローチャート: 書類 25">
            <a:extLst>
              <a:ext uri="{FF2B5EF4-FFF2-40B4-BE49-F238E27FC236}">
                <a16:creationId xmlns:a16="http://schemas.microsoft.com/office/drawing/2014/main" id="{48EBAF12-0FE6-4CDA-AD08-1D0906F2DC7C}"/>
              </a:ext>
            </a:extLst>
          </p:cNvPr>
          <p:cNvSpPr/>
          <p:nvPr/>
        </p:nvSpPr>
        <p:spPr bwMode="gray">
          <a:xfrm>
            <a:off x="6740133" y="3429431"/>
            <a:ext cx="535186" cy="348159"/>
          </a:xfrm>
          <a:prstGeom prst="flowChartDocument">
            <a:avLst/>
          </a:prstGeom>
          <a:solidFill>
            <a:srgbClr val="FFFFFF"/>
          </a:solidFill>
          <a:ln w="9525" cap="flat" cmpd="sng" algn="ctr">
            <a:solidFill>
              <a:srgbClr val="87867E"/>
            </a:solidFill>
            <a:prstDash val="solid"/>
            <a:round/>
            <a:headEnd type="none" w="med" len="med"/>
            <a:tailEnd type="none" w="med" len="med"/>
          </a:ln>
          <a:effectLst/>
          <a:extLs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txBody>
          <a:bodyPr vert="horz" wrap="none" lIns="91440" tIns="45720" rIns="91440" bIns="45720" numCol="1" rtlCol="0" anchor="ctr" anchorCtr="0" compatLnSpc="1">
            <a:prstTxWarp prst="textNoShape">
              <a:avLst/>
            </a:prstTxWarp>
          </a:bodyPr>
          <a:lstStyle/>
          <a:p>
            <a:pPr marL="0" marR="0" indent="0" algn="ctr" defTabSz="914400" rtl="0" eaLnBrk="1" fontAlgn="ctr" latinLnBrk="0" hangingPunct="1">
              <a:lnSpc>
                <a:spcPct val="100000"/>
              </a:lnSpc>
              <a:spcBef>
                <a:spcPct val="0"/>
              </a:spcBef>
              <a:spcAft>
                <a:spcPct val="0"/>
              </a:spcAft>
              <a:buClrTx/>
              <a:buSzTx/>
              <a:buFontTx/>
              <a:buNone/>
              <a:tabLst/>
            </a:pPr>
            <a:r>
              <a:rPr kumimoji="1" lang="ja-JP" altLang="en-US" sz="800" b="0" i="0" u="none" strike="noStrike" cap="none" normalizeH="0" baseline="0" dirty="0">
                <a:ln>
                  <a:noFill/>
                </a:ln>
                <a:effectLst/>
                <a:latin typeface="Meiryo UI" panose="020B0604030504040204" pitchFamily="50" charset="-128"/>
                <a:ea typeface="Meiryo UI" panose="020B0604030504040204" pitchFamily="50" charset="-128"/>
              </a:rPr>
              <a:t>リリース前</a:t>
            </a:r>
            <a:endParaRPr kumimoji="1" lang="en-US" altLang="ja-JP" sz="800" b="0" i="0" u="none" strike="noStrike" cap="none" normalizeH="0" baseline="0" dirty="0">
              <a:ln>
                <a:noFill/>
              </a:ln>
              <a:effectLst/>
              <a:latin typeface="Meiryo UI" panose="020B0604030504040204" pitchFamily="50" charset="-128"/>
              <a:ea typeface="Meiryo UI" panose="020B0604030504040204" pitchFamily="50" charset="-128"/>
            </a:endParaRPr>
          </a:p>
          <a:p>
            <a:pPr marL="0" marR="0" indent="0" algn="ctr" defTabSz="914400" rtl="0" eaLnBrk="1" fontAlgn="ctr" latinLnBrk="0" hangingPunct="1">
              <a:lnSpc>
                <a:spcPct val="100000"/>
              </a:lnSpc>
              <a:spcBef>
                <a:spcPct val="0"/>
              </a:spcBef>
              <a:spcAft>
                <a:spcPct val="0"/>
              </a:spcAft>
              <a:buClrTx/>
              <a:buSzTx/>
              <a:buFontTx/>
              <a:buNone/>
              <a:tabLst/>
            </a:pPr>
            <a:r>
              <a:rPr lang="ja-JP" altLang="en-US" sz="800" dirty="0">
                <a:latin typeface="Meiryo UI" panose="020B0604030504040204" pitchFamily="50" charset="-128"/>
                <a:ea typeface="Meiryo UI" panose="020B0604030504040204" pitchFamily="50" charset="-128"/>
              </a:rPr>
              <a:t>新ドキュメント</a:t>
            </a:r>
            <a:endParaRPr kumimoji="1" lang="ja-JP" altLang="en-US" sz="800" b="0" i="0" u="none" strike="noStrike" cap="none" normalizeH="0" baseline="0" dirty="0">
              <a:ln>
                <a:noFill/>
              </a:ln>
              <a:effectLst/>
              <a:latin typeface="Meiryo UI" panose="020B0604030504040204" pitchFamily="50" charset="-128"/>
              <a:ea typeface="Meiryo UI" panose="020B0604030504040204" pitchFamily="50" charset="-128"/>
            </a:endParaRPr>
          </a:p>
        </p:txBody>
      </p:sp>
      <p:cxnSp>
        <p:nvCxnSpPr>
          <p:cNvPr id="27" name="コネクタ: カギ線 26">
            <a:extLst>
              <a:ext uri="{FF2B5EF4-FFF2-40B4-BE49-F238E27FC236}">
                <a16:creationId xmlns:a16="http://schemas.microsoft.com/office/drawing/2014/main" id="{CF13A447-BB2E-4DA7-8159-1F4D04DB8E20}"/>
              </a:ext>
            </a:extLst>
          </p:cNvPr>
          <p:cNvCxnSpPr>
            <a:cxnSpLocks/>
            <a:endCxn id="13" idx="0"/>
          </p:cNvCxnSpPr>
          <p:nvPr/>
        </p:nvCxnSpPr>
        <p:spPr bwMode="auto">
          <a:xfrm rot="5400000">
            <a:off x="5738437" y="2697964"/>
            <a:ext cx="324537" cy="1083439"/>
          </a:xfrm>
          <a:prstGeom prst="bentConnector3">
            <a:avLst>
              <a:gd name="adj1" fmla="val 50000"/>
            </a:avLst>
          </a:prstGeom>
          <a:gradFill rotWithShape="0">
            <a:gsLst>
              <a:gs pos="0">
                <a:srgbClr val="FFFFFF"/>
              </a:gs>
              <a:gs pos="100000">
                <a:srgbClr val="CACAC7"/>
              </a:gs>
            </a:gsLst>
            <a:lin ang="5400000" scaled="1"/>
          </a:gradFill>
          <a:ln w="9525" cap="flat" cmpd="sng" algn="ctr">
            <a:solidFill>
              <a:srgbClr val="57564F"/>
            </a:solidFill>
            <a:prstDash val="solid"/>
            <a:round/>
            <a:headEnd type="none" w="med" len="med"/>
            <a:tailEnd type="triangle"/>
          </a:ln>
          <a:effectLst/>
          <a:extLs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cxnSp>
      <p:cxnSp>
        <p:nvCxnSpPr>
          <p:cNvPr id="29" name="コネクタ: カギ線 28">
            <a:extLst>
              <a:ext uri="{FF2B5EF4-FFF2-40B4-BE49-F238E27FC236}">
                <a16:creationId xmlns:a16="http://schemas.microsoft.com/office/drawing/2014/main" id="{8287CDDE-182C-4B32-B680-3AA83ACF98BF}"/>
              </a:ext>
            </a:extLst>
          </p:cNvPr>
          <p:cNvCxnSpPr>
            <a:stCxn id="13" idx="3"/>
            <a:endCxn id="26" idx="1"/>
          </p:cNvCxnSpPr>
          <p:nvPr/>
        </p:nvCxnSpPr>
        <p:spPr bwMode="auto">
          <a:xfrm>
            <a:off x="5559965" y="3602933"/>
            <a:ext cx="1180168" cy="578"/>
          </a:xfrm>
          <a:prstGeom prst="bentConnector3">
            <a:avLst>
              <a:gd name="adj1" fmla="val 50000"/>
            </a:avLst>
          </a:prstGeom>
          <a:gradFill rotWithShape="0">
            <a:gsLst>
              <a:gs pos="0">
                <a:srgbClr val="FFFFFF"/>
              </a:gs>
              <a:gs pos="100000">
                <a:srgbClr val="CACAC7"/>
              </a:gs>
            </a:gsLst>
            <a:lin ang="5400000" scaled="1"/>
          </a:gradFill>
          <a:ln w="9525" cap="flat" cmpd="sng" algn="ctr">
            <a:solidFill>
              <a:srgbClr val="57564F"/>
            </a:solidFill>
            <a:prstDash val="solid"/>
            <a:round/>
            <a:headEnd type="none" w="med" len="med"/>
            <a:tailEnd type="triangle"/>
          </a:ln>
          <a:effectLst/>
          <a:extLs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cxnSp>
      <p:sp>
        <p:nvSpPr>
          <p:cNvPr id="30" name="コンテンツ プレースホルダー 2">
            <a:extLst>
              <a:ext uri="{FF2B5EF4-FFF2-40B4-BE49-F238E27FC236}">
                <a16:creationId xmlns:a16="http://schemas.microsoft.com/office/drawing/2014/main" id="{9D5CED93-7D2A-41C0-86B8-A6254C86F9C6}"/>
              </a:ext>
            </a:extLst>
          </p:cNvPr>
          <p:cNvSpPr txBox="1">
            <a:spLocks/>
          </p:cNvSpPr>
          <p:nvPr/>
        </p:nvSpPr>
        <p:spPr bwMode="gray">
          <a:xfrm>
            <a:off x="3981869" y="3490898"/>
            <a:ext cx="1144247" cy="298177"/>
          </a:xfrm>
          <a:prstGeom prst="rect">
            <a:avLst/>
          </a:prstGeom>
          <a:noFill/>
          <a:ln>
            <a:noFill/>
          </a:ln>
          <a:effectLst/>
        </p:spPr>
        <p:txBody>
          <a:bodyPr vert="horz" wrap="square" lIns="0" tIns="0" rIns="0" bIns="0" numCol="1" anchor="t" anchorCtr="0" compatLnSpc="1">
            <a:prstTxWarp prst="textNoShape">
              <a:avLst/>
            </a:prstTxWarp>
          </a:bodyPr>
          <a:lstStyle>
            <a:lvl1pPr marL="266700" indent="-266700" algn="l" defTabSz="809625" rtl="0" eaLnBrk="0" fontAlgn="ctr" hangingPunct="0">
              <a:lnSpc>
                <a:spcPct val="110000"/>
              </a:lnSpc>
              <a:spcBef>
                <a:spcPct val="20000"/>
              </a:spcBef>
              <a:spcAft>
                <a:spcPct val="10000"/>
              </a:spcAft>
              <a:buClr>
                <a:srgbClr val="C80202"/>
              </a:buClr>
              <a:buFont typeface="Wingdings" pitchFamily="2" charset="2"/>
              <a:buChar char="n"/>
              <a:defRPr kumimoji="1" sz="2000">
                <a:solidFill>
                  <a:schemeClr val="tx1"/>
                </a:solidFill>
                <a:latin typeface="メイリオ" panose="020B0604030504040204" pitchFamily="50" charset="-128"/>
                <a:ea typeface="メイリオ" panose="020B0604030504040204" pitchFamily="50" charset="-128"/>
                <a:cs typeface="メイリオ" panose="020B0604030504040204" pitchFamily="50" charset="-128"/>
              </a:defRPr>
            </a:lvl1pPr>
            <a:lvl2pPr marL="514350" indent="-246063" algn="l" defTabSz="809625" rtl="0" eaLnBrk="0" fontAlgn="ctr" hangingPunct="0">
              <a:lnSpc>
                <a:spcPct val="110000"/>
              </a:lnSpc>
              <a:spcBef>
                <a:spcPct val="20000"/>
              </a:spcBef>
              <a:spcAft>
                <a:spcPct val="10000"/>
              </a:spcAft>
              <a:buClr>
                <a:srgbClr val="87867E"/>
              </a:buClr>
              <a:buFont typeface="Wingdings" pitchFamily="2" charset="2"/>
              <a:buChar char="n"/>
              <a:defRPr kumimoji="1" sz="1600">
                <a:solidFill>
                  <a:schemeClr val="tx1"/>
                </a:solidFill>
                <a:latin typeface="メイリオ" panose="020B0604030504040204" pitchFamily="50" charset="-128"/>
                <a:ea typeface="メイリオ" panose="020B0604030504040204" pitchFamily="50" charset="-128"/>
                <a:cs typeface="メイリオ" panose="020B0604030504040204" pitchFamily="50" charset="-128"/>
              </a:defRPr>
            </a:lvl2pPr>
            <a:lvl3pPr marL="536575" indent="377825" algn="l" defTabSz="809625" rtl="0" eaLnBrk="0" fontAlgn="ctr" hangingPunct="0">
              <a:lnSpc>
                <a:spcPct val="110000"/>
              </a:lnSpc>
              <a:spcBef>
                <a:spcPct val="20000"/>
              </a:spcBef>
              <a:spcAft>
                <a:spcPct val="10000"/>
              </a:spcAft>
              <a:buClr>
                <a:srgbClr val="808080"/>
              </a:buClr>
              <a:buFont typeface="Wingdings" pitchFamily="2" charset="2"/>
              <a:defRPr kumimoji="1" sz="1600">
                <a:solidFill>
                  <a:schemeClr val="tx1"/>
                </a:solidFill>
                <a:latin typeface="FUJI-新ゴ R" pitchFamily="50" charset="-128"/>
                <a:ea typeface="FUJI-新ゴ R" pitchFamily="50" charset="-128"/>
                <a:cs typeface="Meiryo UI" pitchFamily="50" charset="-128"/>
              </a:defRPr>
            </a:lvl3pPr>
            <a:lvl4pPr marL="717550" indent="-136525" algn="l" defTabSz="809625" rtl="0" eaLnBrk="0" fontAlgn="base" hangingPunct="0">
              <a:lnSpc>
                <a:spcPct val="110000"/>
              </a:lnSpc>
              <a:spcBef>
                <a:spcPct val="20000"/>
              </a:spcBef>
              <a:spcAft>
                <a:spcPct val="10000"/>
              </a:spcAft>
              <a:buClr>
                <a:srgbClr val="87867E"/>
              </a:buClr>
              <a:buSzPct val="50000"/>
              <a:buFont typeface="Wingdings" pitchFamily="2" charset="2"/>
              <a:buChar char="l"/>
              <a:defRPr kumimoji="1" sz="1400">
                <a:solidFill>
                  <a:schemeClr val="tx1"/>
                </a:solidFill>
                <a:latin typeface="FUJI-新ゴ R" pitchFamily="50" charset="-128"/>
                <a:ea typeface="FUJI-新ゴ R" pitchFamily="50" charset="-128"/>
                <a:cs typeface="Meiryo UI" pitchFamily="50" charset="-128"/>
              </a:defRPr>
            </a:lvl4pPr>
            <a:lvl5pPr marL="2057400" indent="-228600" algn="l" defTabSz="809625" rtl="0" eaLnBrk="0" fontAlgn="base" hangingPunct="0">
              <a:spcBef>
                <a:spcPct val="20000"/>
              </a:spcBef>
              <a:spcAft>
                <a:spcPct val="0"/>
              </a:spcAft>
              <a:buChar char="»"/>
              <a:defRPr kumimoji="1" sz="2000">
                <a:solidFill>
                  <a:schemeClr val="tx1"/>
                </a:solidFill>
                <a:latin typeface="FUJI-新ゴ R" panose="020B0400000000000000" pitchFamily="50" charset="-128"/>
                <a:ea typeface="FUJI-新ゴ R" panose="020B0400000000000000" pitchFamily="50" charset="-128"/>
                <a:cs typeface="ＭＳ Ｐゴシック" pitchFamily="50" charset="-128"/>
              </a:defRPr>
            </a:lvl5pPr>
            <a:lvl6pPr marL="2514600" indent="-228600" algn="l" defTabSz="809625" rtl="0" fontAlgn="base">
              <a:spcBef>
                <a:spcPct val="20000"/>
              </a:spcBef>
              <a:spcAft>
                <a:spcPct val="0"/>
              </a:spcAft>
              <a:buChar char="»"/>
              <a:defRPr kumimoji="1" sz="2000">
                <a:solidFill>
                  <a:schemeClr val="tx1"/>
                </a:solidFill>
                <a:latin typeface="+mn-lt"/>
                <a:ea typeface="+mn-ea"/>
              </a:defRPr>
            </a:lvl6pPr>
            <a:lvl7pPr marL="2971800" indent="-228600" algn="l" defTabSz="809625" rtl="0" fontAlgn="base">
              <a:spcBef>
                <a:spcPct val="20000"/>
              </a:spcBef>
              <a:spcAft>
                <a:spcPct val="0"/>
              </a:spcAft>
              <a:buChar char="»"/>
              <a:defRPr kumimoji="1" sz="2000">
                <a:solidFill>
                  <a:schemeClr val="tx1"/>
                </a:solidFill>
                <a:latin typeface="+mn-lt"/>
                <a:ea typeface="+mn-ea"/>
              </a:defRPr>
            </a:lvl7pPr>
            <a:lvl8pPr marL="3429000" indent="-228600" algn="l" defTabSz="809625" rtl="0" fontAlgn="base">
              <a:spcBef>
                <a:spcPct val="20000"/>
              </a:spcBef>
              <a:spcAft>
                <a:spcPct val="0"/>
              </a:spcAft>
              <a:buChar char="»"/>
              <a:defRPr kumimoji="1" sz="2000">
                <a:solidFill>
                  <a:schemeClr val="tx1"/>
                </a:solidFill>
                <a:latin typeface="+mn-lt"/>
                <a:ea typeface="+mn-ea"/>
              </a:defRPr>
            </a:lvl8pPr>
            <a:lvl9pPr marL="3886200" indent="-228600" algn="l" defTabSz="809625" rtl="0" fontAlgn="base">
              <a:spcBef>
                <a:spcPct val="20000"/>
              </a:spcBef>
              <a:spcAft>
                <a:spcPct val="0"/>
              </a:spcAft>
              <a:buChar char="»"/>
              <a:defRPr kumimoji="1" sz="2000">
                <a:solidFill>
                  <a:schemeClr val="tx1"/>
                </a:solidFill>
                <a:latin typeface="+mn-lt"/>
                <a:ea typeface="+mn-ea"/>
              </a:defRPr>
            </a:lvl9pPr>
          </a:lstStyle>
          <a:p>
            <a:pPr marL="85725" indent="-85725">
              <a:spcBef>
                <a:spcPts val="0"/>
              </a:spcBef>
              <a:spcAft>
                <a:spcPts val="0"/>
              </a:spcAft>
              <a:buClrTx/>
              <a:buFont typeface="Arial" panose="020B0604020202020204" pitchFamily="34" charset="0"/>
              <a:buChar char="•"/>
            </a:pPr>
            <a:r>
              <a:rPr lang="en-US" altLang="ja-JP" sz="700" kern="0" dirty="0">
                <a:latin typeface="Meiryo UI" panose="020B0604030504040204" pitchFamily="50" charset="-128"/>
                <a:ea typeface="Meiryo UI" panose="020B0604030504040204" pitchFamily="50" charset="-128"/>
              </a:rPr>
              <a:t>Activate</a:t>
            </a:r>
            <a:r>
              <a:rPr lang="ja-JP" altLang="en-US" sz="700" kern="0" dirty="0">
                <a:latin typeface="Meiryo UI" panose="020B0604030504040204" pitchFamily="50" charset="-128"/>
                <a:ea typeface="Meiryo UI" panose="020B0604030504040204" pitchFamily="50" charset="-128"/>
              </a:rPr>
              <a:t>更新</a:t>
            </a:r>
            <a:endParaRPr lang="en-US" altLang="ja-JP" sz="700" kern="0" dirty="0">
              <a:latin typeface="Meiryo UI" panose="020B0604030504040204" pitchFamily="50" charset="-128"/>
              <a:ea typeface="Meiryo UI" panose="020B0604030504040204" pitchFamily="50" charset="-128"/>
            </a:endParaRPr>
          </a:p>
          <a:p>
            <a:pPr marL="85725" indent="-85725">
              <a:spcBef>
                <a:spcPts val="0"/>
              </a:spcBef>
              <a:spcAft>
                <a:spcPts val="0"/>
              </a:spcAft>
              <a:buClrTx/>
              <a:buFont typeface="Arial" panose="020B0604020202020204" pitchFamily="34" charset="0"/>
              <a:buChar char="•"/>
            </a:pPr>
            <a:r>
              <a:rPr lang="ja-JP" altLang="en-US" sz="700" kern="0" dirty="0">
                <a:latin typeface="Meiryo UI" panose="020B0604030504040204" pitchFamily="50" charset="-128"/>
                <a:ea typeface="Meiryo UI" panose="020B0604030504040204" pitchFamily="50" charset="-128"/>
              </a:rPr>
              <a:t>更新内容レビュー</a:t>
            </a:r>
          </a:p>
        </p:txBody>
      </p:sp>
      <p:pic>
        <p:nvPicPr>
          <p:cNvPr id="31" name="図 30" descr="アイコン&#10;&#10;自動的に生成された説明">
            <a:extLst>
              <a:ext uri="{FF2B5EF4-FFF2-40B4-BE49-F238E27FC236}">
                <a16:creationId xmlns:a16="http://schemas.microsoft.com/office/drawing/2014/main" id="{95A9CD2F-B0A8-40EE-AB4B-44F795FFC48F}"/>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201120" y="4178395"/>
            <a:ext cx="401961" cy="401961"/>
          </a:xfrm>
          <a:prstGeom prst="rect">
            <a:avLst/>
          </a:prstGeom>
        </p:spPr>
      </p:pic>
      <p:sp>
        <p:nvSpPr>
          <p:cNvPr id="32" name="コンテンツ プレースホルダー 2">
            <a:extLst>
              <a:ext uri="{FF2B5EF4-FFF2-40B4-BE49-F238E27FC236}">
                <a16:creationId xmlns:a16="http://schemas.microsoft.com/office/drawing/2014/main" id="{6F07AA7C-5480-4341-A64C-270CBF531F4C}"/>
              </a:ext>
            </a:extLst>
          </p:cNvPr>
          <p:cNvSpPr txBox="1">
            <a:spLocks/>
          </p:cNvSpPr>
          <p:nvPr/>
        </p:nvSpPr>
        <p:spPr bwMode="gray">
          <a:xfrm>
            <a:off x="3803207" y="4034175"/>
            <a:ext cx="1383144" cy="168241"/>
          </a:xfrm>
          <a:prstGeom prst="rect">
            <a:avLst/>
          </a:prstGeom>
          <a:solidFill>
            <a:srgbClr val="0070C0"/>
          </a:solidFill>
          <a:ln>
            <a:noFill/>
          </a:ln>
          <a:effectLst/>
        </p:spPr>
        <p:txBody>
          <a:bodyPr vert="horz" wrap="square" lIns="0" tIns="0" rIns="0" bIns="0" numCol="1" anchor="ctr" anchorCtr="0" compatLnSpc="1">
            <a:prstTxWarp prst="textNoShape">
              <a:avLst/>
            </a:prstTxWarp>
          </a:bodyPr>
          <a:lstStyle>
            <a:lvl1pPr marL="266700" indent="-266700" algn="l" defTabSz="809625" rtl="0" eaLnBrk="0" fontAlgn="ctr" hangingPunct="0">
              <a:lnSpc>
                <a:spcPct val="110000"/>
              </a:lnSpc>
              <a:spcBef>
                <a:spcPct val="20000"/>
              </a:spcBef>
              <a:spcAft>
                <a:spcPct val="10000"/>
              </a:spcAft>
              <a:buClr>
                <a:srgbClr val="C80202"/>
              </a:buClr>
              <a:buFont typeface="Wingdings" pitchFamily="2" charset="2"/>
              <a:buChar char="n"/>
              <a:defRPr kumimoji="1" sz="2000">
                <a:solidFill>
                  <a:schemeClr val="tx1"/>
                </a:solidFill>
                <a:latin typeface="メイリオ" panose="020B0604030504040204" pitchFamily="50" charset="-128"/>
                <a:ea typeface="メイリオ" panose="020B0604030504040204" pitchFamily="50" charset="-128"/>
                <a:cs typeface="メイリオ" panose="020B0604030504040204" pitchFamily="50" charset="-128"/>
              </a:defRPr>
            </a:lvl1pPr>
            <a:lvl2pPr marL="514350" indent="-246063" algn="l" defTabSz="809625" rtl="0" eaLnBrk="0" fontAlgn="ctr" hangingPunct="0">
              <a:lnSpc>
                <a:spcPct val="110000"/>
              </a:lnSpc>
              <a:spcBef>
                <a:spcPct val="20000"/>
              </a:spcBef>
              <a:spcAft>
                <a:spcPct val="10000"/>
              </a:spcAft>
              <a:buClr>
                <a:srgbClr val="87867E"/>
              </a:buClr>
              <a:buFont typeface="Wingdings" pitchFamily="2" charset="2"/>
              <a:buChar char="n"/>
              <a:defRPr kumimoji="1" sz="1600">
                <a:solidFill>
                  <a:schemeClr val="tx1"/>
                </a:solidFill>
                <a:latin typeface="メイリオ" panose="020B0604030504040204" pitchFamily="50" charset="-128"/>
                <a:ea typeface="メイリオ" panose="020B0604030504040204" pitchFamily="50" charset="-128"/>
                <a:cs typeface="メイリオ" panose="020B0604030504040204" pitchFamily="50" charset="-128"/>
              </a:defRPr>
            </a:lvl2pPr>
            <a:lvl3pPr marL="536575" indent="377825" algn="l" defTabSz="809625" rtl="0" eaLnBrk="0" fontAlgn="ctr" hangingPunct="0">
              <a:lnSpc>
                <a:spcPct val="110000"/>
              </a:lnSpc>
              <a:spcBef>
                <a:spcPct val="20000"/>
              </a:spcBef>
              <a:spcAft>
                <a:spcPct val="10000"/>
              </a:spcAft>
              <a:buClr>
                <a:srgbClr val="808080"/>
              </a:buClr>
              <a:buFont typeface="Wingdings" pitchFamily="2" charset="2"/>
              <a:defRPr kumimoji="1" sz="1600">
                <a:solidFill>
                  <a:schemeClr val="tx1"/>
                </a:solidFill>
                <a:latin typeface="FUJI-新ゴ R" pitchFamily="50" charset="-128"/>
                <a:ea typeface="FUJI-新ゴ R" pitchFamily="50" charset="-128"/>
                <a:cs typeface="Meiryo UI" pitchFamily="50" charset="-128"/>
              </a:defRPr>
            </a:lvl3pPr>
            <a:lvl4pPr marL="717550" indent="-136525" algn="l" defTabSz="809625" rtl="0" eaLnBrk="0" fontAlgn="base" hangingPunct="0">
              <a:lnSpc>
                <a:spcPct val="110000"/>
              </a:lnSpc>
              <a:spcBef>
                <a:spcPct val="20000"/>
              </a:spcBef>
              <a:spcAft>
                <a:spcPct val="10000"/>
              </a:spcAft>
              <a:buClr>
                <a:srgbClr val="87867E"/>
              </a:buClr>
              <a:buSzPct val="50000"/>
              <a:buFont typeface="Wingdings" pitchFamily="2" charset="2"/>
              <a:buChar char="l"/>
              <a:defRPr kumimoji="1" sz="1400">
                <a:solidFill>
                  <a:schemeClr val="tx1"/>
                </a:solidFill>
                <a:latin typeface="FUJI-新ゴ R" pitchFamily="50" charset="-128"/>
                <a:ea typeface="FUJI-新ゴ R" pitchFamily="50" charset="-128"/>
                <a:cs typeface="Meiryo UI" pitchFamily="50" charset="-128"/>
              </a:defRPr>
            </a:lvl4pPr>
            <a:lvl5pPr marL="2057400" indent="-228600" algn="l" defTabSz="809625" rtl="0" eaLnBrk="0" fontAlgn="base" hangingPunct="0">
              <a:spcBef>
                <a:spcPct val="20000"/>
              </a:spcBef>
              <a:spcAft>
                <a:spcPct val="0"/>
              </a:spcAft>
              <a:buChar char="»"/>
              <a:defRPr kumimoji="1" sz="2000">
                <a:solidFill>
                  <a:schemeClr val="tx1"/>
                </a:solidFill>
                <a:latin typeface="FUJI-新ゴ R" panose="020B0400000000000000" pitchFamily="50" charset="-128"/>
                <a:ea typeface="FUJI-新ゴ R" panose="020B0400000000000000" pitchFamily="50" charset="-128"/>
                <a:cs typeface="ＭＳ Ｐゴシック" pitchFamily="50" charset="-128"/>
              </a:defRPr>
            </a:lvl5pPr>
            <a:lvl6pPr marL="2514600" indent="-228600" algn="l" defTabSz="809625" rtl="0" fontAlgn="base">
              <a:spcBef>
                <a:spcPct val="20000"/>
              </a:spcBef>
              <a:spcAft>
                <a:spcPct val="0"/>
              </a:spcAft>
              <a:buChar char="»"/>
              <a:defRPr kumimoji="1" sz="2000">
                <a:solidFill>
                  <a:schemeClr val="tx1"/>
                </a:solidFill>
                <a:latin typeface="+mn-lt"/>
                <a:ea typeface="+mn-ea"/>
              </a:defRPr>
            </a:lvl6pPr>
            <a:lvl7pPr marL="2971800" indent="-228600" algn="l" defTabSz="809625" rtl="0" fontAlgn="base">
              <a:spcBef>
                <a:spcPct val="20000"/>
              </a:spcBef>
              <a:spcAft>
                <a:spcPct val="0"/>
              </a:spcAft>
              <a:buChar char="»"/>
              <a:defRPr kumimoji="1" sz="2000">
                <a:solidFill>
                  <a:schemeClr val="tx1"/>
                </a:solidFill>
                <a:latin typeface="+mn-lt"/>
                <a:ea typeface="+mn-ea"/>
              </a:defRPr>
            </a:lvl7pPr>
            <a:lvl8pPr marL="3429000" indent="-228600" algn="l" defTabSz="809625" rtl="0" fontAlgn="base">
              <a:spcBef>
                <a:spcPct val="20000"/>
              </a:spcBef>
              <a:spcAft>
                <a:spcPct val="0"/>
              </a:spcAft>
              <a:buChar char="»"/>
              <a:defRPr kumimoji="1" sz="2000">
                <a:solidFill>
                  <a:schemeClr val="tx1"/>
                </a:solidFill>
                <a:latin typeface="+mn-lt"/>
                <a:ea typeface="+mn-ea"/>
              </a:defRPr>
            </a:lvl8pPr>
            <a:lvl9pPr marL="3886200" indent="-228600" algn="l" defTabSz="809625" rtl="0" fontAlgn="base">
              <a:spcBef>
                <a:spcPct val="20000"/>
              </a:spcBef>
              <a:spcAft>
                <a:spcPct val="0"/>
              </a:spcAft>
              <a:buChar char="»"/>
              <a:defRPr kumimoji="1" sz="2000">
                <a:solidFill>
                  <a:schemeClr val="tx1"/>
                </a:solidFill>
                <a:latin typeface="+mn-lt"/>
                <a:ea typeface="+mn-ea"/>
              </a:defRPr>
            </a:lvl9pPr>
          </a:lstStyle>
          <a:p>
            <a:pPr marL="0" indent="0" algn="ctr">
              <a:buNone/>
            </a:pPr>
            <a:r>
              <a:rPr lang="en-US" altLang="ja-JP" sz="800" b="1" kern="0" dirty="0">
                <a:solidFill>
                  <a:schemeClr val="bg1"/>
                </a:solidFill>
                <a:latin typeface="Meiryo UI" panose="020B0604030504040204" pitchFamily="50" charset="-128"/>
                <a:ea typeface="Meiryo UI" panose="020B0604030504040204" pitchFamily="50" charset="-128"/>
              </a:rPr>
              <a:t>4.Activate</a:t>
            </a:r>
            <a:r>
              <a:rPr lang="ja-JP" altLang="en-US" sz="800" b="1" kern="0" dirty="0">
                <a:solidFill>
                  <a:schemeClr val="bg1"/>
                </a:solidFill>
                <a:latin typeface="Meiryo UI" panose="020B0604030504040204" pitchFamily="50" charset="-128"/>
                <a:ea typeface="Meiryo UI" panose="020B0604030504040204" pitchFamily="50" charset="-128"/>
              </a:rPr>
              <a:t>リリース</a:t>
            </a:r>
            <a:r>
              <a:rPr lang="en-US" altLang="ja-JP" sz="800" b="1" kern="0" dirty="0">
                <a:solidFill>
                  <a:schemeClr val="bg1"/>
                </a:solidFill>
                <a:latin typeface="Meiryo UI" panose="020B0604030504040204" pitchFamily="50" charset="-128"/>
                <a:ea typeface="Meiryo UI" panose="020B0604030504040204" pitchFamily="50" charset="-128"/>
              </a:rPr>
              <a:t>(</a:t>
            </a:r>
            <a:r>
              <a:rPr lang="ja-JP" altLang="en-US" sz="800" b="1" kern="0" dirty="0">
                <a:solidFill>
                  <a:schemeClr val="bg1"/>
                </a:solidFill>
                <a:latin typeface="Meiryo UI" panose="020B0604030504040204" pitchFamily="50" charset="-128"/>
                <a:ea typeface="Meiryo UI" panose="020B0604030504040204" pitchFamily="50" charset="-128"/>
              </a:rPr>
              <a:t>四半期</a:t>
            </a:r>
            <a:r>
              <a:rPr lang="en-US" altLang="ja-JP" sz="800" b="1" kern="0" dirty="0">
                <a:solidFill>
                  <a:schemeClr val="bg1"/>
                </a:solidFill>
                <a:latin typeface="Meiryo UI" panose="020B0604030504040204" pitchFamily="50" charset="-128"/>
                <a:ea typeface="Meiryo UI" panose="020B0604030504040204" pitchFamily="50" charset="-128"/>
              </a:rPr>
              <a:t>)</a:t>
            </a:r>
            <a:endParaRPr lang="ja-JP" altLang="en-US" sz="800" b="1" kern="0" dirty="0">
              <a:solidFill>
                <a:schemeClr val="bg1"/>
              </a:solidFill>
              <a:latin typeface="Meiryo UI" panose="020B0604030504040204" pitchFamily="50" charset="-128"/>
              <a:ea typeface="Meiryo UI" panose="020B0604030504040204" pitchFamily="50" charset="-128"/>
            </a:endParaRPr>
          </a:p>
        </p:txBody>
      </p:sp>
      <p:sp>
        <p:nvSpPr>
          <p:cNvPr id="33" name="コンテンツ プレースホルダー 2">
            <a:extLst>
              <a:ext uri="{FF2B5EF4-FFF2-40B4-BE49-F238E27FC236}">
                <a16:creationId xmlns:a16="http://schemas.microsoft.com/office/drawing/2014/main" id="{1AEBD24C-14E8-4581-8C88-A8699C9B48FC}"/>
              </a:ext>
            </a:extLst>
          </p:cNvPr>
          <p:cNvSpPr txBox="1">
            <a:spLocks/>
          </p:cNvSpPr>
          <p:nvPr/>
        </p:nvSpPr>
        <p:spPr bwMode="gray">
          <a:xfrm>
            <a:off x="3981869" y="4220742"/>
            <a:ext cx="1377117" cy="298177"/>
          </a:xfrm>
          <a:prstGeom prst="rect">
            <a:avLst/>
          </a:prstGeom>
          <a:noFill/>
          <a:ln>
            <a:noFill/>
          </a:ln>
          <a:effectLst/>
        </p:spPr>
        <p:txBody>
          <a:bodyPr vert="horz" wrap="square" lIns="0" tIns="0" rIns="0" bIns="0" numCol="1" anchor="t" anchorCtr="0" compatLnSpc="1">
            <a:prstTxWarp prst="textNoShape">
              <a:avLst/>
            </a:prstTxWarp>
          </a:bodyPr>
          <a:lstStyle>
            <a:lvl1pPr marL="266700" indent="-266700" algn="l" defTabSz="809625" rtl="0" eaLnBrk="0" fontAlgn="ctr" hangingPunct="0">
              <a:lnSpc>
                <a:spcPct val="110000"/>
              </a:lnSpc>
              <a:spcBef>
                <a:spcPct val="20000"/>
              </a:spcBef>
              <a:spcAft>
                <a:spcPct val="10000"/>
              </a:spcAft>
              <a:buClr>
                <a:srgbClr val="C80202"/>
              </a:buClr>
              <a:buFont typeface="Wingdings" pitchFamily="2" charset="2"/>
              <a:buChar char="n"/>
              <a:defRPr kumimoji="1" sz="2000">
                <a:solidFill>
                  <a:schemeClr val="tx1"/>
                </a:solidFill>
                <a:latin typeface="メイリオ" panose="020B0604030504040204" pitchFamily="50" charset="-128"/>
                <a:ea typeface="メイリオ" panose="020B0604030504040204" pitchFamily="50" charset="-128"/>
                <a:cs typeface="メイリオ" panose="020B0604030504040204" pitchFamily="50" charset="-128"/>
              </a:defRPr>
            </a:lvl1pPr>
            <a:lvl2pPr marL="514350" indent="-246063" algn="l" defTabSz="809625" rtl="0" eaLnBrk="0" fontAlgn="ctr" hangingPunct="0">
              <a:lnSpc>
                <a:spcPct val="110000"/>
              </a:lnSpc>
              <a:spcBef>
                <a:spcPct val="20000"/>
              </a:spcBef>
              <a:spcAft>
                <a:spcPct val="10000"/>
              </a:spcAft>
              <a:buClr>
                <a:srgbClr val="87867E"/>
              </a:buClr>
              <a:buFont typeface="Wingdings" pitchFamily="2" charset="2"/>
              <a:buChar char="n"/>
              <a:defRPr kumimoji="1" sz="1600">
                <a:solidFill>
                  <a:schemeClr val="tx1"/>
                </a:solidFill>
                <a:latin typeface="メイリオ" panose="020B0604030504040204" pitchFamily="50" charset="-128"/>
                <a:ea typeface="メイリオ" panose="020B0604030504040204" pitchFamily="50" charset="-128"/>
                <a:cs typeface="メイリオ" panose="020B0604030504040204" pitchFamily="50" charset="-128"/>
              </a:defRPr>
            </a:lvl2pPr>
            <a:lvl3pPr marL="536575" indent="377825" algn="l" defTabSz="809625" rtl="0" eaLnBrk="0" fontAlgn="ctr" hangingPunct="0">
              <a:lnSpc>
                <a:spcPct val="110000"/>
              </a:lnSpc>
              <a:spcBef>
                <a:spcPct val="20000"/>
              </a:spcBef>
              <a:spcAft>
                <a:spcPct val="10000"/>
              </a:spcAft>
              <a:buClr>
                <a:srgbClr val="808080"/>
              </a:buClr>
              <a:buFont typeface="Wingdings" pitchFamily="2" charset="2"/>
              <a:defRPr kumimoji="1" sz="1600">
                <a:solidFill>
                  <a:schemeClr val="tx1"/>
                </a:solidFill>
                <a:latin typeface="FUJI-新ゴ R" pitchFamily="50" charset="-128"/>
                <a:ea typeface="FUJI-新ゴ R" pitchFamily="50" charset="-128"/>
                <a:cs typeface="Meiryo UI" pitchFamily="50" charset="-128"/>
              </a:defRPr>
            </a:lvl3pPr>
            <a:lvl4pPr marL="717550" indent="-136525" algn="l" defTabSz="809625" rtl="0" eaLnBrk="0" fontAlgn="base" hangingPunct="0">
              <a:lnSpc>
                <a:spcPct val="110000"/>
              </a:lnSpc>
              <a:spcBef>
                <a:spcPct val="20000"/>
              </a:spcBef>
              <a:spcAft>
                <a:spcPct val="10000"/>
              </a:spcAft>
              <a:buClr>
                <a:srgbClr val="87867E"/>
              </a:buClr>
              <a:buSzPct val="50000"/>
              <a:buFont typeface="Wingdings" pitchFamily="2" charset="2"/>
              <a:buChar char="l"/>
              <a:defRPr kumimoji="1" sz="1400">
                <a:solidFill>
                  <a:schemeClr val="tx1"/>
                </a:solidFill>
                <a:latin typeface="FUJI-新ゴ R" pitchFamily="50" charset="-128"/>
                <a:ea typeface="FUJI-新ゴ R" pitchFamily="50" charset="-128"/>
                <a:cs typeface="Meiryo UI" pitchFamily="50" charset="-128"/>
              </a:defRPr>
            </a:lvl4pPr>
            <a:lvl5pPr marL="2057400" indent="-228600" algn="l" defTabSz="809625" rtl="0" eaLnBrk="0" fontAlgn="base" hangingPunct="0">
              <a:spcBef>
                <a:spcPct val="20000"/>
              </a:spcBef>
              <a:spcAft>
                <a:spcPct val="0"/>
              </a:spcAft>
              <a:buChar char="»"/>
              <a:defRPr kumimoji="1" sz="2000">
                <a:solidFill>
                  <a:schemeClr val="tx1"/>
                </a:solidFill>
                <a:latin typeface="FUJI-新ゴ R" panose="020B0400000000000000" pitchFamily="50" charset="-128"/>
                <a:ea typeface="FUJI-新ゴ R" panose="020B0400000000000000" pitchFamily="50" charset="-128"/>
                <a:cs typeface="ＭＳ Ｐゴシック" pitchFamily="50" charset="-128"/>
              </a:defRPr>
            </a:lvl5pPr>
            <a:lvl6pPr marL="2514600" indent="-228600" algn="l" defTabSz="809625" rtl="0" fontAlgn="base">
              <a:spcBef>
                <a:spcPct val="20000"/>
              </a:spcBef>
              <a:spcAft>
                <a:spcPct val="0"/>
              </a:spcAft>
              <a:buChar char="»"/>
              <a:defRPr kumimoji="1" sz="2000">
                <a:solidFill>
                  <a:schemeClr val="tx1"/>
                </a:solidFill>
                <a:latin typeface="+mn-lt"/>
                <a:ea typeface="+mn-ea"/>
              </a:defRPr>
            </a:lvl6pPr>
            <a:lvl7pPr marL="2971800" indent="-228600" algn="l" defTabSz="809625" rtl="0" fontAlgn="base">
              <a:spcBef>
                <a:spcPct val="20000"/>
              </a:spcBef>
              <a:spcAft>
                <a:spcPct val="0"/>
              </a:spcAft>
              <a:buChar char="»"/>
              <a:defRPr kumimoji="1" sz="2000">
                <a:solidFill>
                  <a:schemeClr val="tx1"/>
                </a:solidFill>
                <a:latin typeface="+mn-lt"/>
                <a:ea typeface="+mn-ea"/>
              </a:defRPr>
            </a:lvl7pPr>
            <a:lvl8pPr marL="3429000" indent="-228600" algn="l" defTabSz="809625" rtl="0" fontAlgn="base">
              <a:spcBef>
                <a:spcPct val="20000"/>
              </a:spcBef>
              <a:spcAft>
                <a:spcPct val="0"/>
              </a:spcAft>
              <a:buChar char="»"/>
              <a:defRPr kumimoji="1" sz="2000">
                <a:solidFill>
                  <a:schemeClr val="tx1"/>
                </a:solidFill>
                <a:latin typeface="+mn-lt"/>
                <a:ea typeface="+mn-ea"/>
              </a:defRPr>
            </a:lvl8pPr>
            <a:lvl9pPr marL="3886200" indent="-228600" algn="l" defTabSz="809625" rtl="0" fontAlgn="base">
              <a:spcBef>
                <a:spcPct val="20000"/>
              </a:spcBef>
              <a:spcAft>
                <a:spcPct val="0"/>
              </a:spcAft>
              <a:buChar char="»"/>
              <a:defRPr kumimoji="1" sz="2000">
                <a:solidFill>
                  <a:schemeClr val="tx1"/>
                </a:solidFill>
                <a:latin typeface="+mn-lt"/>
                <a:ea typeface="+mn-ea"/>
              </a:defRPr>
            </a:lvl9pPr>
          </a:lstStyle>
          <a:p>
            <a:pPr marL="85725" indent="-85725">
              <a:spcBef>
                <a:spcPts val="0"/>
              </a:spcBef>
              <a:spcAft>
                <a:spcPts val="0"/>
              </a:spcAft>
              <a:buClrTx/>
              <a:buFont typeface="Arial" panose="020B0604020202020204" pitchFamily="34" charset="0"/>
              <a:buChar char="•"/>
            </a:pPr>
            <a:r>
              <a:rPr lang="ja-JP" altLang="en-US" sz="700" kern="0" dirty="0">
                <a:latin typeface="Meiryo UI" panose="020B0604030504040204" pitchFamily="50" charset="-128"/>
                <a:ea typeface="Meiryo UI" panose="020B0604030504040204" pitchFamily="50" charset="-128"/>
              </a:rPr>
              <a:t>更新前ドキュメントバックアップ</a:t>
            </a:r>
            <a:endParaRPr lang="en-US" altLang="ja-JP" sz="700" kern="0" dirty="0">
              <a:latin typeface="Meiryo UI" panose="020B0604030504040204" pitchFamily="50" charset="-128"/>
              <a:ea typeface="Meiryo UI" panose="020B0604030504040204" pitchFamily="50" charset="-128"/>
            </a:endParaRPr>
          </a:p>
          <a:p>
            <a:pPr marL="85725" indent="-85725">
              <a:spcBef>
                <a:spcPts val="0"/>
              </a:spcBef>
              <a:spcAft>
                <a:spcPts val="0"/>
              </a:spcAft>
              <a:buClrTx/>
              <a:buFont typeface="Arial" panose="020B0604020202020204" pitchFamily="34" charset="0"/>
              <a:buChar char="•"/>
            </a:pPr>
            <a:r>
              <a:rPr lang="ja-JP" altLang="en-US" sz="700" kern="0" dirty="0">
                <a:latin typeface="Meiryo UI" panose="020B0604030504040204" pitchFamily="50" charset="-128"/>
                <a:ea typeface="Meiryo UI" panose="020B0604030504040204" pitchFamily="50" charset="-128"/>
              </a:rPr>
              <a:t>版数更新</a:t>
            </a:r>
            <a:endParaRPr lang="en-US" altLang="ja-JP" sz="700" kern="0" dirty="0">
              <a:latin typeface="Meiryo UI" panose="020B0604030504040204" pitchFamily="50" charset="-128"/>
              <a:ea typeface="Meiryo UI" panose="020B0604030504040204" pitchFamily="50" charset="-128"/>
            </a:endParaRPr>
          </a:p>
          <a:p>
            <a:pPr marL="85725" indent="-85725">
              <a:spcBef>
                <a:spcPts val="0"/>
              </a:spcBef>
              <a:spcAft>
                <a:spcPts val="0"/>
              </a:spcAft>
              <a:buClrTx/>
              <a:buFont typeface="Arial" panose="020B0604020202020204" pitchFamily="34" charset="0"/>
              <a:buChar char="•"/>
            </a:pPr>
            <a:r>
              <a:rPr lang="ja-JP" altLang="en-US" sz="700" kern="0" dirty="0">
                <a:latin typeface="Meiryo UI" panose="020B0604030504040204" pitchFamily="50" charset="-128"/>
                <a:ea typeface="Meiryo UI" panose="020B0604030504040204" pitchFamily="50" charset="-128"/>
              </a:rPr>
              <a:t>更新ドキュメントリリース</a:t>
            </a:r>
            <a:endParaRPr lang="en-US" altLang="ja-JP" sz="700" kern="0" dirty="0">
              <a:latin typeface="Meiryo UI" panose="020B0604030504040204" pitchFamily="50" charset="-128"/>
              <a:ea typeface="Meiryo UI" panose="020B0604030504040204" pitchFamily="50" charset="-128"/>
            </a:endParaRPr>
          </a:p>
          <a:p>
            <a:pPr marL="85725" indent="-85725">
              <a:spcBef>
                <a:spcPts val="0"/>
              </a:spcBef>
              <a:spcAft>
                <a:spcPts val="0"/>
              </a:spcAft>
              <a:buClrTx/>
              <a:buFont typeface="Arial" panose="020B0604020202020204" pitchFamily="34" charset="0"/>
              <a:buChar char="•"/>
            </a:pPr>
            <a:r>
              <a:rPr lang="ja-JP" altLang="en-US" sz="700" kern="0" dirty="0">
                <a:latin typeface="Meiryo UI" panose="020B0604030504040204" pitchFamily="50" charset="-128"/>
                <a:ea typeface="Meiryo UI" panose="020B0604030504040204" pitchFamily="50" charset="-128"/>
              </a:rPr>
              <a:t>更新検討フォルダドキュメント最新化</a:t>
            </a:r>
            <a:endParaRPr lang="en-US" altLang="ja-JP" sz="700" kern="0" dirty="0">
              <a:latin typeface="Meiryo UI" panose="020B0604030504040204" pitchFamily="50" charset="-128"/>
              <a:ea typeface="Meiryo UI" panose="020B0604030504040204" pitchFamily="50" charset="-128"/>
            </a:endParaRPr>
          </a:p>
          <a:p>
            <a:pPr marL="85725" indent="-85725">
              <a:spcBef>
                <a:spcPts val="0"/>
              </a:spcBef>
              <a:spcAft>
                <a:spcPts val="0"/>
              </a:spcAft>
              <a:buClrTx/>
              <a:buFont typeface="Arial" panose="020B0604020202020204" pitchFamily="34" charset="0"/>
              <a:buChar char="•"/>
            </a:pPr>
            <a:r>
              <a:rPr lang="ja-JP" altLang="en-US" sz="700" kern="0" dirty="0">
                <a:latin typeface="Meiryo UI" panose="020B0604030504040204" pitchFamily="50" charset="-128"/>
                <a:ea typeface="Meiryo UI" panose="020B0604030504040204" pitchFamily="50" charset="-128"/>
              </a:rPr>
              <a:t>リリース情報通知</a:t>
            </a:r>
            <a:endParaRPr lang="en-US" altLang="ja-JP" sz="700" kern="0" dirty="0">
              <a:latin typeface="Meiryo UI" panose="020B0604030504040204" pitchFamily="50" charset="-128"/>
              <a:ea typeface="Meiryo UI" panose="020B0604030504040204" pitchFamily="50" charset="-128"/>
            </a:endParaRPr>
          </a:p>
        </p:txBody>
      </p:sp>
      <p:sp>
        <p:nvSpPr>
          <p:cNvPr id="34" name="フローチャート: 書類 33">
            <a:extLst>
              <a:ext uri="{FF2B5EF4-FFF2-40B4-BE49-F238E27FC236}">
                <a16:creationId xmlns:a16="http://schemas.microsoft.com/office/drawing/2014/main" id="{CDCDD7E0-F9E2-4357-B529-8BDCB511C3EA}"/>
              </a:ext>
            </a:extLst>
          </p:cNvPr>
          <p:cNvSpPr/>
          <p:nvPr/>
        </p:nvSpPr>
        <p:spPr bwMode="gray">
          <a:xfrm>
            <a:off x="6079772" y="4034401"/>
            <a:ext cx="535186" cy="348159"/>
          </a:xfrm>
          <a:prstGeom prst="flowChartDocument">
            <a:avLst/>
          </a:prstGeom>
          <a:solidFill>
            <a:srgbClr val="FFFFFF"/>
          </a:solidFill>
          <a:ln w="9525" cap="flat" cmpd="sng" algn="ctr">
            <a:solidFill>
              <a:srgbClr val="87867E"/>
            </a:solidFill>
            <a:prstDash val="dash"/>
            <a:round/>
            <a:headEnd type="none" w="med" len="med"/>
            <a:tailEnd type="none" w="med" len="med"/>
          </a:ln>
          <a:effectLst/>
          <a:extLs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txBody>
          <a:bodyPr vert="horz" wrap="none" lIns="91440" tIns="45720" rIns="91440" bIns="45720" numCol="1" rtlCol="0" anchor="ctr" anchorCtr="0" compatLnSpc="1">
            <a:prstTxWarp prst="textNoShape">
              <a:avLst/>
            </a:prstTxWarp>
          </a:bodyPr>
          <a:lstStyle/>
          <a:p>
            <a:r>
              <a:rPr lang="ja-JP" altLang="en-US" sz="800" dirty="0">
                <a:latin typeface="Meiryo UI" panose="020B0604030504040204" pitchFamily="50" charset="-128"/>
                <a:ea typeface="Meiryo UI" panose="020B0604030504040204" pitchFamily="50" charset="-128"/>
              </a:rPr>
              <a:t>更新前</a:t>
            </a:r>
            <a:endParaRPr lang="en-US" altLang="ja-JP" sz="800" dirty="0">
              <a:latin typeface="Meiryo UI" panose="020B0604030504040204" pitchFamily="50" charset="-128"/>
              <a:ea typeface="Meiryo UI" panose="020B0604030504040204" pitchFamily="50" charset="-128"/>
            </a:endParaRPr>
          </a:p>
          <a:p>
            <a:r>
              <a:rPr lang="ja-JP" altLang="en-US" sz="800" dirty="0">
                <a:latin typeface="Meiryo UI" panose="020B0604030504040204" pitchFamily="50" charset="-128"/>
                <a:ea typeface="Meiryo UI" panose="020B0604030504040204" pitchFamily="50" charset="-128"/>
              </a:rPr>
              <a:t>ドキュメント</a:t>
            </a:r>
          </a:p>
        </p:txBody>
      </p:sp>
      <p:sp>
        <p:nvSpPr>
          <p:cNvPr id="35" name="フローチャート: 書類 34">
            <a:extLst>
              <a:ext uri="{FF2B5EF4-FFF2-40B4-BE49-F238E27FC236}">
                <a16:creationId xmlns:a16="http://schemas.microsoft.com/office/drawing/2014/main" id="{159D8366-A266-4623-84FB-2553ED80D6BD}"/>
              </a:ext>
            </a:extLst>
          </p:cNvPr>
          <p:cNvSpPr/>
          <p:nvPr/>
        </p:nvSpPr>
        <p:spPr bwMode="gray">
          <a:xfrm>
            <a:off x="8134070" y="4449653"/>
            <a:ext cx="535186" cy="348159"/>
          </a:xfrm>
          <a:prstGeom prst="flowChartDocument">
            <a:avLst/>
          </a:prstGeom>
          <a:solidFill>
            <a:srgbClr val="FFFFFF"/>
          </a:solidFill>
          <a:ln w="9525" cap="flat" cmpd="sng" algn="ctr">
            <a:solidFill>
              <a:srgbClr val="87867E"/>
            </a:solidFill>
            <a:prstDash val="solid"/>
            <a:round/>
            <a:headEnd type="none" w="med" len="med"/>
            <a:tailEnd type="none" w="med" len="med"/>
          </a:ln>
          <a:effectLst/>
          <a:extLs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txBody>
          <a:bodyPr vert="horz" wrap="none" lIns="91440" tIns="45720" rIns="91440" bIns="45720" numCol="1" rtlCol="0" anchor="ctr" anchorCtr="0" compatLnSpc="1">
            <a:prstTxWarp prst="textNoShape">
              <a:avLst/>
            </a:prstTxWarp>
          </a:bodyPr>
          <a:lstStyle/>
          <a:p>
            <a:r>
              <a:rPr lang="ja-JP" altLang="en-US" sz="800" dirty="0">
                <a:latin typeface="Meiryo UI" panose="020B0604030504040204" pitchFamily="50" charset="-128"/>
                <a:ea typeface="Meiryo UI" panose="020B0604030504040204" pitchFamily="50" charset="-128"/>
              </a:rPr>
              <a:t>新</a:t>
            </a:r>
            <a:endParaRPr lang="en-US" altLang="ja-JP" sz="800" dirty="0">
              <a:latin typeface="Meiryo UI" panose="020B0604030504040204" pitchFamily="50" charset="-128"/>
              <a:ea typeface="Meiryo UI" panose="020B0604030504040204" pitchFamily="50" charset="-128"/>
            </a:endParaRPr>
          </a:p>
          <a:p>
            <a:r>
              <a:rPr lang="ja-JP" altLang="en-US" sz="800" dirty="0">
                <a:latin typeface="Meiryo UI" panose="020B0604030504040204" pitchFamily="50" charset="-128"/>
                <a:ea typeface="Meiryo UI" panose="020B0604030504040204" pitchFamily="50" charset="-128"/>
              </a:rPr>
              <a:t>ドキュメント</a:t>
            </a:r>
          </a:p>
        </p:txBody>
      </p:sp>
      <p:cxnSp>
        <p:nvCxnSpPr>
          <p:cNvPr id="36" name="コネクタ: カギ線 35">
            <a:extLst>
              <a:ext uri="{FF2B5EF4-FFF2-40B4-BE49-F238E27FC236}">
                <a16:creationId xmlns:a16="http://schemas.microsoft.com/office/drawing/2014/main" id="{BF6130A2-95BA-4F44-9F4C-E7B609A207ED}"/>
              </a:ext>
            </a:extLst>
          </p:cNvPr>
          <p:cNvCxnSpPr>
            <a:cxnSpLocks/>
            <a:stCxn id="26" idx="3"/>
            <a:endCxn id="35" idx="0"/>
          </p:cNvCxnSpPr>
          <p:nvPr/>
        </p:nvCxnSpPr>
        <p:spPr bwMode="auto">
          <a:xfrm>
            <a:off x="7275319" y="3603511"/>
            <a:ext cx="1126344" cy="846142"/>
          </a:xfrm>
          <a:prstGeom prst="bentConnector2">
            <a:avLst/>
          </a:prstGeom>
          <a:gradFill rotWithShape="0">
            <a:gsLst>
              <a:gs pos="0">
                <a:srgbClr val="FFFFFF"/>
              </a:gs>
              <a:gs pos="100000">
                <a:srgbClr val="CACAC7"/>
              </a:gs>
            </a:gsLst>
            <a:lin ang="5400000" scaled="1"/>
          </a:gradFill>
          <a:ln w="9525" cap="flat" cmpd="sng" algn="ctr">
            <a:solidFill>
              <a:srgbClr val="57564F"/>
            </a:solidFill>
            <a:prstDash val="dash"/>
            <a:round/>
            <a:headEnd type="none" w="med" len="med"/>
            <a:tailEnd type="triangle"/>
          </a:ln>
          <a:effectLst/>
          <a:extLs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cxnSp>
      <p:cxnSp>
        <p:nvCxnSpPr>
          <p:cNvPr id="37" name="コネクタ: カギ線 36">
            <a:extLst>
              <a:ext uri="{FF2B5EF4-FFF2-40B4-BE49-F238E27FC236}">
                <a16:creationId xmlns:a16="http://schemas.microsoft.com/office/drawing/2014/main" id="{1A0068D3-8230-475C-9BB0-BFC4D6A58F83}"/>
              </a:ext>
            </a:extLst>
          </p:cNvPr>
          <p:cNvCxnSpPr>
            <a:cxnSpLocks/>
            <a:stCxn id="31" idx="3"/>
            <a:endCxn id="34" idx="1"/>
          </p:cNvCxnSpPr>
          <p:nvPr/>
        </p:nvCxnSpPr>
        <p:spPr bwMode="auto">
          <a:xfrm flipV="1">
            <a:off x="5603081" y="4208481"/>
            <a:ext cx="476691" cy="170895"/>
          </a:xfrm>
          <a:prstGeom prst="bentConnector3">
            <a:avLst>
              <a:gd name="adj1" fmla="val 50000"/>
            </a:avLst>
          </a:prstGeom>
          <a:gradFill rotWithShape="0">
            <a:gsLst>
              <a:gs pos="0">
                <a:srgbClr val="FFFFFF"/>
              </a:gs>
              <a:gs pos="100000">
                <a:srgbClr val="CACAC7"/>
              </a:gs>
            </a:gsLst>
            <a:lin ang="5400000" scaled="1"/>
          </a:gradFill>
          <a:ln w="9525" cap="flat" cmpd="sng" algn="ctr">
            <a:solidFill>
              <a:srgbClr val="57564F"/>
            </a:solidFill>
            <a:prstDash val="solid"/>
            <a:round/>
            <a:headEnd type="none" w="med" len="med"/>
            <a:tailEnd type="triangle"/>
          </a:ln>
          <a:effectLst/>
          <a:extLs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cxnSp>
      <p:cxnSp>
        <p:nvCxnSpPr>
          <p:cNvPr id="38" name="コネクタ: カギ線 37">
            <a:extLst>
              <a:ext uri="{FF2B5EF4-FFF2-40B4-BE49-F238E27FC236}">
                <a16:creationId xmlns:a16="http://schemas.microsoft.com/office/drawing/2014/main" id="{CD2FD1A2-FF3C-4B67-A168-7A60BD8F8862}"/>
              </a:ext>
            </a:extLst>
          </p:cNvPr>
          <p:cNvCxnSpPr>
            <a:cxnSpLocks/>
            <a:stCxn id="31" idx="3"/>
            <a:endCxn id="49" idx="1"/>
          </p:cNvCxnSpPr>
          <p:nvPr/>
        </p:nvCxnSpPr>
        <p:spPr bwMode="auto">
          <a:xfrm>
            <a:off x="5603081" y="4379376"/>
            <a:ext cx="633579" cy="239066"/>
          </a:xfrm>
          <a:prstGeom prst="bentConnector3">
            <a:avLst>
              <a:gd name="adj1" fmla="val 37881"/>
            </a:avLst>
          </a:prstGeom>
          <a:gradFill rotWithShape="0">
            <a:gsLst>
              <a:gs pos="0">
                <a:srgbClr val="FFFFFF"/>
              </a:gs>
              <a:gs pos="100000">
                <a:srgbClr val="CACAC7"/>
              </a:gs>
            </a:gsLst>
            <a:lin ang="5400000" scaled="1"/>
          </a:gradFill>
          <a:ln w="9525" cap="flat" cmpd="sng" algn="ctr">
            <a:solidFill>
              <a:srgbClr val="57564F"/>
            </a:solidFill>
            <a:prstDash val="solid"/>
            <a:round/>
            <a:headEnd type="none" w="med" len="med"/>
            <a:tailEnd type="triangle"/>
          </a:ln>
          <a:effectLst/>
          <a:extLs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cxnSp>
      <p:sp>
        <p:nvSpPr>
          <p:cNvPr id="40" name="コンテンツ プレースホルダー 2">
            <a:extLst>
              <a:ext uri="{FF2B5EF4-FFF2-40B4-BE49-F238E27FC236}">
                <a16:creationId xmlns:a16="http://schemas.microsoft.com/office/drawing/2014/main" id="{F95BFF57-D5C5-4A56-AC1F-6A2E10663476}"/>
              </a:ext>
            </a:extLst>
          </p:cNvPr>
          <p:cNvSpPr txBox="1">
            <a:spLocks/>
          </p:cNvSpPr>
          <p:nvPr/>
        </p:nvSpPr>
        <p:spPr bwMode="gray">
          <a:xfrm>
            <a:off x="6105987" y="3899230"/>
            <a:ext cx="1347281" cy="139123"/>
          </a:xfrm>
          <a:prstGeom prst="rect">
            <a:avLst/>
          </a:prstGeom>
          <a:noFill/>
          <a:ln>
            <a:noFill/>
          </a:ln>
          <a:effectLst/>
        </p:spPr>
        <p:txBody>
          <a:bodyPr vert="horz" wrap="square" lIns="0" tIns="0" rIns="0" bIns="0" numCol="1" anchor="t" anchorCtr="0" compatLnSpc="1">
            <a:prstTxWarp prst="textNoShape">
              <a:avLst/>
            </a:prstTxWarp>
          </a:bodyPr>
          <a:lstStyle>
            <a:lvl1pPr marL="266700" indent="-266700" algn="l" defTabSz="809625" rtl="0" eaLnBrk="0" fontAlgn="ctr" hangingPunct="0">
              <a:lnSpc>
                <a:spcPct val="110000"/>
              </a:lnSpc>
              <a:spcBef>
                <a:spcPct val="20000"/>
              </a:spcBef>
              <a:spcAft>
                <a:spcPct val="10000"/>
              </a:spcAft>
              <a:buClr>
                <a:srgbClr val="C80202"/>
              </a:buClr>
              <a:buFont typeface="Wingdings" pitchFamily="2" charset="2"/>
              <a:buChar char="n"/>
              <a:defRPr kumimoji="1" sz="2000">
                <a:solidFill>
                  <a:schemeClr val="tx1"/>
                </a:solidFill>
                <a:latin typeface="メイリオ" panose="020B0604030504040204" pitchFamily="50" charset="-128"/>
                <a:ea typeface="メイリオ" panose="020B0604030504040204" pitchFamily="50" charset="-128"/>
                <a:cs typeface="メイリオ" panose="020B0604030504040204" pitchFamily="50" charset="-128"/>
              </a:defRPr>
            </a:lvl1pPr>
            <a:lvl2pPr marL="514350" indent="-246063" algn="l" defTabSz="809625" rtl="0" eaLnBrk="0" fontAlgn="ctr" hangingPunct="0">
              <a:lnSpc>
                <a:spcPct val="110000"/>
              </a:lnSpc>
              <a:spcBef>
                <a:spcPct val="20000"/>
              </a:spcBef>
              <a:spcAft>
                <a:spcPct val="10000"/>
              </a:spcAft>
              <a:buClr>
                <a:srgbClr val="87867E"/>
              </a:buClr>
              <a:buFont typeface="Wingdings" pitchFamily="2" charset="2"/>
              <a:buChar char="n"/>
              <a:defRPr kumimoji="1" sz="1600">
                <a:solidFill>
                  <a:schemeClr val="tx1"/>
                </a:solidFill>
                <a:latin typeface="メイリオ" panose="020B0604030504040204" pitchFamily="50" charset="-128"/>
                <a:ea typeface="メイリオ" panose="020B0604030504040204" pitchFamily="50" charset="-128"/>
                <a:cs typeface="メイリオ" panose="020B0604030504040204" pitchFamily="50" charset="-128"/>
              </a:defRPr>
            </a:lvl2pPr>
            <a:lvl3pPr marL="536575" indent="377825" algn="l" defTabSz="809625" rtl="0" eaLnBrk="0" fontAlgn="ctr" hangingPunct="0">
              <a:lnSpc>
                <a:spcPct val="110000"/>
              </a:lnSpc>
              <a:spcBef>
                <a:spcPct val="20000"/>
              </a:spcBef>
              <a:spcAft>
                <a:spcPct val="10000"/>
              </a:spcAft>
              <a:buClr>
                <a:srgbClr val="808080"/>
              </a:buClr>
              <a:buFont typeface="Wingdings" pitchFamily="2" charset="2"/>
              <a:defRPr kumimoji="1" sz="1600">
                <a:solidFill>
                  <a:schemeClr val="tx1"/>
                </a:solidFill>
                <a:latin typeface="FUJI-新ゴ R" pitchFamily="50" charset="-128"/>
                <a:ea typeface="FUJI-新ゴ R" pitchFamily="50" charset="-128"/>
                <a:cs typeface="Meiryo UI" pitchFamily="50" charset="-128"/>
              </a:defRPr>
            </a:lvl3pPr>
            <a:lvl4pPr marL="717550" indent="-136525" algn="l" defTabSz="809625" rtl="0" eaLnBrk="0" fontAlgn="base" hangingPunct="0">
              <a:lnSpc>
                <a:spcPct val="110000"/>
              </a:lnSpc>
              <a:spcBef>
                <a:spcPct val="20000"/>
              </a:spcBef>
              <a:spcAft>
                <a:spcPct val="10000"/>
              </a:spcAft>
              <a:buClr>
                <a:srgbClr val="87867E"/>
              </a:buClr>
              <a:buSzPct val="50000"/>
              <a:buFont typeface="Wingdings" pitchFamily="2" charset="2"/>
              <a:buChar char="l"/>
              <a:defRPr kumimoji="1" sz="1400">
                <a:solidFill>
                  <a:schemeClr val="tx1"/>
                </a:solidFill>
                <a:latin typeface="FUJI-新ゴ R" pitchFamily="50" charset="-128"/>
                <a:ea typeface="FUJI-新ゴ R" pitchFamily="50" charset="-128"/>
                <a:cs typeface="Meiryo UI" pitchFamily="50" charset="-128"/>
              </a:defRPr>
            </a:lvl4pPr>
            <a:lvl5pPr marL="2057400" indent="-228600" algn="l" defTabSz="809625" rtl="0" eaLnBrk="0" fontAlgn="base" hangingPunct="0">
              <a:spcBef>
                <a:spcPct val="20000"/>
              </a:spcBef>
              <a:spcAft>
                <a:spcPct val="0"/>
              </a:spcAft>
              <a:buChar char="»"/>
              <a:defRPr kumimoji="1" sz="2000">
                <a:solidFill>
                  <a:schemeClr val="tx1"/>
                </a:solidFill>
                <a:latin typeface="FUJI-新ゴ R" panose="020B0400000000000000" pitchFamily="50" charset="-128"/>
                <a:ea typeface="FUJI-新ゴ R" panose="020B0400000000000000" pitchFamily="50" charset="-128"/>
                <a:cs typeface="ＭＳ Ｐゴシック" pitchFamily="50" charset="-128"/>
              </a:defRPr>
            </a:lvl5pPr>
            <a:lvl6pPr marL="2514600" indent="-228600" algn="l" defTabSz="809625" rtl="0" fontAlgn="base">
              <a:spcBef>
                <a:spcPct val="20000"/>
              </a:spcBef>
              <a:spcAft>
                <a:spcPct val="0"/>
              </a:spcAft>
              <a:buChar char="»"/>
              <a:defRPr kumimoji="1" sz="2000">
                <a:solidFill>
                  <a:schemeClr val="tx1"/>
                </a:solidFill>
                <a:latin typeface="+mn-lt"/>
                <a:ea typeface="+mn-ea"/>
              </a:defRPr>
            </a:lvl6pPr>
            <a:lvl7pPr marL="2971800" indent="-228600" algn="l" defTabSz="809625" rtl="0" fontAlgn="base">
              <a:spcBef>
                <a:spcPct val="20000"/>
              </a:spcBef>
              <a:spcAft>
                <a:spcPct val="0"/>
              </a:spcAft>
              <a:buChar char="»"/>
              <a:defRPr kumimoji="1" sz="2000">
                <a:solidFill>
                  <a:schemeClr val="tx1"/>
                </a:solidFill>
                <a:latin typeface="+mn-lt"/>
                <a:ea typeface="+mn-ea"/>
              </a:defRPr>
            </a:lvl7pPr>
            <a:lvl8pPr marL="3429000" indent="-228600" algn="l" defTabSz="809625" rtl="0" fontAlgn="base">
              <a:spcBef>
                <a:spcPct val="20000"/>
              </a:spcBef>
              <a:spcAft>
                <a:spcPct val="0"/>
              </a:spcAft>
              <a:buChar char="»"/>
              <a:defRPr kumimoji="1" sz="2000">
                <a:solidFill>
                  <a:schemeClr val="tx1"/>
                </a:solidFill>
                <a:latin typeface="+mn-lt"/>
                <a:ea typeface="+mn-ea"/>
              </a:defRPr>
            </a:lvl8pPr>
            <a:lvl9pPr marL="3886200" indent="-228600" algn="l" defTabSz="809625" rtl="0" fontAlgn="base">
              <a:spcBef>
                <a:spcPct val="20000"/>
              </a:spcBef>
              <a:spcAft>
                <a:spcPct val="0"/>
              </a:spcAft>
              <a:buChar char="»"/>
              <a:defRPr kumimoji="1" sz="2000">
                <a:solidFill>
                  <a:schemeClr val="tx1"/>
                </a:solidFill>
                <a:latin typeface="+mn-lt"/>
                <a:ea typeface="+mn-ea"/>
              </a:defRPr>
            </a:lvl9pPr>
          </a:lstStyle>
          <a:p>
            <a:pPr marL="0" indent="0">
              <a:spcBef>
                <a:spcPts val="0"/>
              </a:spcBef>
              <a:spcAft>
                <a:spcPts val="0"/>
              </a:spcAft>
              <a:buClrTx/>
              <a:buNone/>
            </a:pPr>
            <a:r>
              <a:rPr lang="ja-JP" altLang="en-US" sz="700" kern="0" dirty="0">
                <a:latin typeface="Meiryo UI" panose="020B0604030504040204" pitchFamily="50" charset="-128"/>
                <a:ea typeface="Meiryo UI" panose="020B0604030504040204" pitchFamily="50" charset="-128"/>
              </a:rPr>
              <a:t>バックアップ</a:t>
            </a:r>
            <a:endParaRPr lang="en-US" altLang="ja-JP" sz="700" kern="0" dirty="0">
              <a:latin typeface="Meiryo UI" panose="020B0604030504040204" pitchFamily="50" charset="-128"/>
              <a:ea typeface="Meiryo UI" panose="020B0604030504040204" pitchFamily="50" charset="-128"/>
            </a:endParaRPr>
          </a:p>
        </p:txBody>
      </p:sp>
      <p:sp>
        <p:nvSpPr>
          <p:cNvPr id="41" name="コンテンツ プレースホルダー 2">
            <a:extLst>
              <a:ext uri="{FF2B5EF4-FFF2-40B4-BE49-F238E27FC236}">
                <a16:creationId xmlns:a16="http://schemas.microsoft.com/office/drawing/2014/main" id="{1200CD3B-D80E-4B5A-9993-17EDA60876D7}"/>
              </a:ext>
            </a:extLst>
          </p:cNvPr>
          <p:cNvSpPr txBox="1">
            <a:spLocks/>
          </p:cNvSpPr>
          <p:nvPr/>
        </p:nvSpPr>
        <p:spPr bwMode="gray">
          <a:xfrm>
            <a:off x="8433551" y="4135665"/>
            <a:ext cx="503298" cy="275975"/>
          </a:xfrm>
          <a:prstGeom prst="rect">
            <a:avLst/>
          </a:prstGeom>
          <a:noFill/>
          <a:ln>
            <a:noFill/>
          </a:ln>
          <a:effectLst/>
        </p:spPr>
        <p:txBody>
          <a:bodyPr vert="horz" wrap="square" lIns="0" tIns="0" rIns="0" bIns="0" numCol="1" anchor="t" anchorCtr="0" compatLnSpc="1">
            <a:prstTxWarp prst="textNoShape">
              <a:avLst/>
            </a:prstTxWarp>
          </a:bodyPr>
          <a:lstStyle>
            <a:lvl1pPr marL="266700" indent="-266700" algn="l" defTabSz="809625" rtl="0" eaLnBrk="0" fontAlgn="ctr" hangingPunct="0">
              <a:lnSpc>
                <a:spcPct val="110000"/>
              </a:lnSpc>
              <a:spcBef>
                <a:spcPct val="20000"/>
              </a:spcBef>
              <a:spcAft>
                <a:spcPct val="10000"/>
              </a:spcAft>
              <a:buClr>
                <a:srgbClr val="C80202"/>
              </a:buClr>
              <a:buFont typeface="Wingdings" pitchFamily="2" charset="2"/>
              <a:buChar char="n"/>
              <a:defRPr kumimoji="1" sz="2000">
                <a:solidFill>
                  <a:schemeClr val="tx1"/>
                </a:solidFill>
                <a:latin typeface="メイリオ" panose="020B0604030504040204" pitchFamily="50" charset="-128"/>
                <a:ea typeface="メイリオ" panose="020B0604030504040204" pitchFamily="50" charset="-128"/>
                <a:cs typeface="メイリオ" panose="020B0604030504040204" pitchFamily="50" charset="-128"/>
              </a:defRPr>
            </a:lvl1pPr>
            <a:lvl2pPr marL="514350" indent="-246063" algn="l" defTabSz="809625" rtl="0" eaLnBrk="0" fontAlgn="ctr" hangingPunct="0">
              <a:lnSpc>
                <a:spcPct val="110000"/>
              </a:lnSpc>
              <a:spcBef>
                <a:spcPct val="20000"/>
              </a:spcBef>
              <a:spcAft>
                <a:spcPct val="10000"/>
              </a:spcAft>
              <a:buClr>
                <a:srgbClr val="87867E"/>
              </a:buClr>
              <a:buFont typeface="Wingdings" pitchFamily="2" charset="2"/>
              <a:buChar char="n"/>
              <a:defRPr kumimoji="1" sz="1600">
                <a:solidFill>
                  <a:schemeClr val="tx1"/>
                </a:solidFill>
                <a:latin typeface="メイリオ" panose="020B0604030504040204" pitchFamily="50" charset="-128"/>
                <a:ea typeface="メイリオ" panose="020B0604030504040204" pitchFamily="50" charset="-128"/>
                <a:cs typeface="メイリオ" panose="020B0604030504040204" pitchFamily="50" charset="-128"/>
              </a:defRPr>
            </a:lvl2pPr>
            <a:lvl3pPr marL="536575" indent="377825" algn="l" defTabSz="809625" rtl="0" eaLnBrk="0" fontAlgn="ctr" hangingPunct="0">
              <a:lnSpc>
                <a:spcPct val="110000"/>
              </a:lnSpc>
              <a:spcBef>
                <a:spcPct val="20000"/>
              </a:spcBef>
              <a:spcAft>
                <a:spcPct val="10000"/>
              </a:spcAft>
              <a:buClr>
                <a:srgbClr val="808080"/>
              </a:buClr>
              <a:buFont typeface="Wingdings" pitchFamily="2" charset="2"/>
              <a:defRPr kumimoji="1" sz="1600">
                <a:solidFill>
                  <a:schemeClr val="tx1"/>
                </a:solidFill>
                <a:latin typeface="FUJI-新ゴ R" pitchFamily="50" charset="-128"/>
                <a:ea typeface="FUJI-新ゴ R" pitchFamily="50" charset="-128"/>
                <a:cs typeface="Meiryo UI" pitchFamily="50" charset="-128"/>
              </a:defRPr>
            </a:lvl3pPr>
            <a:lvl4pPr marL="717550" indent="-136525" algn="l" defTabSz="809625" rtl="0" eaLnBrk="0" fontAlgn="base" hangingPunct="0">
              <a:lnSpc>
                <a:spcPct val="110000"/>
              </a:lnSpc>
              <a:spcBef>
                <a:spcPct val="20000"/>
              </a:spcBef>
              <a:spcAft>
                <a:spcPct val="10000"/>
              </a:spcAft>
              <a:buClr>
                <a:srgbClr val="87867E"/>
              </a:buClr>
              <a:buSzPct val="50000"/>
              <a:buFont typeface="Wingdings" pitchFamily="2" charset="2"/>
              <a:buChar char="l"/>
              <a:defRPr kumimoji="1" sz="1400">
                <a:solidFill>
                  <a:schemeClr val="tx1"/>
                </a:solidFill>
                <a:latin typeface="FUJI-新ゴ R" pitchFamily="50" charset="-128"/>
                <a:ea typeface="FUJI-新ゴ R" pitchFamily="50" charset="-128"/>
                <a:cs typeface="Meiryo UI" pitchFamily="50" charset="-128"/>
              </a:defRPr>
            </a:lvl4pPr>
            <a:lvl5pPr marL="2057400" indent="-228600" algn="l" defTabSz="809625" rtl="0" eaLnBrk="0" fontAlgn="base" hangingPunct="0">
              <a:spcBef>
                <a:spcPct val="20000"/>
              </a:spcBef>
              <a:spcAft>
                <a:spcPct val="0"/>
              </a:spcAft>
              <a:buChar char="»"/>
              <a:defRPr kumimoji="1" sz="2000">
                <a:solidFill>
                  <a:schemeClr val="tx1"/>
                </a:solidFill>
                <a:latin typeface="FUJI-新ゴ R" panose="020B0400000000000000" pitchFamily="50" charset="-128"/>
                <a:ea typeface="FUJI-新ゴ R" panose="020B0400000000000000" pitchFamily="50" charset="-128"/>
                <a:cs typeface="ＭＳ Ｐゴシック" pitchFamily="50" charset="-128"/>
              </a:defRPr>
            </a:lvl5pPr>
            <a:lvl6pPr marL="2514600" indent="-228600" algn="l" defTabSz="809625" rtl="0" fontAlgn="base">
              <a:spcBef>
                <a:spcPct val="20000"/>
              </a:spcBef>
              <a:spcAft>
                <a:spcPct val="0"/>
              </a:spcAft>
              <a:buChar char="»"/>
              <a:defRPr kumimoji="1" sz="2000">
                <a:solidFill>
                  <a:schemeClr val="tx1"/>
                </a:solidFill>
                <a:latin typeface="+mn-lt"/>
                <a:ea typeface="+mn-ea"/>
              </a:defRPr>
            </a:lvl6pPr>
            <a:lvl7pPr marL="2971800" indent="-228600" algn="l" defTabSz="809625" rtl="0" fontAlgn="base">
              <a:spcBef>
                <a:spcPct val="20000"/>
              </a:spcBef>
              <a:spcAft>
                <a:spcPct val="0"/>
              </a:spcAft>
              <a:buChar char="»"/>
              <a:defRPr kumimoji="1" sz="2000">
                <a:solidFill>
                  <a:schemeClr val="tx1"/>
                </a:solidFill>
                <a:latin typeface="+mn-lt"/>
                <a:ea typeface="+mn-ea"/>
              </a:defRPr>
            </a:lvl7pPr>
            <a:lvl8pPr marL="3429000" indent="-228600" algn="l" defTabSz="809625" rtl="0" fontAlgn="base">
              <a:spcBef>
                <a:spcPct val="20000"/>
              </a:spcBef>
              <a:spcAft>
                <a:spcPct val="0"/>
              </a:spcAft>
              <a:buChar char="»"/>
              <a:defRPr kumimoji="1" sz="2000">
                <a:solidFill>
                  <a:schemeClr val="tx1"/>
                </a:solidFill>
                <a:latin typeface="+mn-lt"/>
                <a:ea typeface="+mn-ea"/>
              </a:defRPr>
            </a:lvl8pPr>
            <a:lvl9pPr marL="3886200" indent="-228600" algn="l" defTabSz="809625" rtl="0" fontAlgn="base">
              <a:spcBef>
                <a:spcPct val="20000"/>
              </a:spcBef>
              <a:spcAft>
                <a:spcPct val="0"/>
              </a:spcAft>
              <a:buChar char="»"/>
              <a:defRPr kumimoji="1" sz="2000">
                <a:solidFill>
                  <a:schemeClr val="tx1"/>
                </a:solidFill>
                <a:latin typeface="+mn-lt"/>
                <a:ea typeface="+mn-ea"/>
              </a:defRPr>
            </a:lvl9pPr>
          </a:lstStyle>
          <a:p>
            <a:pPr marL="0" indent="0">
              <a:spcBef>
                <a:spcPts val="0"/>
              </a:spcBef>
              <a:spcAft>
                <a:spcPts val="0"/>
              </a:spcAft>
              <a:buClrTx/>
              <a:buNone/>
            </a:pPr>
            <a:r>
              <a:rPr lang="ja-JP" altLang="en-US" sz="700" kern="0" dirty="0">
                <a:latin typeface="Meiryo UI" panose="020B0604030504040204" pitchFamily="50" charset="-128"/>
                <a:ea typeface="Meiryo UI" panose="020B0604030504040204" pitchFamily="50" charset="-128"/>
              </a:rPr>
              <a:t>版数更新</a:t>
            </a:r>
            <a:r>
              <a:rPr lang="en-US" altLang="ja-JP" sz="700" kern="0" dirty="0">
                <a:latin typeface="Meiryo UI" panose="020B0604030504040204" pitchFamily="50" charset="-128"/>
                <a:ea typeface="Meiryo UI" panose="020B0604030504040204" pitchFamily="50" charset="-128"/>
              </a:rPr>
              <a:t>/</a:t>
            </a:r>
            <a:r>
              <a:rPr lang="ja-JP" altLang="en-US" sz="700" kern="0" dirty="0">
                <a:latin typeface="Meiryo UI" panose="020B0604030504040204" pitchFamily="50" charset="-128"/>
                <a:ea typeface="Meiryo UI" panose="020B0604030504040204" pitchFamily="50" charset="-128"/>
              </a:rPr>
              <a:t>リリース</a:t>
            </a:r>
            <a:endParaRPr lang="en-US" altLang="ja-JP" sz="700" kern="0" dirty="0">
              <a:latin typeface="Meiryo UI" panose="020B0604030504040204" pitchFamily="50" charset="-128"/>
              <a:ea typeface="Meiryo UI" panose="020B0604030504040204" pitchFamily="50" charset="-128"/>
            </a:endParaRPr>
          </a:p>
        </p:txBody>
      </p:sp>
      <p:cxnSp>
        <p:nvCxnSpPr>
          <p:cNvPr id="42" name="コネクタ: カギ線 41">
            <a:extLst>
              <a:ext uri="{FF2B5EF4-FFF2-40B4-BE49-F238E27FC236}">
                <a16:creationId xmlns:a16="http://schemas.microsoft.com/office/drawing/2014/main" id="{BE0D3F14-61FB-40C1-AFE6-DFAAE8C42630}"/>
              </a:ext>
            </a:extLst>
          </p:cNvPr>
          <p:cNvCxnSpPr>
            <a:cxnSpLocks/>
            <a:stCxn id="9" idx="2"/>
            <a:endCxn id="45" idx="0"/>
          </p:cNvCxnSpPr>
          <p:nvPr/>
        </p:nvCxnSpPr>
        <p:spPr bwMode="auto">
          <a:xfrm rot="5400000">
            <a:off x="2537384" y="2440802"/>
            <a:ext cx="619753" cy="2759"/>
          </a:xfrm>
          <a:prstGeom prst="bentConnector3">
            <a:avLst>
              <a:gd name="adj1" fmla="val 50000"/>
            </a:avLst>
          </a:prstGeom>
          <a:gradFill rotWithShape="0">
            <a:gsLst>
              <a:gs pos="0">
                <a:srgbClr val="FFFFFF"/>
              </a:gs>
              <a:gs pos="100000">
                <a:srgbClr val="CACAC7"/>
              </a:gs>
            </a:gsLst>
            <a:lin ang="5400000" scaled="1"/>
          </a:gradFill>
          <a:ln w="9525" cap="flat" cmpd="sng" algn="ctr">
            <a:solidFill>
              <a:srgbClr val="57564F"/>
            </a:solidFill>
            <a:prstDash val="dash"/>
            <a:round/>
            <a:headEnd type="none" w="med" len="med"/>
            <a:tailEnd type="triangle"/>
          </a:ln>
          <a:effectLst/>
          <a:extLs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cxnSp>
      <p:sp>
        <p:nvSpPr>
          <p:cNvPr id="43" name="コンテンツ プレースホルダー 2">
            <a:extLst>
              <a:ext uri="{FF2B5EF4-FFF2-40B4-BE49-F238E27FC236}">
                <a16:creationId xmlns:a16="http://schemas.microsoft.com/office/drawing/2014/main" id="{DA81BF1F-14E7-4661-9254-E39398C9AE25}"/>
              </a:ext>
            </a:extLst>
          </p:cNvPr>
          <p:cNvSpPr txBox="1">
            <a:spLocks/>
          </p:cNvSpPr>
          <p:nvPr/>
        </p:nvSpPr>
        <p:spPr bwMode="gray">
          <a:xfrm>
            <a:off x="2896852" y="2079999"/>
            <a:ext cx="2388301" cy="284726"/>
          </a:xfrm>
          <a:prstGeom prst="rect">
            <a:avLst/>
          </a:prstGeom>
          <a:noFill/>
          <a:ln>
            <a:noFill/>
          </a:ln>
          <a:effectLst/>
        </p:spPr>
        <p:txBody>
          <a:bodyPr vert="horz" wrap="square" lIns="0" tIns="0" rIns="0" bIns="0" numCol="1" anchor="t" anchorCtr="0" compatLnSpc="1">
            <a:prstTxWarp prst="textNoShape">
              <a:avLst/>
            </a:prstTxWarp>
          </a:bodyPr>
          <a:lstStyle>
            <a:lvl1pPr marL="266700" indent="-266700" algn="l" defTabSz="809625" rtl="0" eaLnBrk="0" fontAlgn="ctr" hangingPunct="0">
              <a:lnSpc>
                <a:spcPct val="110000"/>
              </a:lnSpc>
              <a:spcBef>
                <a:spcPct val="20000"/>
              </a:spcBef>
              <a:spcAft>
                <a:spcPct val="10000"/>
              </a:spcAft>
              <a:buClr>
                <a:srgbClr val="C80202"/>
              </a:buClr>
              <a:buFont typeface="Wingdings" pitchFamily="2" charset="2"/>
              <a:buChar char="n"/>
              <a:defRPr kumimoji="1" sz="2000">
                <a:solidFill>
                  <a:schemeClr val="tx1"/>
                </a:solidFill>
                <a:latin typeface="メイリオ" panose="020B0604030504040204" pitchFamily="50" charset="-128"/>
                <a:ea typeface="メイリオ" panose="020B0604030504040204" pitchFamily="50" charset="-128"/>
                <a:cs typeface="メイリオ" panose="020B0604030504040204" pitchFamily="50" charset="-128"/>
              </a:defRPr>
            </a:lvl1pPr>
            <a:lvl2pPr marL="514350" indent="-246063" algn="l" defTabSz="809625" rtl="0" eaLnBrk="0" fontAlgn="ctr" hangingPunct="0">
              <a:lnSpc>
                <a:spcPct val="110000"/>
              </a:lnSpc>
              <a:spcBef>
                <a:spcPct val="20000"/>
              </a:spcBef>
              <a:spcAft>
                <a:spcPct val="10000"/>
              </a:spcAft>
              <a:buClr>
                <a:srgbClr val="87867E"/>
              </a:buClr>
              <a:buFont typeface="Wingdings" pitchFamily="2" charset="2"/>
              <a:buChar char="n"/>
              <a:defRPr kumimoji="1" sz="1600">
                <a:solidFill>
                  <a:schemeClr val="tx1"/>
                </a:solidFill>
                <a:latin typeface="メイリオ" panose="020B0604030504040204" pitchFamily="50" charset="-128"/>
                <a:ea typeface="メイリオ" panose="020B0604030504040204" pitchFamily="50" charset="-128"/>
                <a:cs typeface="メイリオ" panose="020B0604030504040204" pitchFamily="50" charset="-128"/>
              </a:defRPr>
            </a:lvl2pPr>
            <a:lvl3pPr marL="536575" indent="377825" algn="l" defTabSz="809625" rtl="0" eaLnBrk="0" fontAlgn="ctr" hangingPunct="0">
              <a:lnSpc>
                <a:spcPct val="110000"/>
              </a:lnSpc>
              <a:spcBef>
                <a:spcPct val="20000"/>
              </a:spcBef>
              <a:spcAft>
                <a:spcPct val="10000"/>
              </a:spcAft>
              <a:buClr>
                <a:srgbClr val="808080"/>
              </a:buClr>
              <a:buFont typeface="Wingdings" pitchFamily="2" charset="2"/>
              <a:defRPr kumimoji="1" sz="1600">
                <a:solidFill>
                  <a:schemeClr val="tx1"/>
                </a:solidFill>
                <a:latin typeface="FUJI-新ゴ R" pitchFamily="50" charset="-128"/>
                <a:ea typeface="FUJI-新ゴ R" pitchFamily="50" charset="-128"/>
                <a:cs typeface="Meiryo UI" pitchFamily="50" charset="-128"/>
              </a:defRPr>
            </a:lvl3pPr>
            <a:lvl4pPr marL="717550" indent="-136525" algn="l" defTabSz="809625" rtl="0" eaLnBrk="0" fontAlgn="base" hangingPunct="0">
              <a:lnSpc>
                <a:spcPct val="110000"/>
              </a:lnSpc>
              <a:spcBef>
                <a:spcPct val="20000"/>
              </a:spcBef>
              <a:spcAft>
                <a:spcPct val="10000"/>
              </a:spcAft>
              <a:buClr>
                <a:srgbClr val="87867E"/>
              </a:buClr>
              <a:buSzPct val="50000"/>
              <a:buFont typeface="Wingdings" pitchFamily="2" charset="2"/>
              <a:buChar char="l"/>
              <a:defRPr kumimoji="1" sz="1400">
                <a:solidFill>
                  <a:schemeClr val="tx1"/>
                </a:solidFill>
                <a:latin typeface="FUJI-新ゴ R" pitchFamily="50" charset="-128"/>
                <a:ea typeface="FUJI-新ゴ R" pitchFamily="50" charset="-128"/>
                <a:cs typeface="Meiryo UI" pitchFamily="50" charset="-128"/>
              </a:defRPr>
            </a:lvl4pPr>
            <a:lvl5pPr marL="2057400" indent="-228600" algn="l" defTabSz="809625" rtl="0" eaLnBrk="0" fontAlgn="base" hangingPunct="0">
              <a:spcBef>
                <a:spcPct val="20000"/>
              </a:spcBef>
              <a:spcAft>
                <a:spcPct val="0"/>
              </a:spcAft>
              <a:buChar char="»"/>
              <a:defRPr kumimoji="1" sz="2000">
                <a:solidFill>
                  <a:schemeClr val="tx1"/>
                </a:solidFill>
                <a:latin typeface="FUJI-新ゴ R" panose="020B0400000000000000" pitchFamily="50" charset="-128"/>
                <a:ea typeface="FUJI-新ゴ R" panose="020B0400000000000000" pitchFamily="50" charset="-128"/>
                <a:cs typeface="ＭＳ Ｐゴシック" pitchFamily="50" charset="-128"/>
              </a:defRPr>
            </a:lvl5pPr>
            <a:lvl6pPr marL="2514600" indent="-228600" algn="l" defTabSz="809625" rtl="0" fontAlgn="base">
              <a:spcBef>
                <a:spcPct val="20000"/>
              </a:spcBef>
              <a:spcAft>
                <a:spcPct val="0"/>
              </a:spcAft>
              <a:buChar char="»"/>
              <a:defRPr kumimoji="1" sz="2000">
                <a:solidFill>
                  <a:schemeClr val="tx1"/>
                </a:solidFill>
                <a:latin typeface="+mn-lt"/>
                <a:ea typeface="+mn-ea"/>
              </a:defRPr>
            </a:lvl6pPr>
            <a:lvl7pPr marL="2971800" indent="-228600" algn="l" defTabSz="809625" rtl="0" fontAlgn="base">
              <a:spcBef>
                <a:spcPct val="20000"/>
              </a:spcBef>
              <a:spcAft>
                <a:spcPct val="0"/>
              </a:spcAft>
              <a:buChar char="»"/>
              <a:defRPr kumimoji="1" sz="2000">
                <a:solidFill>
                  <a:schemeClr val="tx1"/>
                </a:solidFill>
                <a:latin typeface="+mn-lt"/>
                <a:ea typeface="+mn-ea"/>
              </a:defRPr>
            </a:lvl7pPr>
            <a:lvl8pPr marL="3429000" indent="-228600" algn="l" defTabSz="809625" rtl="0" fontAlgn="base">
              <a:spcBef>
                <a:spcPct val="20000"/>
              </a:spcBef>
              <a:spcAft>
                <a:spcPct val="0"/>
              </a:spcAft>
              <a:buChar char="»"/>
              <a:defRPr kumimoji="1" sz="2000">
                <a:solidFill>
                  <a:schemeClr val="tx1"/>
                </a:solidFill>
                <a:latin typeface="+mn-lt"/>
                <a:ea typeface="+mn-ea"/>
              </a:defRPr>
            </a:lvl8pPr>
            <a:lvl9pPr marL="3886200" indent="-228600" algn="l" defTabSz="809625" rtl="0" fontAlgn="base">
              <a:spcBef>
                <a:spcPct val="20000"/>
              </a:spcBef>
              <a:spcAft>
                <a:spcPct val="0"/>
              </a:spcAft>
              <a:buChar char="»"/>
              <a:defRPr kumimoji="1" sz="2000">
                <a:solidFill>
                  <a:schemeClr val="tx1"/>
                </a:solidFill>
                <a:latin typeface="+mn-lt"/>
                <a:ea typeface="+mn-ea"/>
              </a:defRPr>
            </a:lvl9pPr>
          </a:lstStyle>
          <a:p>
            <a:pPr marL="85725" indent="-85725">
              <a:spcBef>
                <a:spcPts val="0"/>
              </a:spcBef>
              <a:spcAft>
                <a:spcPts val="0"/>
              </a:spcAft>
              <a:buClrTx/>
              <a:buFont typeface="Arial" panose="020B0604020202020204" pitchFamily="34" charset="0"/>
              <a:buChar char="•"/>
            </a:pPr>
            <a:r>
              <a:rPr lang="ja-JP" altLang="en-US" sz="600" kern="0" dirty="0">
                <a:solidFill>
                  <a:srgbClr val="FF0000"/>
                </a:solidFill>
                <a:latin typeface="Meiryo UI" panose="020B0604030504040204" pitchFamily="50" charset="-128"/>
                <a:ea typeface="Meiryo UI" panose="020B0604030504040204" pitchFamily="50" charset="-128"/>
              </a:rPr>
              <a:t>依頼時にドキュメント更新依頼台帳を記入し</a:t>
            </a:r>
            <a:endParaRPr lang="en-US" altLang="ja-JP" sz="600" kern="0" dirty="0">
              <a:solidFill>
                <a:srgbClr val="FF0000"/>
              </a:solidFill>
              <a:latin typeface="Meiryo UI" panose="020B0604030504040204" pitchFamily="50" charset="-128"/>
              <a:ea typeface="Meiryo UI" panose="020B0604030504040204" pitchFamily="50" charset="-128"/>
            </a:endParaRPr>
          </a:p>
          <a:p>
            <a:pPr marL="85725" indent="0">
              <a:spcBef>
                <a:spcPts val="0"/>
              </a:spcBef>
              <a:spcAft>
                <a:spcPts val="0"/>
              </a:spcAft>
              <a:buClrTx/>
              <a:buNone/>
            </a:pPr>
            <a:r>
              <a:rPr lang="ja-JP" altLang="en-US" sz="600" kern="0" dirty="0">
                <a:solidFill>
                  <a:srgbClr val="FF0000"/>
                </a:solidFill>
                <a:latin typeface="Meiryo UI" panose="020B0604030504040204" pitchFamily="50" charset="-128"/>
                <a:ea typeface="Meiryo UI" panose="020B0604030504040204" pitchFamily="50" charset="-128"/>
              </a:rPr>
              <a:t>更新対象ドキュメント（</a:t>
            </a:r>
            <a:r>
              <a:rPr lang="en-US" altLang="ja-JP" sz="600" kern="0" dirty="0">
                <a:solidFill>
                  <a:srgbClr val="FF0000"/>
                </a:solidFill>
                <a:latin typeface="Meiryo UI" panose="020B0604030504040204" pitchFamily="50" charset="-128"/>
                <a:ea typeface="Meiryo UI" panose="020B0604030504040204" pitchFamily="50" charset="-128"/>
              </a:rPr>
              <a:t>PJ</a:t>
            </a:r>
            <a:r>
              <a:rPr lang="ja-JP" altLang="en-US" sz="600" kern="0" dirty="0">
                <a:solidFill>
                  <a:srgbClr val="FF0000"/>
                </a:solidFill>
                <a:latin typeface="Meiryo UI" panose="020B0604030504040204" pitchFamily="50" charset="-128"/>
                <a:ea typeface="Meiryo UI" panose="020B0604030504040204" pitchFamily="50" charset="-128"/>
              </a:rPr>
              <a:t>フィードバック）を</a:t>
            </a:r>
            <a:r>
              <a:rPr lang="en-US" altLang="ja-JP" sz="600" kern="0" dirty="0">
                <a:solidFill>
                  <a:srgbClr val="FF0000"/>
                </a:solidFill>
                <a:latin typeface="Meiryo UI" panose="020B0604030504040204" pitchFamily="50" charset="-128"/>
                <a:ea typeface="Meiryo UI" panose="020B0604030504040204" pitchFamily="50" charset="-128"/>
              </a:rPr>
              <a:t>Teams</a:t>
            </a:r>
            <a:r>
              <a:rPr lang="ja-JP" altLang="en-US" sz="600" kern="0" dirty="0">
                <a:solidFill>
                  <a:srgbClr val="FF0000"/>
                </a:solidFill>
                <a:latin typeface="Meiryo UI" panose="020B0604030504040204" pitchFamily="50" charset="-128"/>
                <a:ea typeface="Meiryo UI" panose="020B0604030504040204" pitchFamily="50" charset="-128"/>
              </a:rPr>
              <a:t>より依頼</a:t>
            </a:r>
          </a:p>
        </p:txBody>
      </p:sp>
      <p:cxnSp>
        <p:nvCxnSpPr>
          <p:cNvPr id="44" name="コネクタ: カギ線 43">
            <a:extLst>
              <a:ext uri="{FF2B5EF4-FFF2-40B4-BE49-F238E27FC236}">
                <a16:creationId xmlns:a16="http://schemas.microsoft.com/office/drawing/2014/main" id="{F2837FFD-6C33-459D-8760-23CC9F764BBF}"/>
              </a:ext>
            </a:extLst>
          </p:cNvPr>
          <p:cNvCxnSpPr>
            <a:cxnSpLocks/>
            <a:stCxn id="45" idx="3"/>
            <a:endCxn id="17" idx="1"/>
          </p:cNvCxnSpPr>
          <p:nvPr/>
        </p:nvCxnSpPr>
        <p:spPr bwMode="auto">
          <a:xfrm>
            <a:off x="3106878" y="2922192"/>
            <a:ext cx="1981070" cy="3634"/>
          </a:xfrm>
          <a:prstGeom prst="bentConnector3">
            <a:avLst>
              <a:gd name="adj1" fmla="val 50000"/>
            </a:avLst>
          </a:prstGeom>
          <a:gradFill rotWithShape="0">
            <a:gsLst>
              <a:gs pos="0">
                <a:srgbClr val="FFFFFF"/>
              </a:gs>
              <a:gs pos="100000">
                <a:srgbClr val="CACAC7"/>
              </a:gs>
            </a:gsLst>
            <a:lin ang="5400000" scaled="1"/>
          </a:gradFill>
          <a:ln w="9525" cap="flat" cmpd="sng" algn="ctr">
            <a:solidFill>
              <a:srgbClr val="57564F"/>
            </a:solidFill>
            <a:prstDash val="dash"/>
            <a:round/>
            <a:headEnd type="none" w="med" len="med"/>
            <a:tailEnd type="triangle"/>
          </a:ln>
          <a:effectLst/>
          <a:extLs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cxnSp>
      <p:pic>
        <p:nvPicPr>
          <p:cNvPr id="45" name="Picture 4" descr="Microsft Teams｜Office (オフィス) 365相談センター">
            <a:extLst>
              <a:ext uri="{FF2B5EF4-FFF2-40B4-BE49-F238E27FC236}">
                <a16:creationId xmlns:a16="http://schemas.microsoft.com/office/drawing/2014/main" id="{8150683F-E43E-4546-960E-32F7BB49581D}"/>
              </a:ext>
            </a:extLst>
          </p:cNvPr>
          <p:cNvPicPr>
            <a:picLocks noChangeAspect="1" noChangeArrowheads="1"/>
          </p:cNvPicPr>
          <p:nvPr/>
        </p:nvPicPr>
        <p:blipFill rotWithShape="1">
          <a:blip r:embed="rId5" cstate="print">
            <a:extLst>
              <a:ext uri="{28A0092B-C50C-407E-A947-70E740481C1C}">
                <a14:useLocalDpi xmlns:a14="http://schemas.microsoft.com/office/drawing/2010/main" val="0"/>
              </a:ext>
            </a:extLst>
          </a:blip>
          <a:srcRect l="4324" t="14058" r="4324" b="6542"/>
          <a:stretch/>
        </p:blipFill>
        <p:spPr bwMode="auto">
          <a:xfrm>
            <a:off x="2584882" y="2752058"/>
            <a:ext cx="521996" cy="340268"/>
          </a:xfrm>
          <a:prstGeom prst="rect">
            <a:avLst/>
          </a:prstGeom>
          <a:noFill/>
          <a:extLst>
            <a:ext uri="{909E8E84-426E-40DD-AFC4-6F175D3DCCD1}">
              <a14:hiddenFill xmlns:a14="http://schemas.microsoft.com/office/drawing/2010/main">
                <a:solidFill>
                  <a:srgbClr val="FFFFFF"/>
                </a:solidFill>
              </a14:hiddenFill>
            </a:ext>
          </a:extLst>
        </p:spPr>
      </p:pic>
      <p:pic>
        <p:nvPicPr>
          <p:cNvPr id="46" name="Picture 4" descr="Microsft Teams｜Office (オフィス) 365相談センター">
            <a:extLst>
              <a:ext uri="{FF2B5EF4-FFF2-40B4-BE49-F238E27FC236}">
                <a16:creationId xmlns:a16="http://schemas.microsoft.com/office/drawing/2014/main" id="{38F33C0C-3822-450B-B8AD-E299DA16B975}"/>
              </a:ext>
            </a:extLst>
          </p:cNvPr>
          <p:cNvPicPr>
            <a:picLocks noChangeAspect="1" noChangeArrowheads="1"/>
          </p:cNvPicPr>
          <p:nvPr/>
        </p:nvPicPr>
        <p:blipFill rotWithShape="1">
          <a:blip r:embed="rId5" cstate="print">
            <a:extLst>
              <a:ext uri="{28A0092B-C50C-407E-A947-70E740481C1C}">
                <a14:useLocalDpi xmlns:a14="http://schemas.microsoft.com/office/drawing/2010/main" val="0"/>
              </a:ext>
            </a:extLst>
          </a:blip>
          <a:srcRect l="4324" t="14058" r="4324" b="6542"/>
          <a:stretch/>
        </p:blipFill>
        <p:spPr bwMode="auto">
          <a:xfrm>
            <a:off x="2584882" y="4321072"/>
            <a:ext cx="521996" cy="340268"/>
          </a:xfrm>
          <a:prstGeom prst="rect">
            <a:avLst/>
          </a:prstGeom>
          <a:noFill/>
          <a:extLst>
            <a:ext uri="{909E8E84-426E-40DD-AFC4-6F175D3DCCD1}">
              <a14:hiddenFill xmlns:a14="http://schemas.microsoft.com/office/drawing/2010/main">
                <a:solidFill>
                  <a:srgbClr val="FFFFFF"/>
                </a:solidFill>
              </a14:hiddenFill>
            </a:ext>
          </a:extLst>
        </p:spPr>
      </p:pic>
      <p:cxnSp>
        <p:nvCxnSpPr>
          <p:cNvPr id="47" name="コネクタ: カギ線 46">
            <a:extLst>
              <a:ext uri="{FF2B5EF4-FFF2-40B4-BE49-F238E27FC236}">
                <a16:creationId xmlns:a16="http://schemas.microsoft.com/office/drawing/2014/main" id="{5D55283F-F9B9-42E1-9D52-5C90BEF3CAE1}"/>
              </a:ext>
            </a:extLst>
          </p:cNvPr>
          <p:cNvCxnSpPr>
            <a:cxnSpLocks/>
            <a:stCxn id="31" idx="2"/>
            <a:endCxn id="46" idx="2"/>
          </p:cNvCxnSpPr>
          <p:nvPr/>
        </p:nvCxnSpPr>
        <p:spPr bwMode="auto">
          <a:xfrm rot="5400000">
            <a:off x="4083499" y="3342738"/>
            <a:ext cx="80984" cy="2556221"/>
          </a:xfrm>
          <a:prstGeom prst="bentConnector3">
            <a:avLst>
              <a:gd name="adj1" fmla="val 382278"/>
            </a:avLst>
          </a:prstGeom>
          <a:gradFill rotWithShape="0">
            <a:gsLst>
              <a:gs pos="0">
                <a:srgbClr val="FFFFFF"/>
              </a:gs>
              <a:gs pos="100000">
                <a:srgbClr val="CACAC7"/>
              </a:gs>
            </a:gsLst>
            <a:lin ang="5400000" scaled="1"/>
          </a:gradFill>
          <a:ln w="9525" cap="flat" cmpd="sng" algn="ctr">
            <a:solidFill>
              <a:srgbClr val="57564F"/>
            </a:solidFill>
            <a:prstDash val="solid"/>
            <a:round/>
            <a:headEnd type="none" w="med" len="med"/>
            <a:tailEnd type="triangle"/>
          </a:ln>
          <a:effectLst/>
          <a:extLs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cxnSp>
      <p:sp>
        <p:nvSpPr>
          <p:cNvPr id="48" name="コンテンツ プレースホルダー 2">
            <a:extLst>
              <a:ext uri="{FF2B5EF4-FFF2-40B4-BE49-F238E27FC236}">
                <a16:creationId xmlns:a16="http://schemas.microsoft.com/office/drawing/2014/main" id="{6AD9FD2E-9468-4C03-AA45-9DC1F8A825A5}"/>
              </a:ext>
            </a:extLst>
          </p:cNvPr>
          <p:cNvSpPr txBox="1">
            <a:spLocks/>
          </p:cNvSpPr>
          <p:nvPr/>
        </p:nvSpPr>
        <p:spPr bwMode="gray">
          <a:xfrm>
            <a:off x="5434674" y="4732046"/>
            <a:ext cx="1347281" cy="139123"/>
          </a:xfrm>
          <a:prstGeom prst="rect">
            <a:avLst/>
          </a:prstGeom>
          <a:noFill/>
          <a:ln>
            <a:noFill/>
          </a:ln>
          <a:effectLst/>
        </p:spPr>
        <p:txBody>
          <a:bodyPr vert="horz" wrap="square" lIns="0" tIns="0" rIns="0" bIns="0" numCol="1" anchor="t" anchorCtr="0" compatLnSpc="1">
            <a:prstTxWarp prst="textNoShape">
              <a:avLst/>
            </a:prstTxWarp>
          </a:bodyPr>
          <a:lstStyle>
            <a:lvl1pPr marL="266700" indent="-266700" algn="l" defTabSz="809625" rtl="0" eaLnBrk="0" fontAlgn="ctr" hangingPunct="0">
              <a:lnSpc>
                <a:spcPct val="110000"/>
              </a:lnSpc>
              <a:spcBef>
                <a:spcPct val="20000"/>
              </a:spcBef>
              <a:spcAft>
                <a:spcPct val="10000"/>
              </a:spcAft>
              <a:buClr>
                <a:srgbClr val="C80202"/>
              </a:buClr>
              <a:buFont typeface="Wingdings" pitchFamily="2" charset="2"/>
              <a:buChar char="n"/>
              <a:defRPr kumimoji="1" sz="2000">
                <a:solidFill>
                  <a:schemeClr val="tx1"/>
                </a:solidFill>
                <a:latin typeface="メイリオ" panose="020B0604030504040204" pitchFamily="50" charset="-128"/>
                <a:ea typeface="メイリオ" panose="020B0604030504040204" pitchFamily="50" charset="-128"/>
                <a:cs typeface="メイリオ" panose="020B0604030504040204" pitchFamily="50" charset="-128"/>
              </a:defRPr>
            </a:lvl1pPr>
            <a:lvl2pPr marL="514350" indent="-246063" algn="l" defTabSz="809625" rtl="0" eaLnBrk="0" fontAlgn="ctr" hangingPunct="0">
              <a:lnSpc>
                <a:spcPct val="110000"/>
              </a:lnSpc>
              <a:spcBef>
                <a:spcPct val="20000"/>
              </a:spcBef>
              <a:spcAft>
                <a:spcPct val="10000"/>
              </a:spcAft>
              <a:buClr>
                <a:srgbClr val="87867E"/>
              </a:buClr>
              <a:buFont typeface="Wingdings" pitchFamily="2" charset="2"/>
              <a:buChar char="n"/>
              <a:defRPr kumimoji="1" sz="1600">
                <a:solidFill>
                  <a:schemeClr val="tx1"/>
                </a:solidFill>
                <a:latin typeface="メイリオ" panose="020B0604030504040204" pitchFamily="50" charset="-128"/>
                <a:ea typeface="メイリオ" panose="020B0604030504040204" pitchFamily="50" charset="-128"/>
                <a:cs typeface="メイリオ" panose="020B0604030504040204" pitchFamily="50" charset="-128"/>
              </a:defRPr>
            </a:lvl2pPr>
            <a:lvl3pPr marL="536575" indent="377825" algn="l" defTabSz="809625" rtl="0" eaLnBrk="0" fontAlgn="ctr" hangingPunct="0">
              <a:lnSpc>
                <a:spcPct val="110000"/>
              </a:lnSpc>
              <a:spcBef>
                <a:spcPct val="20000"/>
              </a:spcBef>
              <a:spcAft>
                <a:spcPct val="10000"/>
              </a:spcAft>
              <a:buClr>
                <a:srgbClr val="808080"/>
              </a:buClr>
              <a:buFont typeface="Wingdings" pitchFamily="2" charset="2"/>
              <a:defRPr kumimoji="1" sz="1600">
                <a:solidFill>
                  <a:schemeClr val="tx1"/>
                </a:solidFill>
                <a:latin typeface="FUJI-新ゴ R" pitchFamily="50" charset="-128"/>
                <a:ea typeface="FUJI-新ゴ R" pitchFamily="50" charset="-128"/>
                <a:cs typeface="Meiryo UI" pitchFamily="50" charset="-128"/>
              </a:defRPr>
            </a:lvl3pPr>
            <a:lvl4pPr marL="717550" indent="-136525" algn="l" defTabSz="809625" rtl="0" eaLnBrk="0" fontAlgn="base" hangingPunct="0">
              <a:lnSpc>
                <a:spcPct val="110000"/>
              </a:lnSpc>
              <a:spcBef>
                <a:spcPct val="20000"/>
              </a:spcBef>
              <a:spcAft>
                <a:spcPct val="10000"/>
              </a:spcAft>
              <a:buClr>
                <a:srgbClr val="87867E"/>
              </a:buClr>
              <a:buSzPct val="50000"/>
              <a:buFont typeface="Wingdings" pitchFamily="2" charset="2"/>
              <a:buChar char="l"/>
              <a:defRPr kumimoji="1" sz="1400">
                <a:solidFill>
                  <a:schemeClr val="tx1"/>
                </a:solidFill>
                <a:latin typeface="FUJI-新ゴ R" pitchFamily="50" charset="-128"/>
                <a:ea typeface="FUJI-新ゴ R" pitchFamily="50" charset="-128"/>
                <a:cs typeface="Meiryo UI" pitchFamily="50" charset="-128"/>
              </a:defRPr>
            </a:lvl4pPr>
            <a:lvl5pPr marL="2057400" indent="-228600" algn="l" defTabSz="809625" rtl="0" eaLnBrk="0" fontAlgn="base" hangingPunct="0">
              <a:spcBef>
                <a:spcPct val="20000"/>
              </a:spcBef>
              <a:spcAft>
                <a:spcPct val="0"/>
              </a:spcAft>
              <a:buChar char="»"/>
              <a:defRPr kumimoji="1" sz="2000">
                <a:solidFill>
                  <a:schemeClr val="tx1"/>
                </a:solidFill>
                <a:latin typeface="FUJI-新ゴ R" panose="020B0400000000000000" pitchFamily="50" charset="-128"/>
                <a:ea typeface="FUJI-新ゴ R" panose="020B0400000000000000" pitchFamily="50" charset="-128"/>
                <a:cs typeface="ＭＳ Ｐゴシック" pitchFamily="50" charset="-128"/>
              </a:defRPr>
            </a:lvl5pPr>
            <a:lvl6pPr marL="2514600" indent="-228600" algn="l" defTabSz="809625" rtl="0" fontAlgn="base">
              <a:spcBef>
                <a:spcPct val="20000"/>
              </a:spcBef>
              <a:spcAft>
                <a:spcPct val="0"/>
              </a:spcAft>
              <a:buChar char="»"/>
              <a:defRPr kumimoji="1" sz="2000">
                <a:solidFill>
                  <a:schemeClr val="tx1"/>
                </a:solidFill>
                <a:latin typeface="+mn-lt"/>
                <a:ea typeface="+mn-ea"/>
              </a:defRPr>
            </a:lvl6pPr>
            <a:lvl7pPr marL="2971800" indent="-228600" algn="l" defTabSz="809625" rtl="0" fontAlgn="base">
              <a:spcBef>
                <a:spcPct val="20000"/>
              </a:spcBef>
              <a:spcAft>
                <a:spcPct val="0"/>
              </a:spcAft>
              <a:buChar char="»"/>
              <a:defRPr kumimoji="1" sz="2000">
                <a:solidFill>
                  <a:schemeClr val="tx1"/>
                </a:solidFill>
                <a:latin typeface="+mn-lt"/>
                <a:ea typeface="+mn-ea"/>
              </a:defRPr>
            </a:lvl7pPr>
            <a:lvl8pPr marL="3429000" indent="-228600" algn="l" defTabSz="809625" rtl="0" fontAlgn="base">
              <a:spcBef>
                <a:spcPct val="20000"/>
              </a:spcBef>
              <a:spcAft>
                <a:spcPct val="0"/>
              </a:spcAft>
              <a:buChar char="»"/>
              <a:defRPr kumimoji="1" sz="2000">
                <a:solidFill>
                  <a:schemeClr val="tx1"/>
                </a:solidFill>
                <a:latin typeface="+mn-lt"/>
                <a:ea typeface="+mn-ea"/>
              </a:defRPr>
            </a:lvl8pPr>
            <a:lvl9pPr marL="3886200" indent="-228600" algn="l" defTabSz="809625" rtl="0" fontAlgn="base">
              <a:spcBef>
                <a:spcPct val="20000"/>
              </a:spcBef>
              <a:spcAft>
                <a:spcPct val="0"/>
              </a:spcAft>
              <a:buChar char="»"/>
              <a:defRPr kumimoji="1" sz="2000">
                <a:solidFill>
                  <a:schemeClr val="tx1"/>
                </a:solidFill>
                <a:latin typeface="+mn-lt"/>
                <a:ea typeface="+mn-ea"/>
              </a:defRPr>
            </a:lvl9pPr>
          </a:lstStyle>
          <a:p>
            <a:pPr marL="0" indent="0">
              <a:spcBef>
                <a:spcPts val="0"/>
              </a:spcBef>
              <a:spcAft>
                <a:spcPts val="0"/>
              </a:spcAft>
              <a:buClrTx/>
              <a:buNone/>
            </a:pPr>
            <a:r>
              <a:rPr lang="ja-JP" altLang="en-US" sz="700" kern="0" dirty="0">
                <a:latin typeface="Meiryo UI" panose="020B0604030504040204" pitchFamily="50" charset="-128"/>
                <a:ea typeface="Meiryo UI" panose="020B0604030504040204" pitchFamily="50" charset="-128"/>
              </a:rPr>
              <a:t>完了後</a:t>
            </a:r>
            <a:endParaRPr lang="en-US" altLang="ja-JP" sz="700" kern="0" dirty="0">
              <a:latin typeface="Meiryo UI" panose="020B0604030504040204" pitchFamily="50" charset="-128"/>
              <a:ea typeface="Meiryo UI" panose="020B0604030504040204" pitchFamily="50" charset="-128"/>
            </a:endParaRPr>
          </a:p>
          <a:p>
            <a:pPr marL="0" indent="0">
              <a:spcBef>
                <a:spcPts val="0"/>
              </a:spcBef>
              <a:spcAft>
                <a:spcPts val="0"/>
              </a:spcAft>
              <a:buClrTx/>
              <a:buNone/>
            </a:pPr>
            <a:r>
              <a:rPr lang="ja-JP" altLang="en-US" sz="700" kern="0" dirty="0">
                <a:latin typeface="Meiryo UI" panose="020B0604030504040204" pitchFamily="50" charset="-128"/>
                <a:ea typeface="Meiryo UI" panose="020B0604030504040204" pitchFamily="50" charset="-128"/>
              </a:rPr>
              <a:t>リリース通知</a:t>
            </a:r>
            <a:endParaRPr lang="en-US" altLang="ja-JP" sz="700" kern="0" dirty="0">
              <a:latin typeface="Meiryo UI" panose="020B0604030504040204" pitchFamily="50" charset="-128"/>
              <a:ea typeface="Meiryo UI" panose="020B0604030504040204" pitchFamily="50" charset="-128"/>
            </a:endParaRPr>
          </a:p>
        </p:txBody>
      </p:sp>
      <p:sp>
        <p:nvSpPr>
          <p:cNvPr id="49" name="フローチャート: 書類 48">
            <a:extLst>
              <a:ext uri="{FF2B5EF4-FFF2-40B4-BE49-F238E27FC236}">
                <a16:creationId xmlns:a16="http://schemas.microsoft.com/office/drawing/2014/main" id="{919AB6F9-B470-4726-8105-B01FBEF7F3C3}"/>
              </a:ext>
            </a:extLst>
          </p:cNvPr>
          <p:cNvSpPr/>
          <p:nvPr/>
        </p:nvSpPr>
        <p:spPr bwMode="gray">
          <a:xfrm>
            <a:off x="6236660" y="4444362"/>
            <a:ext cx="535186" cy="348159"/>
          </a:xfrm>
          <a:prstGeom prst="flowChartDocument">
            <a:avLst/>
          </a:prstGeom>
          <a:solidFill>
            <a:srgbClr val="FFFFFF"/>
          </a:solidFill>
          <a:ln w="9525" cap="flat" cmpd="sng" algn="ctr">
            <a:solidFill>
              <a:srgbClr val="87867E"/>
            </a:solidFill>
            <a:prstDash val="solid"/>
            <a:round/>
            <a:headEnd type="none" w="med" len="med"/>
            <a:tailEnd type="none" w="med" len="med"/>
          </a:ln>
          <a:effectLst/>
          <a:extLs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txBody>
          <a:bodyPr vert="horz" wrap="none" lIns="91440" tIns="45720" rIns="91440" bIns="45720" numCol="1" rtlCol="0" anchor="ctr" anchorCtr="0" compatLnSpc="1">
            <a:prstTxWarp prst="textNoShape">
              <a:avLst/>
            </a:prstTxWarp>
          </a:bodyPr>
          <a:lstStyle/>
          <a:p>
            <a:pPr marL="0" marR="0" indent="0" algn="ctr" defTabSz="914400" rtl="0" eaLnBrk="1" fontAlgn="ctr" latinLnBrk="0" hangingPunct="1">
              <a:lnSpc>
                <a:spcPct val="100000"/>
              </a:lnSpc>
              <a:spcBef>
                <a:spcPct val="0"/>
              </a:spcBef>
              <a:spcAft>
                <a:spcPct val="0"/>
              </a:spcAft>
              <a:buClrTx/>
              <a:buSzTx/>
              <a:buFontTx/>
              <a:buNone/>
              <a:tabLst/>
            </a:pPr>
            <a:r>
              <a:rPr kumimoji="1" lang="ja-JP" altLang="en-US" sz="800" b="0" i="0" u="none" strike="noStrike" cap="none" normalizeH="0" baseline="0" dirty="0">
                <a:ln>
                  <a:noFill/>
                </a:ln>
                <a:effectLst/>
                <a:latin typeface="Meiryo UI" panose="020B0604030504040204" pitchFamily="50" charset="-128"/>
                <a:ea typeface="Meiryo UI" panose="020B0604030504040204" pitchFamily="50" charset="-128"/>
              </a:rPr>
              <a:t>更新依頼</a:t>
            </a:r>
            <a:endParaRPr kumimoji="1" lang="en-US" altLang="ja-JP" sz="800" b="0" i="0" u="none" strike="noStrike" cap="none" normalizeH="0" baseline="0" dirty="0">
              <a:ln>
                <a:noFill/>
              </a:ln>
              <a:effectLst/>
              <a:latin typeface="Meiryo UI" panose="020B0604030504040204" pitchFamily="50" charset="-128"/>
              <a:ea typeface="Meiryo UI" panose="020B0604030504040204" pitchFamily="50" charset="-128"/>
            </a:endParaRPr>
          </a:p>
          <a:p>
            <a:pPr marL="0" marR="0" indent="0" algn="ctr" defTabSz="914400" rtl="0" eaLnBrk="1" fontAlgn="ctr" latinLnBrk="0" hangingPunct="1">
              <a:lnSpc>
                <a:spcPct val="100000"/>
              </a:lnSpc>
              <a:spcBef>
                <a:spcPct val="0"/>
              </a:spcBef>
              <a:spcAft>
                <a:spcPct val="0"/>
              </a:spcAft>
              <a:buClrTx/>
              <a:buSzTx/>
              <a:buFontTx/>
              <a:buNone/>
              <a:tabLst/>
            </a:pPr>
            <a:r>
              <a:rPr lang="ja-JP" altLang="en-US" sz="800" dirty="0">
                <a:latin typeface="Meiryo UI" panose="020B0604030504040204" pitchFamily="50" charset="-128"/>
                <a:ea typeface="Meiryo UI" panose="020B0604030504040204" pitchFamily="50" charset="-128"/>
              </a:rPr>
              <a:t>台帳</a:t>
            </a:r>
            <a:endParaRPr kumimoji="1" lang="ja-JP" altLang="en-US" sz="800" b="0" i="0" u="none" strike="noStrike" cap="none" normalizeH="0" baseline="0" dirty="0">
              <a:ln>
                <a:noFill/>
              </a:ln>
              <a:effectLst/>
              <a:latin typeface="Meiryo UI" panose="020B0604030504040204" pitchFamily="50" charset="-128"/>
              <a:ea typeface="Meiryo UI" panose="020B0604030504040204" pitchFamily="50" charset="-128"/>
            </a:endParaRPr>
          </a:p>
        </p:txBody>
      </p:sp>
      <p:sp>
        <p:nvSpPr>
          <p:cNvPr id="51" name="コンテンツ プレースホルダー 2">
            <a:extLst>
              <a:ext uri="{FF2B5EF4-FFF2-40B4-BE49-F238E27FC236}">
                <a16:creationId xmlns:a16="http://schemas.microsoft.com/office/drawing/2014/main" id="{47BEC34E-FE70-40B0-9391-36939357FD1D}"/>
              </a:ext>
            </a:extLst>
          </p:cNvPr>
          <p:cNvSpPr txBox="1">
            <a:spLocks/>
          </p:cNvSpPr>
          <p:nvPr/>
        </p:nvSpPr>
        <p:spPr bwMode="gray">
          <a:xfrm>
            <a:off x="6853460" y="4480898"/>
            <a:ext cx="1347281" cy="139123"/>
          </a:xfrm>
          <a:prstGeom prst="rect">
            <a:avLst/>
          </a:prstGeom>
          <a:noFill/>
          <a:ln>
            <a:noFill/>
          </a:ln>
          <a:effectLst/>
        </p:spPr>
        <p:txBody>
          <a:bodyPr vert="horz" wrap="square" lIns="0" tIns="0" rIns="0" bIns="0" numCol="1" anchor="t" anchorCtr="0" compatLnSpc="1">
            <a:prstTxWarp prst="textNoShape">
              <a:avLst/>
            </a:prstTxWarp>
          </a:bodyPr>
          <a:lstStyle>
            <a:lvl1pPr marL="266700" indent="-266700" algn="l" defTabSz="809625" rtl="0" eaLnBrk="0" fontAlgn="ctr" hangingPunct="0">
              <a:lnSpc>
                <a:spcPct val="110000"/>
              </a:lnSpc>
              <a:spcBef>
                <a:spcPct val="20000"/>
              </a:spcBef>
              <a:spcAft>
                <a:spcPct val="10000"/>
              </a:spcAft>
              <a:buClr>
                <a:srgbClr val="C80202"/>
              </a:buClr>
              <a:buFont typeface="Wingdings" pitchFamily="2" charset="2"/>
              <a:buChar char="n"/>
              <a:defRPr kumimoji="1" sz="2000">
                <a:solidFill>
                  <a:schemeClr val="tx1"/>
                </a:solidFill>
                <a:latin typeface="メイリオ" panose="020B0604030504040204" pitchFamily="50" charset="-128"/>
                <a:ea typeface="メイリオ" panose="020B0604030504040204" pitchFamily="50" charset="-128"/>
                <a:cs typeface="メイリオ" panose="020B0604030504040204" pitchFamily="50" charset="-128"/>
              </a:defRPr>
            </a:lvl1pPr>
            <a:lvl2pPr marL="514350" indent="-246063" algn="l" defTabSz="809625" rtl="0" eaLnBrk="0" fontAlgn="ctr" hangingPunct="0">
              <a:lnSpc>
                <a:spcPct val="110000"/>
              </a:lnSpc>
              <a:spcBef>
                <a:spcPct val="20000"/>
              </a:spcBef>
              <a:spcAft>
                <a:spcPct val="10000"/>
              </a:spcAft>
              <a:buClr>
                <a:srgbClr val="87867E"/>
              </a:buClr>
              <a:buFont typeface="Wingdings" pitchFamily="2" charset="2"/>
              <a:buChar char="n"/>
              <a:defRPr kumimoji="1" sz="1600">
                <a:solidFill>
                  <a:schemeClr val="tx1"/>
                </a:solidFill>
                <a:latin typeface="メイリオ" panose="020B0604030504040204" pitchFamily="50" charset="-128"/>
                <a:ea typeface="メイリオ" panose="020B0604030504040204" pitchFamily="50" charset="-128"/>
                <a:cs typeface="メイリオ" panose="020B0604030504040204" pitchFamily="50" charset="-128"/>
              </a:defRPr>
            </a:lvl2pPr>
            <a:lvl3pPr marL="536575" indent="377825" algn="l" defTabSz="809625" rtl="0" eaLnBrk="0" fontAlgn="ctr" hangingPunct="0">
              <a:lnSpc>
                <a:spcPct val="110000"/>
              </a:lnSpc>
              <a:spcBef>
                <a:spcPct val="20000"/>
              </a:spcBef>
              <a:spcAft>
                <a:spcPct val="10000"/>
              </a:spcAft>
              <a:buClr>
                <a:srgbClr val="808080"/>
              </a:buClr>
              <a:buFont typeface="Wingdings" pitchFamily="2" charset="2"/>
              <a:defRPr kumimoji="1" sz="1600">
                <a:solidFill>
                  <a:schemeClr val="tx1"/>
                </a:solidFill>
                <a:latin typeface="FUJI-新ゴ R" pitchFamily="50" charset="-128"/>
                <a:ea typeface="FUJI-新ゴ R" pitchFamily="50" charset="-128"/>
                <a:cs typeface="Meiryo UI" pitchFamily="50" charset="-128"/>
              </a:defRPr>
            </a:lvl3pPr>
            <a:lvl4pPr marL="717550" indent="-136525" algn="l" defTabSz="809625" rtl="0" eaLnBrk="0" fontAlgn="base" hangingPunct="0">
              <a:lnSpc>
                <a:spcPct val="110000"/>
              </a:lnSpc>
              <a:spcBef>
                <a:spcPct val="20000"/>
              </a:spcBef>
              <a:spcAft>
                <a:spcPct val="10000"/>
              </a:spcAft>
              <a:buClr>
                <a:srgbClr val="87867E"/>
              </a:buClr>
              <a:buSzPct val="50000"/>
              <a:buFont typeface="Wingdings" pitchFamily="2" charset="2"/>
              <a:buChar char="l"/>
              <a:defRPr kumimoji="1" sz="1400">
                <a:solidFill>
                  <a:schemeClr val="tx1"/>
                </a:solidFill>
                <a:latin typeface="FUJI-新ゴ R" pitchFamily="50" charset="-128"/>
                <a:ea typeface="FUJI-新ゴ R" pitchFamily="50" charset="-128"/>
                <a:cs typeface="Meiryo UI" pitchFamily="50" charset="-128"/>
              </a:defRPr>
            </a:lvl4pPr>
            <a:lvl5pPr marL="2057400" indent="-228600" algn="l" defTabSz="809625" rtl="0" eaLnBrk="0" fontAlgn="base" hangingPunct="0">
              <a:spcBef>
                <a:spcPct val="20000"/>
              </a:spcBef>
              <a:spcAft>
                <a:spcPct val="0"/>
              </a:spcAft>
              <a:buChar char="»"/>
              <a:defRPr kumimoji="1" sz="2000">
                <a:solidFill>
                  <a:schemeClr val="tx1"/>
                </a:solidFill>
                <a:latin typeface="FUJI-新ゴ R" panose="020B0400000000000000" pitchFamily="50" charset="-128"/>
                <a:ea typeface="FUJI-新ゴ R" panose="020B0400000000000000" pitchFamily="50" charset="-128"/>
                <a:cs typeface="ＭＳ Ｐゴシック" pitchFamily="50" charset="-128"/>
              </a:defRPr>
            </a:lvl5pPr>
            <a:lvl6pPr marL="2514600" indent="-228600" algn="l" defTabSz="809625" rtl="0" fontAlgn="base">
              <a:spcBef>
                <a:spcPct val="20000"/>
              </a:spcBef>
              <a:spcAft>
                <a:spcPct val="0"/>
              </a:spcAft>
              <a:buChar char="»"/>
              <a:defRPr kumimoji="1" sz="2000">
                <a:solidFill>
                  <a:schemeClr val="tx1"/>
                </a:solidFill>
                <a:latin typeface="+mn-lt"/>
                <a:ea typeface="+mn-ea"/>
              </a:defRPr>
            </a:lvl6pPr>
            <a:lvl7pPr marL="2971800" indent="-228600" algn="l" defTabSz="809625" rtl="0" fontAlgn="base">
              <a:spcBef>
                <a:spcPct val="20000"/>
              </a:spcBef>
              <a:spcAft>
                <a:spcPct val="0"/>
              </a:spcAft>
              <a:buChar char="»"/>
              <a:defRPr kumimoji="1" sz="2000">
                <a:solidFill>
                  <a:schemeClr val="tx1"/>
                </a:solidFill>
                <a:latin typeface="+mn-lt"/>
                <a:ea typeface="+mn-ea"/>
              </a:defRPr>
            </a:lvl7pPr>
            <a:lvl8pPr marL="3429000" indent="-228600" algn="l" defTabSz="809625" rtl="0" fontAlgn="base">
              <a:spcBef>
                <a:spcPct val="20000"/>
              </a:spcBef>
              <a:spcAft>
                <a:spcPct val="0"/>
              </a:spcAft>
              <a:buChar char="»"/>
              <a:defRPr kumimoji="1" sz="2000">
                <a:solidFill>
                  <a:schemeClr val="tx1"/>
                </a:solidFill>
                <a:latin typeface="+mn-lt"/>
                <a:ea typeface="+mn-ea"/>
              </a:defRPr>
            </a:lvl8pPr>
            <a:lvl9pPr marL="3886200" indent="-228600" algn="l" defTabSz="809625" rtl="0" fontAlgn="base">
              <a:spcBef>
                <a:spcPct val="20000"/>
              </a:spcBef>
              <a:spcAft>
                <a:spcPct val="0"/>
              </a:spcAft>
              <a:buChar char="»"/>
              <a:defRPr kumimoji="1" sz="2000">
                <a:solidFill>
                  <a:schemeClr val="tx1"/>
                </a:solidFill>
                <a:latin typeface="+mn-lt"/>
                <a:ea typeface="+mn-ea"/>
              </a:defRPr>
            </a:lvl9pPr>
          </a:lstStyle>
          <a:p>
            <a:pPr marL="0" indent="0">
              <a:spcBef>
                <a:spcPts val="0"/>
              </a:spcBef>
              <a:spcAft>
                <a:spcPts val="0"/>
              </a:spcAft>
              <a:buClrTx/>
              <a:buNone/>
            </a:pPr>
            <a:r>
              <a:rPr lang="ja-JP" altLang="en-US" sz="600" kern="0" dirty="0">
                <a:latin typeface="Meiryo UI" panose="020B0604030504040204" pitchFamily="50" charset="-128"/>
                <a:ea typeface="Meiryo UI" panose="020B0604030504040204" pitchFamily="50" charset="-128"/>
              </a:rPr>
              <a:t>更新依頼台帳にリリース結果記入</a:t>
            </a:r>
            <a:endParaRPr lang="en-US" altLang="ja-JP" sz="600" kern="0" dirty="0">
              <a:latin typeface="Meiryo UI" panose="020B0604030504040204" pitchFamily="50" charset="-128"/>
              <a:ea typeface="Meiryo UI" panose="020B0604030504040204" pitchFamily="50" charset="-128"/>
            </a:endParaRPr>
          </a:p>
        </p:txBody>
      </p:sp>
      <p:sp>
        <p:nvSpPr>
          <p:cNvPr id="52" name="正方形/長方形 51">
            <a:extLst>
              <a:ext uri="{FF2B5EF4-FFF2-40B4-BE49-F238E27FC236}">
                <a16:creationId xmlns:a16="http://schemas.microsoft.com/office/drawing/2014/main" id="{C68BCA70-D9EA-43B1-9CBF-33B6DD464DEA}"/>
              </a:ext>
            </a:extLst>
          </p:cNvPr>
          <p:cNvSpPr/>
          <p:nvPr/>
        </p:nvSpPr>
        <p:spPr>
          <a:xfrm>
            <a:off x="90887" y="712557"/>
            <a:ext cx="8296360" cy="369204"/>
          </a:xfrm>
          <a:prstGeom prst="rect">
            <a:avLst/>
          </a:prstGeom>
        </p:spPr>
        <p:txBody>
          <a:bodyPr wrap="square">
            <a:spAutoFit/>
          </a:bodyPr>
          <a:lstStyle/>
          <a:p>
            <a:pPr marL="285664" indent="-285664">
              <a:buClr>
                <a:schemeClr val="accent4"/>
              </a:buClr>
              <a:buFont typeface="Wingdings" panose="05000000000000000000" pitchFamily="2" charset="2"/>
              <a:buChar char="n"/>
            </a:pPr>
            <a:r>
              <a:rPr lang="ja-JP" altLang="en-US" sz="1799" dirty="0">
                <a:latin typeface="Meiryo UI" panose="020B0604030504040204" pitchFamily="50" charset="-128"/>
                <a:ea typeface="Meiryo UI" panose="020B0604030504040204" pitchFamily="50" charset="-128"/>
              </a:rPr>
              <a:t>更新要求は随時、</a:t>
            </a:r>
            <a:r>
              <a:rPr lang="en-US" altLang="ja-JP" sz="1799" dirty="0">
                <a:latin typeface="Meiryo UI" panose="020B0604030504040204" pitchFamily="50" charset="-128"/>
                <a:ea typeface="Meiryo UI" panose="020B0604030504040204" pitchFamily="50" charset="-128"/>
              </a:rPr>
              <a:t>Activate</a:t>
            </a:r>
            <a:r>
              <a:rPr lang="ja-JP" altLang="en-US" sz="1799" dirty="0">
                <a:latin typeface="Meiryo UI" panose="020B0604030504040204" pitchFamily="50" charset="-128"/>
                <a:ea typeface="Meiryo UI" panose="020B0604030504040204" pitchFamily="50" charset="-128"/>
              </a:rPr>
              <a:t>ドキュメントリリースは四半期とする。</a:t>
            </a:r>
          </a:p>
        </p:txBody>
      </p:sp>
      <p:sp>
        <p:nvSpPr>
          <p:cNvPr id="53" name="スライド番号プレースホルダー 52">
            <a:extLst>
              <a:ext uri="{FF2B5EF4-FFF2-40B4-BE49-F238E27FC236}">
                <a16:creationId xmlns:a16="http://schemas.microsoft.com/office/drawing/2014/main" id="{02317E0E-972E-442B-8223-592CF66F5F1D}"/>
              </a:ext>
            </a:extLst>
          </p:cNvPr>
          <p:cNvSpPr>
            <a:spLocks noGrp="1"/>
          </p:cNvSpPr>
          <p:nvPr>
            <p:ph type="sldNum" sz="quarter" idx="11"/>
          </p:nvPr>
        </p:nvSpPr>
        <p:spPr/>
        <p:txBody>
          <a:bodyPr/>
          <a:lstStyle/>
          <a:p>
            <a:fld id="{72E657AC-4808-49C2-85C9-9B8A09B04136}" type="slidenum">
              <a:rPr lang="de-DE" altLang="ja-JP" smtClean="0"/>
              <a:pPr/>
              <a:t>6</a:t>
            </a:fld>
            <a:endParaRPr lang="de-DE" altLang="ja-JP"/>
          </a:p>
        </p:txBody>
      </p:sp>
      <p:sp>
        <p:nvSpPr>
          <p:cNvPr id="54" name="フローチャート: 書類 53">
            <a:extLst>
              <a:ext uri="{FF2B5EF4-FFF2-40B4-BE49-F238E27FC236}">
                <a16:creationId xmlns:a16="http://schemas.microsoft.com/office/drawing/2014/main" id="{C2C7DC9D-791D-4748-B0CC-7D218ADD6870}"/>
              </a:ext>
            </a:extLst>
          </p:cNvPr>
          <p:cNvSpPr/>
          <p:nvPr/>
        </p:nvSpPr>
        <p:spPr bwMode="gray">
          <a:xfrm>
            <a:off x="3020343" y="2503384"/>
            <a:ext cx="535186" cy="348159"/>
          </a:xfrm>
          <a:prstGeom prst="flowChartDocument">
            <a:avLst/>
          </a:prstGeom>
          <a:solidFill>
            <a:srgbClr val="FFFFFF"/>
          </a:solidFill>
          <a:ln w="9525" cap="flat" cmpd="sng" algn="ctr">
            <a:solidFill>
              <a:srgbClr val="87867E"/>
            </a:solidFill>
            <a:prstDash val="solid"/>
            <a:round/>
            <a:headEnd type="none" w="med" len="med"/>
            <a:tailEnd type="none" w="med" len="med"/>
          </a:ln>
          <a:effectLst/>
          <a:extLs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txBody>
          <a:bodyPr vert="horz" wrap="none" lIns="91440" tIns="45720" rIns="91440" bIns="45720" numCol="1" rtlCol="0" anchor="ctr" anchorCtr="0" compatLnSpc="1">
            <a:prstTxWarp prst="textNoShape">
              <a:avLst/>
            </a:prstTxWarp>
          </a:bodyPr>
          <a:lstStyle/>
          <a:p>
            <a:pPr marL="0" marR="0" indent="0" algn="ctr" defTabSz="914400" rtl="0" eaLnBrk="1" fontAlgn="ctr" latinLnBrk="0" hangingPunct="1">
              <a:lnSpc>
                <a:spcPct val="100000"/>
              </a:lnSpc>
              <a:spcBef>
                <a:spcPct val="0"/>
              </a:spcBef>
              <a:spcAft>
                <a:spcPct val="0"/>
              </a:spcAft>
              <a:buClrTx/>
              <a:buSzTx/>
              <a:buFontTx/>
              <a:buNone/>
              <a:tabLst/>
            </a:pPr>
            <a:r>
              <a:rPr kumimoji="1" lang="ja-JP" altLang="en-US" sz="800" b="0" i="0" u="none" strike="noStrike" cap="none" normalizeH="0" baseline="0" dirty="0">
                <a:ln>
                  <a:noFill/>
                </a:ln>
                <a:effectLst/>
                <a:latin typeface="Meiryo UI" panose="020B0604030504040204" pitchFamily="50" charset="-128"/>
                <a:ea typeface="Meiryo UI" panose="020B0604030504040204" pitchFamily="50" charset="-128"/>
              </a:rPr>
              <a:t>更新対象</a:t>
            </a:r>
            <a:endParaRPr kumimoji="1" lang="en-US" altLang="ja-JP" sz="800" b="0" i="0" u="none" strike="noStrike" cap="none" normalizeH="0" baseline="0" dirty="0">
              <a:ln>
                <a:noFill/>
              </a:ln>
              <a:effectLst/>
              <a:latin typeface="Meiryo UI" panose="020B0604030504040204" pitchFamily="50" charset="-128"/>
              <a:ea typeface="Meiryo UI" panose="020B0604030504040204" pitchFamily="50" charset="-128"/>
            </a:endParaRPr>
          </a:p>
          <a:p>
            <a:pPr marL="0" marR="0" indent="0" algn="ctr" defTabSz="914400" rtl="0" eaLnBrk="1" fontAlgn="ctr" latinLnBrk="0" hangingPunct="1">
              <a:lnSpc>
                <a:spcPct val="100000"/>
              </a:lnSpc>
              <a:spcBef>
                <a:spcPct val="0"/>
              </a:spcBef>
              <a:spcAft>
                <a:spcPct val="0"/>
              </a:spcAft>
              <a:buClrTx/>
              <a:buSzTx/>
              <a:buFontTx/>
              <a:buNone/>
              <a:tabLst/>
            </a:pPr>
            <a:r>
              <a:rPr lang="ja-JP" altLang="en-US" sz="800" dirty="0">
                <a:latin typeface="Meiryo UI" panose="020B0604030504040204" pitchFamily="50" charset="-128"/>
                <a:ea typeface="Meiryo UI" panose="020B0604030504040204" pitchFamily="50" charset="-128"/>
              </a:rPr>
              <a:t>ドキュメント</a:t>
            </a:r>
            <a:endParaRPr kumimoji="1" lang="ja-JP" altLang="en-US" sz="800" b="0" i="0" u="none" strike="noStrike" cap="none" normalizeH="0" baseline="0" dirty="0">
              <a:ln>
                <a:noFill/>
              </a:ln>
              <a:effectLst/>
              <a:latin typeface="Meiryo UI" panose="020B0604030504040204" pitchFamily="50" charset="-128"/>
              <a:ea typeface="Meiryo UI" panose="020B0604030504040204" pitchFamily="50" charset="-128"/>
            </a:endParaRPr>
          </a:p>
        </p:txBody>
      </p:sp>
      <p:sp>
        <p:nvSpPr>
          <p:cNvPr id="55" name="フローチャート: 書類 54">
            <a:extLst>
              <a:ext uri="{FF2B5EF4-FFF2-40B4-BE49-F238E27FC236}">
                <a16:creationId xmlns:a16="http://schemas.microsoft.com/office/drawing/2014/main" id="{FC248D75-83BB-4C46-A4BF-420C01C8A8C2}"/>
              </a:ext>
            </a:extLst>
          </p:cNvPr>
          <p:cNvSpPr/>
          <p:nvPr/>
        </p:nvSpPr>
        <p:spPr bwMode="gray">
          <a:xfrm>
            <a:off x="3181746" y="2782342"/>
            <a:ext cx="535186" cy="348159"/>
          </a:xfrm>
          <a:prstGeom prst="flowChartDocument">
            <a:avLst/>
          </a:prstGeom>
          <a:solidFill>
            <a:srgbClr val="FFFFFF"/>
          </a:solidFill>
          <a:ln w="9525" cap="flat" cmpd="sng" algn="ctr">
            <a:solidFill>
              <a:srgbClr val="87867E"/>
            </a:solidFill>
            <a:prstDash val="solid"/>
            <a:round/>
            <a:headEnd type="none" w="med" len="med"/>
            <a:tailEnd type="none" w="med" len="med"/>
          </a:ln>
          <a:effectLst/>
          <a:extLs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txBody>
          <a:bodyPr vert="horz" wrap="none" lIns="91440" tIns="45720" rIns="91440" bIns="45720" numCol="1" rtlCol="0" anchor="ctr" anchorCtr="0" compatLnSpc="1">
            <a:prstTxWarp prst="textNoShape">
              <a:avLst/>
            </a:prstTxWarp>
          </a:bodyPr>
          <a:lstStyle/>
          <a:p>
            <a:pPr marL="0" marR="0" indent="0" algn="ctr" defTabSz="914400" rtl="0" eaLnBrk="1" fontAlgn="ctr" latinLnBrk="0" hangingPunct="1">
              <a:lnSpc>
                <a:spcPct val="100000"/>
              </a:lnSpc>
              <a:spcBef>
                <a:spcPct val="0"/>
              </a:spcBef>
              <a:spcAft>
                <a:spcPct val="0"/>
              </a:spcAft>
              <a:buClrTx/>
              <a:buSzTx/>
              <a:buFontTx/>
              <a:buNone/>
              <a:tabLst/>
            </a:pPr>
            <a:r>
              <a:rPr kumimoji="1" lang="ja-JP" altLang="en-US" sz="800" dirty="0">
                <a:latin typeface="Meiryo UI" panose="020B0604030504040204" pitchFamily="50" charset="-128"/>
                <a:ea typeface="Meiryo UI" panose="020B0604030504040204" pitchFamily="50" charset="-128"/>
              </a:rPr>
              <a:t>更新</a:t>
            </a:r>
            <a:r>
              <a:rPr kumimoji="1" lang="ja-JP" altLang="en-US" sz="800" b="0" i="0" u="none" strike="noStrike" cap="none" normalizeH="0" baseline="0" dirty="0">
                <a:ln>
                  <a:noFill/>
                </a:ln>
                <a:effectLst/>
                <a:latin typeface="Meiryo UI" panose="020B0604030504040204" pitchFamily="50" charset="-128"/>
                <a:ea typeface="Meiryo UI" panose="020B0604030504040204" pitchFamily="50" charset="-128"/>
              </a:rPr>
              <a:t>依頼</a:t>
            </a:r>
            <a:endParaRPr kumimoji="1" lang="en-US" altLang="ja-JP" sz="800" b="0" i="0" u="none" strike="noStrike" cap="none" normalizeH="0" baseline="0" dirty="0">
              <a:ln>
                <a:noFill/>
              </a:ln>
              <a:effectLst/>
              <a:latin typeface="Meiryo UI" panose="020B0604030504040204" pitchFamily="50" charset="-128"/>
              <a:ea typeface="Meiryo UI" panose="020B0604030504040204" pitchFamily="50" charset="-128"/>
            </a:endParaRPr>
          </a:p>
          <a:p>
            <a:pPr marL="0" marR="0" indent="0" algn="ctr" defTabSz="914400" rtl="0" eaLnBrk="1" fontAlgn="ctr" latinLnBrk="0" hangingPunct="1">
              <a:lnSpc>
                <a:spcPct val="100000"/>
              </a:lnSpc>
              <a:spcBef>
                <a:spcPct val="0"/>
              </a:spcBef>
              <a:spcAft>
                <a:spcPct val="0"/>
              </a:spcAft>
              <a:buClrTx/>
              <a:buSzTx/>
              <a:buFontTx/>
              <a:buNone/>
              <a:tabLst/>
            </a:pPr>
            <a:r>
              <a:rPr lang="ja-JP" altLang="en-US" sz="800" dirty="0">
                <a:latin typeface="Meiryo UI" panose="020B0604030504040204" pitchFamily="50" charset="-128"/>
                <a:ea typeface="Meiryo UI" panose="020B0604030504040204" pitchFamily="50" charset="-128"/>
              </a:rPr>
              <a:t>台帳</a:t>
            </a:r>
            <a:endParaRPr kumimoji="1" lang="ja-JP" altLang="en-US" sz="800" b="0" i="0" u="none" strike="noStrike" cap="none" normalizeH="0" baseline="0" dirty="0">
              <a:ln>
                <a:noFill/>
              </a:ln>
              <a:effectLst/>
              <a:latin typeface="Meiryo UI" panose="020B0604030504040204" pitchFamily="50" charset="-128"/>
              <a:ea typeface="Meiryo UI" panose="020B0604030504040204" pitchFamily="50" charset="-128"/>
            </a:endParaRPr>
          </a:p>
        </p:txBody>
      </p:sp>
      <p:sp>
        <p:nvSpPr>
          <p:cNvPr id="56" name="フローチャート: 書類 55">
            <a:extLst>
              <a:ext uri="{FF2B5EF4-FFF2-40B4-BE49-F238E27FC236}">
                <a16:creationId xmlns:a16="http://schemas.microsoft.com/office/drawing/2014/main" id="{340BD647-73CB-4527-BB19-0FA25BA33025}"/>
              </a:ext>
            </a:extLst>
          </p:cNvPr>
          <p:cNvSpPr/>
          <p:nvPr/>
        </p:nvSpPr>
        <p:spPr bwMode="gray">
          <a:xfrm>
            <a:off x="6075224" y="2498335"/>
            <a:ext cx="535186" cy="348159"/>
          </a:xfrm>
          <a:prstGeom prst="flowChartDocument">
            <a:avLst/>
          </a:prstGeom>
          <a:solidFill>
            <a:srgbClr val="FFFFFF"/>
          </a:solidFill>
          <a:ln w="9525" cap="flat" cmpd="sng" algn="ctr">
            <a:solidFill>
              <a:srgbClr val="87867E"/>
            </a:solidFill>
            <a:prstDash val="solid"/>
            <a:round/>
            <a:headEnd type="none" w="med" len="med"/>
            <a:tailEnd type="none" w="med" len="med"/>
          </a:ln>
          <a:effectLst/>
          <a:extLs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txBody>
          <a:bodyPr vert="horz" wrap="none" lIns="91440" tIns="45720" rIns="91440" bIns="45720" numCol="1" rtlCol="0" anchor="ctr" anchorCtr="0" compatLnSpc="1">
            <a:prstTxWarp prst="textNoShape">
              <a:avLst/>
            </a:prstTxWarp>
          </a:bodyPr>
          <a:lstStyle/>
          <a:p>
            <a:pPr marL="0" marR="0" indent="0" algn="ctr" defTabSz="914400" rtl="0" eaLnBrk="1" fontAlgn="ctr" latinLnBrk="0" hangingPunct="1">
              <a:lnSpc>
                <a:spcPct val="100000"/>
              </a:lnSpc>
              <a:spcBef>
                <a:spcPct val="0"/>
              </a:spcBef>
              <a:spcAft>
                <a:spcPct val="0"/>
              </a:spcAft>
              <a:buClrTx/>
              <a:buSzTx/>
              <a:buFontTx/>
              <a:buNone/>
              <a:tabLst/>
            </a:pPr>
            <a:r>
              <a:rPr kumimoji="1" lang="ja-JP" altLang="en-US" sz="800" b="0" i="0" u="none" strike="noStrike" cap="none" normalizeH="0" baseline="0" dirty="0">
                <a:ln>
                  <a:noFill/>
                </a:ln>
                <a:effectLst/>
                <a:latin typeface="Meiryo UI" panose="020B0604030504040204" pitchFamily="50" charset="-128"/>
                <a:ea typeface="Meiryo UI" panose="020B0604030504040204" pitchFamily="50" charset="-128"/>
              </a:rPr>
              <a:t>更新対象</a:t>
            </a:r>
            <a:endParaRPr kumimoji="1" lang="en-US" altLang="ja-JP" sz="800" b="0" i="0" u="none" strike="noStrike" cap="none" normalizeH="0" baseline="0" dirty="0">
              <a:ln>
                <a:noFill/>
              </a:ln>
              <a:effectLst/>
              <a:latin typeface="Meiryo UI" panose="020B0604030504040204" pitchFamily="50" charset="-128"/>
              <a:ea typeface="Meiryo UI" panose="020B0604030504040204" pitchFamily="50" charset="-128"/>
            </a:endParaRPr>
          </a:p>
          <a:p>
            <a:pPr marL="0" marR="0" indent="0" algn="ctr" defTabSz="914400" rtl="0" eaLnBrk="1" fontAlgn="ctr" latinLnBrk="0" hangingPunct="1">
              <a:lnSpc>
                <a:spcPct val="100000"/>
              </a:lnSpc>
              <a:spcBef>
                <a:spcPct val="0"/>
              </a:spcBef>
              <a:spcAft>
                <a:spcPct val="0"/>
              </a:spcAft>
              <a:buClrTx/>
              <a:buSzTx/>
              <a:buFontTx/>
              <a:buNone/>
              <a:tabLst/>
            </a:pPr>
            <a:r>
              <a:rPr lang="ja-JP" altLang="en-US" sz="800" dirty="0">
                <a:latin typeface="Meiryo UI" panose="020B0604030504040204" pitchFamily="50" charset="-128"/>
                <a:ea typeface="Meiryo UI" panose="020B0604030504040204" pitchFamily="50" charset="-128"/>
              </a:rPr>
              <a:t>ドキュメント</a:t>
            </a:r>
            <a:endParaRPr kumimoji="1" lang="ja-JP" altLang="en-US" sz="800" b="0" i="0" u="none" strike="noStrike" cap="none" normalizeH="0" baseline="0" dirty="0">
              <a:ln>
                <a:noFill/>
              </a:ln>
              <a:effectLst/>
              <a:latin typeface="Meiryo UI" panose="020B0604030504040204" pitchFamily="50" charset="-128"/>
              <a:ea typeface="Meiryo UI" panose="020B0604030504040204" pitchFamily="50" charset="-128"/>
            </a:endParaRPr>
          </a:p>
        </p:txBody>
      </p:sp>
      <p:sp>
        <p:nvSpPr>
          <p:cNvPr id="57" name="フローチャート: 書類 56">
            <a:extLst>
              <a:ext uri="{FF2B5EF4-FFF2-40B4-BE49-F238E27FC236}">
                <a16:creationId xmlns:a16="http://schemas.microsoft.com/office/drawing/2014/main" id="{08FE72F7-A99E-40EA-BE52-EBAE8D3CC188}"/>
              </a:ext>
            </a:extLst>
          </p:cNvPr>
          <p:cNvSpPr/>
          <p:nvPr/>
        </p:nvSpPr>
        <p:spPr bwMode="gray">
          <a:xfrm>
            <a:off x="6236627" y="2777293"/>
            <a:ext cx="535186" cy="348159"/>
          </a:xfrm>
          <a:prstGeom prst="flowChartDocument">
            <a:avLst/>
          </a:prstGeom>
          <a:solidFill>
            <a:srgbClr val="FFFFFF"/>
          </a:solidFill>
          <a:ln w="9525" cap="flat" cmpd="sng" algn="ctr">
            <a:solidFill>
              <a:srgbClr val="87867E"/>
            </a:solidFill>
            <a:prstDash val="solid"/>
            <a:round/>
            <a:headEnd type="none" w="med" len="med"/>
            <a:tailEnd type="none" w="med" len="med"/>
          </a:ln>
          <a:effectLst/>
          <a:extLs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txBody>
          <a:bodyPr vert="horz" wrap="none" lIns="91440" tIns="45720" rIns="91440" bIns="45720" numCol="1" rtlCol="0" anchor="ctr" anchorCtr="0" compatLnSpc="1">
            <a:prstTxWarp prst="textNoShape">
              <a:avLst/>
            </a:prstTxWarp>
          </a:bodyPr>
          <a:lstStyle/>
          <a:p>
            <a:pPr marL="0" marR="0" indent="0" algn="ctr" defTabSz="914400" rtl="0" eaLnBrk="1" fontAlgn="ctr" latinLnBrk="0" hangingPunct="1">
              <a:lnSpc>
                <a:spcPct val="100000"/>
              </a:lnSpc>
              <a:spcBef>
                <a:spcPct val="0"/>
              </a:spcBef>
              <a:spcAft>
                <a:spcPct val="0"/>
              </a:spcAft>
              <a:buClrTx/>
              <a:buSzTx/>
              <a:buFontTx/>
              <a:buNone/>
              <a:tabLst/>
            </a:pPr>
            <a:r>
              <a:rPr kumimoji="1" lang="ja-JP" altLang="en-US" sz="800" dirty="0">
                <a:latin typeface="Meiryo UI" panose="020B0604030504040204" pitchFamily="50" charset="-128"/>
                <a:ea typeface="Meiryo UI" panose="020B0604030504040204" pitchFamily="50" charset="-128"/>
              </a:rPr>
              <a:t>更新</a:t>
            </a:r>
            <a:r>
              <a:rPr kumimoji="1" lang="ja-JP" altLang="en-US" sz="800" b="0" i="0" u="none" strike="noStrike" cap="none" normalizeH="0" baseline="0" dirty="0">
                <a:ln>
                  <a:noFill/>
                </a:ln>
                <a:effectLst/>
                <a:latin typeface="Meiryo UI" panose="020B0604030504040204" pitchFamily="50" charset="-128"/>
                <a:ea typeface="Meiryo UI" panose="020B0604030504040204" pitchFamily="50" charset="-128"/>
              </a:rPr>
              <a:t>依頼</a:t>
            </a:r>
            <a:endParaRPr kumimoji="1" lang="en-US" altLang="ja-JP" sz="800" b="0" i="0" u="none" strike="noStrike" cap="none" normalizeH="0" baseline="0" dirty="0">
              <a:ln>
                <a:noFill/>
              </a:ln>
              <a:effectLst/>
              <a:latin typeface="Meiryo UI" panose="020B0604030504040204" pitchFamily="50" charset="-128"/>
              <a:ea typeface="Meiryo UI" panose="020B0604030504040204" pitchFamily="50" charset="-128"/>
            </a:endParaRPr>
          </a:p>
          <a:p>
            <a:pPr marL="0" marR="0" indent="0" algn="ctr" defTabSz="914400" rtl="0" eaLnBrk="1" fontAlgn="ctr" latinLnBrk="0" hangingPunct="1">
              <a:lnSpc>
                <a:spcPct val="100000"/>
              </a:lnSpc>
              <a:spcBef>
                <a:spcPct val="0"/>
              </a:spcBef>
              <a:spcAft>
                <a:spcPct val="0"/>
              </a:spcAft>
              <a:buClrTx/>
              <a:buSzTx/>
              <a:buFontTx/>
              <a:buNone/>
              <a:tabLst/>
            </a:pPr>
            <a:r>
              <a:rPr lang="ja-JP" altLang="en-US" sz="800" dirty="0">
                <a:latin typeface="Meiryo UI" panose="020B0604030504040204" pitchFamily="50" charset="-128"/>
                <a:ea typeface="Meiryo UI" panose="020B0604030504040204" pitchFamily="50" charset="-128"/>
              </a:rPr>
              <a:t>台帳</a:t>
            </a:r>
            <a:endParaRPr kumimoji="1" lang="ja-JP" altLang="en-US" sz="800" b="0" i="0" u="none" strike="noStrike" cap="none" normalizeH="0" baseline="0" dirty="0">
              <a:ln>
                <a:noFill/>
              </a:ln>
              <a:effectLst/>
              <a:latin typeface="Meiryo UI" panose="020B0604030504040204" pitchFamily="50" charset="-128"/>
              <a:ea typeface="Meiryo UI" panose="020B0604030504040204" pitchFamily="50" charset="-128"/>
            </a:endParaRPr>
          </a:p>
        </p:txBody>
      </p:sp>
      <p:cxnSp>
        <p:nvCxnSpPr>
          <p:cNvPr id="58" name="コネクタ: カギ線 57">
            <a:extLst>
              <a:ext uri="{FF2B5EF4-FFF2-40B4-BE49-F238E27FC236}">
                <a16:creationId xmlns:a16="http://schemas.microsoft.com/office/drawing/2014/main" id="{E0790948-29FB-420D-8DC1-6D9291430D46}"/>
              </a:ext>
            </a:extLst>
          </p:cNvPr>
          <p:cNvCxnSpPr>
            <a:cxnSpLocks/>
            <a:stCxn id="56" idx="3"/>
            <a:endCxn id="26" idx="0"/>
          </p:cNvCxnSpPr>
          <p:nvPr/>
        </p:nvCxnSpPr>
        <p:spPr bwMode="auto">
          <a:xfrm>
            <a:off x="6610410" y="2672415"/>
            <a:ext cx="397316" cy="757016"/>
          </a:xfrm>
          <a:prstGeom prst="bentConnector2">
            <a:avLst/>
          </a:prstGeom>
          <a:gradFill rotWithShape="0">
            <a:gsLst>
              <a:gs pos="0">
                <a:srgbClr val="FFFFFF"/>
              </a:gs>
              <a:gs pos="100000">
                <a:srgbClr val="CACAC7"/>
              </a:gs>
            </a:gsLst>
            <a:lin ang="5400000" scaled="1"/>
          </a:gradFill>
          <a:ln w="9525" cap="flat" cmpd="sng" algn="ctr">
            <a:solidFill>
              <a:srgbClr val="57564F"/>
            </a:solidFill>
            <a:prstDash val="dash"/>
            <a:round/>
            <a:headEnd type="none" w="med" len="med"/>
            <a:tailEnd type="triangle"/>
          </a:ln>
          <a:effectLst/>
          <a:extLs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cxnSp>
      <p:cxnSp>
        <p:nvCxnSpPr>
          <p:cNvPr id="59" name="コネクタ: カギ線 58">
            <a:extLst>
              <a:ext uri="{FF2B5EF4-FFF2-40B4-BE49-F238E27FC236}">
                <a16:creationId xmlns:a16="http://schemas.microsoft.com/office/drawing/2014/main" id="{BE7E2007-9981-4AD5-9EF4-3CFC9A09E6B3}"/>
              </a:ext>
            </a:extLst>
          </p:cNvPr>
          <p:cNvCxnSpPr>
            <a:cxnSpLocks/>
            <a:stCxn id="49" idx="3"/>
            <a:endCxn id="35" idx="1"/>
          </p:cNvCxnSpPr>
          <p:nvPr/>
        </p:nvCxnSpPr>
        <p:spPr bwMode="auto">
          <a:xfrm>
            <a:off x="6771846" y="4618442"/>
            <a:ext cx="1362224" cy="5291"/>
          </a:xfrm>
          <a:prstGeom prst="bentConnector3">
            <a:avLst>
              <a:gd name="adj1" fmla="val 50000"/>
            </a:avLst>
          </a:prstGeom>
          <a:gradFill rotWithShape="0">
            <a:gsLst>
              <a:gs pos="0">
                <a:srgbClr val="FFFFFF"/>
              </a:gs>
              <a:gs pos="100000">
                <a:srgbClr val="CACAC7"/>
              </a:gs>
            </a:gsLst>
            <a:lin ang="5400000" scaled="1"/>
          </a:gradFill>
          <a:ln w="9525" cap="flat" cmpd="sng" algn="ctr">
            <a:solidFill>
              <a:srgbClr val="57564F"/>
            </a:solidFill>
            <a:prstDash val="solid"/>
            <a:round/>
            <a:headEnd type="none" w="med" len="med"/>
            <a:tailEnd type="triangle"/>
          </a:ln>
          <a:effectLst/>
          <a:extLs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cxnSp>
    </p:spTree>
    <p:extLst>
      <p:ext uri="{BB962C8B-B14F-4D97-AF65-F5344CB8AC3E}">
        <p14:creationId xmlns:p14="http://schemas.microsoft.com/office/powerpoint/2010/main" val="1724189210"/>
      </p:ext>
    </p:extLst>
  </p:cSld>
  <p:clrMapOvr>
    <a:masterClrMapping/>
  </p:clrMapOvr>
  <p:transition advClick="0" advTm="10000"/>
</p:sld>
</file>

<file path=ppt/slides/slide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35874" name="Rectangle 2"/>
          <p:cNvSpPr>
            <a:spLocks noGrp="1" noChangeArrowheads="1"/>
          </p:cNvSpPr>
          <p:nvPr>
            <p:ph type="title"/>
          </p:nvPr>
        </p:nvSpPr>
        <p:spPr/>
        <p:txBody>
          <a:bodyPr vert="horz" lIns="0" tIns="108000" rIns="0" bIns="0" rtlCol="0" anchor="ctr">
            <a:normAutofit fontScale="90000"/>
          </a:bodyPr>
          <a:lstStyle/>
          <a:p>
            <a:r>
              <a:rPr lang="zh-TW" altLang="en-US" sz="2800" dirty="0">
                <a:latin typeface="+mj-lt"/>
                <a:ea typeface="+mj-ea"/>
              </a:rPr>
              <a:t>構成管理実施手順</a:t>
            </a:r>
            <a:r>
              <a:rPr lang="ja-JP" altLang="en-US" sz="2800" dirty="0">
                <a:latin typeface="+mj-lt"/>
                <a:ea typeface="+mj-ea"/>
              </a:rPr>
              <a:t> </a:t>
            </a:r>
            <a:r>
              <a:rPr lang="en-US" altLang="ja-JP" sz="2800" dirty="0">
                <a:latin typeface="+mj-lt"/>
                <a:ea typeface="+mj-ea"/>
              </a:rPr>
              <a:t>-</a:t>
            </a:r>
            <a:r>
              <a:rPr lang="en-US" altLang="ja-JP" sz="2800" b="1" kern="0" dirty="0">
                <a:solidFill>
                  <a:schemeClr val="bg1"/>
                </a:solidFill>
                <a:latin typeface="Meiryo UI" panose="020B0604030504040204" pitchFamily="50" charset="-128"/>
                <a:ea typeface="Meiryo UI" panose="020B0604030504040204" pitchFamily="50" charset="-128"/>
              </a:rPr>
              <a:t>1.Activate</a:t>
            </a:r>
            <a:r>
              <a:rPr lang="ja-JP" altLang="en-US" sz="2800" b="1" kern="0" dirty="0">
                <a:solidFill>
                  <a:schemeClr val="bg1"/>
                </a:solidFill>
                <a:latin typeface="Meiryo UI" panose="020B0604030504040204" pitchFamily="50" charset="-128"/>
                <a:ea typeface="Meiryo UI" panose="020B0604030504040204" pitchFamily="50" charset="-128"/>
              </a:rPr>
              <a:t>更新依頼（随時）</a:t>
            </a:r>
            <a:r>
              <a:rPr lang="en-US" altLang="ja-JP" sz="2800" b="1" kern="0" dirty="0">
                <a:solidFill>
                  <a:schemeClr val="bg1"/>
                </a:solidFill>
                <a:latin typeface="Meiryo UI" panose="020B0604030504040204" pitchFamily="50" charset="-128"/>
                <a:ea typeface="Meiryo UI" panose="020B0604030504040204" pitchFamily="50" charset="-128"/>
              </a:rPr>
              <a:t>-</a:t>
            </a:r>
            <a:endParaRPr lang="en-US" altLang="ja-JP" sz="2800" dirty="0">
              <a:latin typeface="+mj-lt"/>
              <a:ea typeface="+mj-ea"/>
            </a:endParaRPr>
          </a:p>
        </p:txBody>
      </p:sp>
      <p:sp>
        <p:nvSpPr>
          <p:cNvPr id="4" name="フッター プレースホルダー 3"/>
          <p:cNvSpPr>
            <a:spLocks noGrp="1"/>
          </p:cNvSpPr>
          <p:nvPr>
            <p:ph type="ftr" sz="quarter" idx="10"/>
          </p:nvPr>
        </p:nvSpPr>
        <p:spPr/>
        <p:txBody>
          <a:bodyPr/>
          <a:lstStyle/>
          <a:p>
            <a:r>
              <a:rPr lang="en-US" altLang="ja-JP"/>
              <a:t>© 2022 Fujitsu Limited</a:t>
            </a:r>
            <a:endParaRPr lang="de-DE" altLang="ja-JP" dirty="0"/>
          </a:p>
        </p:txBody>
      </p:sp>
      <p:sp>
        <p:nvSpPr>
          <p:cNvPr id="53" name="コンテンツ プレースホルダー 2">
            <a:extLst>
              <a:ext uri="{FF2B5EF4-FFF2-40B4-BE49-F238E27FC236}">
                <a16:creationId xmlns:a16="http://schemas.microsoft.com/office/drawing/2014/main" id="{280A47F1-AD42-44C0-9B82-0A4BC483189B}"/>
              </a:ext>
            </a:extLst>
          </p:cNvPr>
          <p:cNvSpPr txBox="1">
            <a:spLocks/>
          </p:cNvSpPr>
          <p:nvPr/>
        </p:nvSpPr>
        <p:spPr bwMode="gray">
          <a:xfrm>
            <a:off x="394130" y="749574"/>
            <a:ext cx="8345618" cy="254315"/>
          </a:xfrm>
          <a:prstGeom prst="rect">
            <a:avLst/>
          </a:prstGeom>
          <a:noFill/>
          <a:ln>
            <a:noFill/>
          </a:ln>
          <a:effectLst/>
        </p:spPr>
        <p:txBody>
          <a:bodyPr vert="horz" wrap="square" lIns="0" tIns="0" rIns="0" bIns="0" numCol="1" anchor="ctr" anchorCtr="0" compatLnSpc="1">
            <a:prstTxWarp prst="textNoShape">
              <a:avLst/>
            </a:prstTxWarp>
          </a:bodyPr>
          <a:lstStyle>
            <a:lvl1pPr marL="266700" indent="-266700" algn="l" defTabSz="809625" rtl="0" eaLnBrk="0" fontAlgn="ctr" hangingPunct="0">
              <a:lnSpc>
                <a:spcPct val="110000"/>
              </a:lnSpc>
              <a:spcBef>
                <a:spcPct val="20000"/>
              </a:spcBef>
              <a:spcAft>
                <a:spcPct val="10000"/>
              </a:spcAft>
              <a:buClr>
                <a:srgbClr val="C80202"/>
              </a:buClr>
              <a:buFont typeface="Wingdings" pitchFamily="2" charset="2"/>
              <a:buChar char="n"/>
              <a:defRPr kumimoji="1" sz="2000">
                <a:solidFill>
                  <a:schemeClr val="tx1"/>
                </a:solidFill>
                <a:latin typeface="メイリオ" panose="020B0604030504040204" pitchFamily="50" charset="-128"/>
                <a:ea typeface="メイリオ" panose="020B0604030504040204" pitchFamily="50" charset="-128"/>
                <a:cs typeface="メイリオ" panose="020B0604030504040204" pitchFamily="50" charset="-128"/>
              </a:defRPr>
            </a:lvl1pPr>
            <a:lvl2pPr marL="514350" indent="-246063" algn="l" defTabSz="809625" rtl="0" eaLnBrk="0" fontAlgn="ctr" hangingPunct="0">
              <a:lnSpc>
                <a:spcPct val="110000"/>
              </a:lnSpc>
              <a:spcBef>
                <a:spcPct val="20000"/>
              </a:spcBef>
              <a:spcAft>
                <a:spcPct val="10000"/>
              </a:spcAft>
              <a:buClr>
                <a:srgbClr val="87867E"/>
              </a:buClr>
              <a:buFont typeface="Wingdings" pitchFamily="2" charset="2"/>
              <a:buChar char="n"/>
              <a:defRPr kumimoji="1" sz="1600">
                <a:solidFill>
                  <a:schemeClr val="tx1"/>
                </a:solidFill>
                <a:latin typeface="メイリオ" panose="020B0604030504040204" pitchFamily="50" charset="-128"/>
                <a:ea typeface="メイリオ" panose="020B0604030504040204" pitchFamily="50" charset="-128"/>
                <a:cs typeface="メイリオ" panose="020B0604030504040204" pitchFamily="50" charset="-128"/>
              </a:defRPr>
            </a:lvl2pPr>
            <a:lvl3pPr marL="536575" indent="377825" algn="l" defTabSz="809625" rtl="0" eaLnBrk="0" fontAlgn="ctr" hangingPunct="0">
              <a:lnSpc>
                <a:spcPct val="110000"/>
              </a:lnSpc>
              <a:spcBef>
                <a:spcPct val="20000"/>
              </a:spcBef>
              <a:spcAft>
                <a:spcPct val="10000"/>
              </a:spcAft>
              <a:buClr>
                <a:srgbClr val="808080"/>
              </a:buClr>
              <a:buFont typeface="Wingdings" pitchFamily="2" charset="2"/>
              <a:defRPr kumimoji="1" sz="1600">
                <a:solidFill>
                  <a:schemeClr val="tx1"/>
                </a:solidFill>
                <a:latin typeface="FUJI-新ゴ R" pitchFamily="50" charset="-128"/>
                <a:ea typeface="FUJI-新ゴ R" pitchFamily="50" charset="-128"/>
                <a:cs typeface="Meiryo UI" pitchFamily="50" charset="-128"/>
              </a:defRPr>
            </a:lvl3pPr>
            <a:lvl4pPr marL="717550" indent="-136525" algn="l" defTabSz="809625" rtl="0" eaLnBrk="0" fontAlgn="base" hangingPunct="0">
              <a:lnSpc>
                <a:spcPct val="110000"/>
              </a:lnSpc>
              <a:spcBef>
                <a:spcPct val="20000"/>
              </a:spcBef>
              <a:spcAft>
                <a:spcPct val="10000"/>
              </a:spcAft>
              <a:buClr>
                <a:srgbClr val="87867E"/>
              </a:buClr>
              <a:buSzPct val="50000"/>
              <a:buFont typeface="Wingdings" pitchFamily="2" charset="2"/>
              <a:buChar char="l"/>
              <a:defRPr kumimoji="1" sz="1400">
                <a:solidFill>
                  <a:schemeClr val="tx1"/>
                </a:solidFill>
                <a:latin typeface="FUJI-新ゴ R" pitchFamily="50" charset="-128"/>
                <a:ea typeface="FUJI-新ゴ R" pitchFamily="50" charset="-128"/>
                <a:cs typeface="Meiryo UI" pitchFamily="50" charset="-128"/>
              </a:defRPr>
            </a:lvl4pPr>
            <a:lvl5pPr marL="2057400" indent="-228600" algn="l" defTabSz="809625" rtl="0" eaLnBrk="0" fontAlgn="base" hangingPunct="0">
              <a:spcBef>
                <a:spcPct val="20000"/>
              </a:spcBef>
              <a:spcAft>
                <a:spcPct val="0"/>
              </a:spcAft>
              <a:buChar char="»"/>
              <a:defRPr kumimoji="1" sz="2000">
                <a:solidFill>
                  <a:schemeClr val="tx1"/>
                </a:solidFill>
                <a:latin typeface="FUJI-新ゴ R" panose="020B0400000000000000" pitchFamily="50" charset="-128"/>
                <a:ea typeface="FUJI-新ゴ R" panose="020B0400000000000000" pitchFamily="50" charset="-128"/>
                <a:cs typeface="ＭＳ Ｐゴシック" pitchFamily="50" charset="-128"/>
              </a:defRPr>
            </a:lvl5pPr>
            <a:lvl6pPr marL="2514600" indent="-228600" algn="l" defTabSz="809625" rtl="0" fontAlgn="base">
              <a:spcBef>
                <a:spcPct val="20000"/>
              </a:spcBef>
              <a:spcAft>
                <a:spcPct val="0"/>
              </a:spcAft>
              <a:buChar char="»"/>
              <a:defRPr kumimoji="1" sz="2000">
                <a:solidFill>
                  <a:schemeClr val="tx1"/>
                </a:solidFill>
                <a:latin typeface="+mn-lt"/>
                <a:ea typeface="+mn-ea"/>
              </a:defRPr>
            </a:lvl6pPr>
            <a:lvl7pPr marL="2971800" indent="-228600" algn="l" defTabSz="809625" rtl="0" fontAlgn="base">
              <a:spcBef>
                <a:spcPct val="20000"/>
              </a:spcBef>
              <a:spcAft>
                <a:spcPct val="0"/>
              </a:spcAft>
              <a:buChar char="»"/>
              <a:defRPr kumimoji="1" sz="2000">
                <a:solidFill>
                  <a:schemeClr val="tx1"/>
                </a:solidFill>
                <a:latin typeface="+mn-lt"/>
                <a:ea typeface="+mn-ea"/>
              </a:defRPr>
            </a:lvl7pPr>
            <a:lvl8pPr marL="3429000" indent="-228600" algn="l" defTabSz="809625" rtl="0" fontAlgn="base">
              <a:spcBef>
                <a:spcPct val="20000"/>
              </a:spcBef>
              <a:spcAft>
                <a:spcPct val="0"/>
              </a:spcAft>
              <a:buChar char="»"/>
              <a:defRPr kumimoji="1" sz="2000">
                <a:solidFill>
                  <a:schemeClr val="tx1"/>
                </a:solidFill>
                <a:latin typeface="+mn-lt"/>
                <a:ea typeface="+mn-ea"/>
              </a:defRPr>
            </a:lvl8pPr>
            <a:lvl9pPr marL="3886200" indent="-228600" algn="l" defTabSz="809625" rtl="0" fontAlgn="base">
              <a:spcBef>
                <a:spcPct val="20000"/>
              </a:spcBef>
              <a:spcAft>
                <a:spcPct val="0"/>
              </a:spcAft>
              <a:buChar char="»"/>
              <a:defRPr kumimoji="1" sz="2000">
                <a:solidFill>
                  <a:schemeClr val="tx1"/>
                </a:solidFill>
                <a:latin typeface="+mn-lt"/>
                <a:ea typeface="+mn-ea"/>
              </a:defRPr>
            </a:lvl9pPr>
          </a:lstStyle>
          <a:p>
            <a:pPr marL="0" indent="0">
              <a:buNone/>
            </a:pPr>
            <a:r>
              <a:rPr lang="en-US" altLang="ja-JP" sz="1600" b="1" u="sng" kern="0" dirty="0">
                <a:latin typeface="Meiryo UI" panose="020B0604030504040204" pitchFamily="50" charset="-128"/>
                <a:ea typeface="Meiryo UI" panose="020B0604030504040204" pitchFamily="50" charset="-128"/>
              </a:rPr>
              <a:t>1.Activate</a:t>
            </a:r>
            <a:r>
              <a:rPr lang="ja-JP" altLang="en-US" sz="1600" b="1" u="sng" kern="0" dirty="0">
                <a:latin typeface="Meiryo UI" panose="020B0604030504040204" pitchFamily="50" charset="-128"/>
                <a:ea typeface="Meiryo UI" panose="020B0604030504040204" pitchFamily="50" charset="-128"/>
              </a:rPr>
              <a:t>更新依頼</a:t>
            </a:r>
            <a:r>
              <a:rPr lang="en-US" altLang="ja-JP" sz="1600" b="1" u="sng" kern="0" dirty="0">
                <a:latin typeface="Meiryo UI" panose="020B0604030504040204" pitchFamily="50" charset="-128"/>
                <a:ea typeface="Meiryo UI" panose="020B0604030504040204" pitchFamily="50" charset="-128"/>
              </a:rPr>
              <a:t>(</a:t>
            </a:r>
            <a:r>
              <a:rPr lang="ja-JP" altLang="en-US" sz="1600" b="1" u="sng" kern="0" dirty="0">
                <a:latin typeface="Meiryo UI" panose="020B0604030504040204" pitchFamily="50" charset="-128"/>
                <a:ea typeface="Meiryo UI" panose="020B0604030504040204" pitchFamily="50" charset="-128"/>
              </a:rPr>
              <a:t>随時</a:t>
            </a:r>
            <a:r>
              <a:rPr lang="en-US" altLang="ja-JP" sz="1600" b="1" u="sng" kern="0" dirty="0">
                <a:latin typeface="Meiryo UI" panose="020B0604030504040204" pitchFamily="50" charset="-128"/>
                <a:ea typeface="Meiryo UI" panose="020B0604030504040204" pitchFamily="50" charset="-128"/>
              </a:rPr>
              <a:t>)</a:t>
            </a:r>
          </a:p>
        </p:txBody>
      </p:sp>
      <p:sp>
        <p:nvSpPr>
          <p:cNvPr id="54" name="コンテンツ プレースホルダー 2">
            <a:extLst>
              <a:ext uri="{FF2B5EF4-FFF2-40B4-BE49-F238E27FC236}">
                <a16:creationId xmlns:a16="http://schemas.microsoft.com/office/drawing/2014/main" id="{BD02487E-2DA2-48DD-9C4A-0DF5C7DD673A}"/>
              </a:ext>
            </a:extLst>
          </p:cNvPr>
          <p:cNvSpPr txBox="1">
            <a:spLocks/>
          </p:cNvSpPr>
          <p:nvPr/>
        </p:nvSpPr>
        <p:spPr bwMode="gray">
          <a:xfrm>
            <a:off x="591898" y="1114659"/>
            <a:ext cx="7950082" cy="254315"/>
          </a:xfrm>
          <a:prstGeom prst="rect">
            <a:avLst/>
          </a:prstGeom>
          <a:noFill/>
          <a:ln>
            <a:noFill/>
          </a:ln>
          <a:effectLst/>
        </p:spPr>
        <p:txBody>
          <a:bodyPr vert="horz" wrap="square" lIns="0" tIns="0" rIns="0" bIns="0" numCol="1" anchor="t" anchorCtr="0" compatLnSpc="1">
            <a:prstTxWarp prst="textNoShape">
              <a:avLst/>
            </a:prstTxWarp>
          </a:bodyPr>
          <a:lstStyle>
            <a:lvl1pPr marL="266700" indent="-266700" algn="l" defTabSz="809625" rtl="0" eaLnBrk="0" fontAlgn="ctr" hangingPunct="0">
              <a:lnSpc>
                <a:spcPct val="110000"/>
              </a:lnSpc>
              <a:spcBef>
                <a:spcPct val="20000"/>
              </a:spcBef>
              <a:spcAft>
                <a:spcPct val="10000"/>
              </a:spcAft>
              <a:buClr>
                <a:srgbClr val="C80202"/>
              </a:buClr>
              <a:buFont typeface="Wingdings" pitchFamily="2" charset="2"/>
              <a:buChar char="n"/>
              <a:defRPr kumimoji="1" sz="2000">
                <a:solidFill>
                  <a:schemeClr val="tx1"/>
                </a:solidFill>
                <a:latin typeface="メイリオ" panose="020B0604030504040204" pitchFamily="50" charset="-128"/>
                <a:ea typeface="メイリオ" panose="020B0604030504040204" pitchFamily="50" charset="-128"/>
                <a:cs typeface="メイリオ" panose="020B0604030504040204" pitchFamily="50" charset="-128"/>
              </a:defRPr>
            </a:lvl1pPr>
            <a:lvl2pPr marL="514350" indent="-246063" algn="l" defTabSz="809625" rtl="0" eaLnBrk="0" fontAlgn="ctr" hangingPunct="0">
              <a:lnSpc>
                <a:spcPct val="110000"/>
              </a:lnSpc>
              <a:spcBef>
                <a:spcPct val="20000"/>
              </a:spcBef>
              <a:spcAft>
                <a:spcPct val="10000"/>
              </a:spcAft>
              <a:buClr>
                <a:srgbClr val="87867E"/>
              </a:buClr>
              <a:buFont typeface="Wingdings" pitchFamily="2" charset="2"/>
              <a:buChar char="n"/>
              <a:defRPr kumimoji="1" sz="1600">
                <a:solidFill>
                  <a:schemeClr val="tx1"/>
                </a:solidFill>
                <a:latin typeface="メイリオ" panose="020B0604030504040204" pitchFamily="50" charset="-128"/>
                <a:ea typeface="メイリオ" panose="020B0604030504040204" pitchFamily="50" charset="-128"/>
                <a:cs typeface="メイリオ" panose="020B0604030504040204" pitchFamily="50" charset="-128"/>
              </a:defRPr>
            </a:lvl2pPr>
            <a:lvl3pPr marL="536575" indent="377825" algn="l" defTabSz="809625" rtl="0" eaLnBrk="0" fontAlgn="ctr" hangingPunct="0">
              <a:lnSpc>
                <a:spcPct val="110000"/>
              </a:lnSpc>
              <a:spcBef>
                <a:spcPct val="20000"/>
              </a:spcBef>
              <a:spcAft>
                <a:spcPct val="10000"/>
              </a:spcAft>
              <a:buClr>
                <a:srgbClr val="808080"/>
              </a:buClr>
              <a:buFont typeface="Wingdings" pitchFamily="2" charset="2"/>
              <a:defRPr kumimoji="1" sz="1600">
                <a:solidFill>
                  <a:schemeClr val="tx1"/>
                </a:solidFill>
                <a:latin typeface="FUJI-新ゴ R" pitchFamily="50" charset="-128"/>
                <a:ea typeface="FUJI-新ゴ R" pitchFamily="50" charset="-128"/>
                <a:cs typeface="Meiryo UI" pitchFamily="50" charset="-128"/>
              </a:defRPr>
            </a:lvl3pPr>
            <a:lvl4pPr marL="717550" indent="-136525" algn="l" defTabSz="809625" rtl="0" eaLnBrk="0" fontAlgn="base" hangingPunct="0">
              <a:lnSpc>
                <a:spcPct val="110000"/>
              </a:lnSpc>
              <a:spcBef>
                <a:spcPct val="20000"/>
              </a:spcBef>
              <a:spcAft>
                <a:spcPct val="10000"/>
              </a:spcAft>
              <a:buClr>
                <a:srgbClr val="87867E"/>
              </a:buClr>
              <a:buSzPct val="50000"/>
              <a:buFont typeface="Wingdings" pitchFamily="2" charset="2"/>
              <a:buChar char="l"/>
              <a:defRPr kumimoji="1" sz="1400">
                <a:solidFill>
                  <a:schemeClr val="tx1"/>
                </a:solidFill>
                <a:latin typeface="FUJI-新ゴ R" pitchFamily="50" charset="-128"/>
                <a:ea typeface="FUJI-新ゴ R" pitchFamily="50" charset="-128"/>
                <a:cs typeface="Meiryo UI" pitchFamily="50" charset="-128"/>
              </a:defRPr>
            </a:lvl4pPr>
            <a:lvl5pPr marL="2057400" indent="-228600" algn="l" defTabSz="809625" rtl="0" eaLnBrk="0" fontAlgn="base" hangingPunct="0">
              <a:spcBef>
                <a:spcPct val="20000"/>
              </a:spcBef>
              <a:spcAft>
                <a:spcPct val="0"/>
              </a:spcAft>
              <a:buChar char="»"/>
              <a:defRPr kumimoji="1" sz="2000">
                <a:solidFill>
                  <a:schemeClr val="tx1"/>
                </a:solidFill>
                <a:latin typeface="FUJI-新ゴ R" panose="020B0400000000000000" pitchFamily="50" charset="-128"/>
                <a:ea typeface="FUJI-新ゴ R" panose="020B0400000000000000" pitchFamily="50" charset="-128"/>
                <a:cs typeface="ＭＳ Ｐゴシック" pitchFamily="50" charset="-128"/>
              </a:defRPr>
            </a:lvl5pPr>
            <a:lvl6pPr marL="2514600" indent="-228600" algn="l" defTabSz="809625" rtl="0" fontAlgn="base">
              <a:spcBef>
                <a:spcPct val="20000"/>
              </a:spcBef>
              <a:spcAft>
                <a:spcPct val="0"/>
              </a:spcAft>
              <a:buChar char="»"/>
              <a:defRPr kumimoji="1" sz="2000">
                <a:solidFill>
                  <a:schemeClr val="tx1"/>
                </a:solidFill>
                <a:latin typeface="+mn-lt"/>
                <a:ea typeface="+mn-ea"/>
              </a:defRPr>
            </a:lvl6pPr>
            <a:lvl7pPr marL="2971800" indent="-228600" algn="l" defTabSz="809625" rtl="0" fontAlgn="base">
              <a:spcBef>
                <a:spcPct val="20000"/>
              </a:spcBef>
              <a:spcAft>
                <a:spcPct val="0"/>
              </a:spcAft>
              <a:buChar char="»"/>
              <a:defRPr kumimoji="1" sz="2000">
                <a:solidFill>
                  <a:schemeClr val="tx1"/>
                </a:solidFill>
                <a:latin typeface="+mn-lt"/>
                <a:ea typeface="+mn-ea"/>
              </a:defRPr>
            </a:lvl7pPr>
            <a:lvl8pPr marL="3429000" indent="-228600" algn="l" defTabSz="809625" rtl="0" fontAlgn="base">
              <a:spcBef>
                <a:spcPct val="20000"/>
              </a:spcBef>
              <a:spcAft>
                <a:spcPct val="0"/>
              </a:spcAft>
              <a:buChar char="»"/>
              <a:defRPr kumimoji="1" sz="2000">
                <a:solidFill>
                  <a:schemeClr val="tx1"/>
                </a:solidFill>
                <a:latin typeface="+mn-lt"/>
                <a:ea typeface="+mn-ea"/>
              </a:defRPr>
            </a:lvl8pPr>
            <a:lvl9pPr marL="3886200" indent="-228600" algn="l" defTabSz="809625" rtl="0" fontAlgn="base">
              <a:spcBef>
                <a:spcPct val="20000"/>
              </a:spcBef>
              <a:spcAft>
                <a:spcPct val="0"/>
              </a:spcAft>
              <a:buChar char="»"/>
              <a:defRPr kumimoji="1" sz="2000">
                <a:solidFill>
                  <a:schemeClr val="tx1"/>
                </a:solidFill>
                <a:latin typeface="+mn-lt"/>
                <a:ea typeface="+mn-ea"/>
              </a:defRPr>
            </a:lvl9pPr>
          </a:lstStyle>
          <a:p>
            <a:pPr marL="0" indent="0">
              <a:buNone/>
            </a:pPr>
            <a:r>
              <a:rPr lang="en-US" altLang="ja-JP" sz="1600" kern="0" dirty="0">
                <a:latin typeface="Meiryo UI" panose="020B0604030504040204" pitchFamily="50" charset="-128"/>
                <a:ea typeface="Meiryo UI" panose="020B0604030504040204" pitchFamily="50" charset="-128"/>
              </a:rPr>
              <a:t>PJ</a:t>
            </a:r>
            <a:r>
              <a:rPr lang="ja-JP" altLang="en-US" sz="1600" kern="0" dirty="0">
                <a:latin typeface="Meiryo UI" panose="020B0604030504040204" pitchFamily="50" charset="-128"/>
                <a:ea typeface="Meiryo UI" panose="020B0604030504040204" pitchFamily="50" charset="-128"/>
              </a:rPr>
              <a:t>で得たノウハウ・情報をもとに</a:t>
            </a:r>
            <a:r>
              <a:rPr lang="en-US" altLang="ja-JP" sz="1600" kern="0" dirty="0">
                <a:latin typeface="Meiryo UI" panose="020B0604030504040204" pitchFamily="50" charset="-128"/>
                <a:ea typeface="Meiryo UI" panose="020B0604030504040204" pitchFamily="50" charset="-128"/>
              </a:rPr>
              <a:t>Activate</a:t>
            </a:r>
            <a:r>
              <a:rPr lang="ja-JP" altLang="en-US" sz="1600" kern="0" dirty="0">
                <a:latin typeface="Meiryo UI" panose="020B0604030504040204" pitchFamily="50" charset="-128"/>
                <a:ea typeface="Meiryo UI" panose="020B0604030504040204" pitchFamily="50" charset="-128"/>
              </a:rPr>
              <a:t>ドキュメントの更新・修正を依頼する。</a:t>
            </a:r>
            <a:br>
              <a:rPr lang="en-US" altLang="ja-JP" sz="1600" kern="0" dirty="0">
                <a:latin typeface="Meiryo UI" panose="020B0604030504040204" pitchFamily="50" charset="-128"/>
                <a:ea typeface="Meiryo UI" panose="020B0604030504040204" pitchFamily="50" charset="-128"/>
              </a:rPr>
            </a:br>
            <a:r>
              <a:rPr lang="ja-JP" altLang="en-US" sz="1600" kern="0" dirty="0">
                <a:latin typeface="Meiryo UI" panose="020B0604030504040204" pitchFamily="50" charset="-128"/>
                <a:ea typeface="Meiryo UI" panose="020B0604030504040204" pitchFamily="50" charset="-128"/>
              </a:rPr>
              <a:t>依頼する際は以下を実施すること。</a:t>
            </a:r>
            <a:br>
              <a:rPr lang="en-US" altLang="ja-JP" sz="1600" kern="0" dirty="0">
                <a:latin typeface="Meiryo UI" panose="020B0604030504040204" pitchFamily="50" charset="-128"/>
                <a:ea typeface="Meiryo UI" panose="020B0604030504040204" pitchFamily="50" charset="-128"/>
              </a:rPr>
            </a:br>
            <a:r>
              <a:rPr lang="ja-JP" altLang="en-US" sz="1600" kern="0" dirty="0">
                <a:latin typeface="Meiryo UI" panose="020B0604030504040204" pitchFamily="50" charset="-128"/>
                <a:ea typeface="Meiryo UI" panose="020B0604030504040204" pitchFamily="50" charset="-128"/>
              </a:rPr>
              <a:t>　</a:t>
            </a:r>
            <a:r>
              <a:rPr lang="ja-JP" altLang="en-US" sz="1600" b="1" kern="0" dirty="0">
                <a:solidFill>
                  <a:srgbClr val="0070C0"/>
                </a:solidFill>
                <a:latin typeface="Meiryo UI" panose="020B0604030504040204" pitchFamily="50" charset="-128"/>
                <a:ea typeface="Meiryo UI" panose="020B0604030504040204" pitchFamily="50" charset="-128"/>
              </a:rPr>
              <a:t>①ドキュメント更新依頼台帳への記入</a:t>
            </a:r>
            <a:br>
              <a:rPr lang="en-US" altLang="ja-JP" sz="1600" b="1" kern="0" dirty="0">
                <a:solidFill>
                  <a:srgbClr val="0070C0"/>
                </a:solidFill>
                <a:latin typeface="Meiryo UI" panose="020B0604030504040204" pitchFamily="50" charset="-128"/>
                <a:ea typeface="Meiryo UI" panose="020B0604030504040204" pitchFamily="50" charset="-128"/>
              </a:rPr>
            </a:br>
            <a:r>
              <a:rPr lang="ja-JP" altLang="en-US" sz="1600" b="1" kern="0" dirty="0">
                <a:solidFill>
                  <a:srgbClr val="0070C0"/>
                </a:solidFill>
                <a:latin typeface="Meiryo UI" panose="020B0604030504040204" pitchFamily="50" charset="-128"/>
                <a:ea typeface="Meiryo UI" panose="020B0604030504040204" pitchFamily="50" charset="-128"/>
              </a:rPr>
              <a:t>　②更新対象ドキュメントの修正</a:t>
            </a:r>
            <a:br>
              <a:rPr lang="en-US" altLang="ja-JP" sz="1600" b="1" kern="0" dirty="0">
                <a:solidFill>
                  <a:srgbClr val="0070C0"/>
                </a:solidFill>
                <a:latin typeface="Meiryo UI" panose="020B0604030504040204" pitchFamily="50" charset="-128"/>
                <a:ea typeface="Meiryo UI" panose="020B0604030504040204" pitchFamily="50" charset="-128"/>
              </a:rPr>
            </a:br>
            <a:r>
              <a:rPr lang="ja-JP" altLang="en-US" sz="1600" b="1" kern="0" dirty="0">
                <a:solidFill>
                  <a:srgbClr val="0070C0"/>
                </a:solidFill>
                <a:latin typeface="Meiryo UI" panose="020B0604030504040204" pitchFamily="50" charset="-128"/>
                <a:ea typeface="Meiryo UI" panose="020B0604030504040204" pitchFamily="50" charset="-128"/>
              </a:rPr>
              <a:t>　③</a:t>
            </a:r>
            <a:r>
              <a:rPr lang="en-US" altLang="ja-JP" sz="1600" b="1" kern="0" dirty="0">
                <a:solidFill>
                  <a:srgbClr val="0070C0"/>
                </a:solidFill>
                <a:latin typeface="Meiryo UI" panose="020B0604030504040204" pitchFamily="50" charset="-128"/>
                <a:ea typeface="Meiryo UI" panose="020B0604030504040204" pitchFamily="50" charset="-128"/>
              </a:rPr>
              <a:t>Activate</a:t>
            </a:r>
            <a:r>
              <a:rPr lang="ja-JP" altLang="en-US" sz="1600" b="1" kern="0" dirty="0">
                <a:solidFill>
                  <a:srgbClr val="0070C0"/>
                </a:solidFill>
                <a:latin typeface="Meiryo UI" panose="020B0604030504040204" pitchFamily="50" charset="-128"/>
                <a:ea typeface="Meiryo UI" panose="020B0604030504040204" pitchFamily="50" charset="-128"/>
              </a:rPr>
              <a:t>更新依頼（</a:t>
            </a:r>
            <a:r>
              <a:rPr lang="en-US" altLang="ja-JP" sz="1600" b="1" kern="0" dirty="0">
                <a:solidFill>
                  <a:srgbClr val="0070C0"/>
                </a:solidFill>
                <a:latin typeface="Meiryo UI" panose="020B0604030504040204" pitchFamily="50" charset="-128"/>
                <a:ea typeface="Meiryo UI" panose="020B0604030504040204" pitchFamily="50" charset="-128"/>
              </a:rPr>
              <a:t>Teams</a:t>
            </a:r>
            <a:r>
              <a:rPr lang="ja-JP" altLang="en-US" sz="1600" b="1" kern="0" dirty="0">
                <a:solidFill>
                  <a:srgbClr val="0070C0"/>
                </a:solidFill>
                <a:latin typeface="Meiryo UI" panose="020B0604030504040204" pitchFamily="50" charset="-128"/>
                <a:ea typeface="Meiryo UI" panose="020B0604030504040204" pitchFamily="50" charset="-128"/>
              </a:rPr>
              <a:t>）の投稿</a:t>
            </a:r>
            <a:endParaRPr lang="en-US" altLang="ja-JP" sz="1600" kern="0" dirty="0">
              <a:latin typeface="Meiryo UI" panose="020B0604030504040204" pitchFamily="50" charset="-128"/>
              <a:ea typeface="Meiryo UI" panose="020B0604030504040204" pitchFamily="50" charset="-128"/>
            </a:endParaRPr>
          </a:p>
        </p:txBody>
      </p:sp>
      <p:sp>
        <p:nvSpPr>
          <p:cNvPr id="57" name="コンテンツ プレースホルダー 2">
            <a:extLst>
              <a:ext uri="{FF2B5EF4-FFF2-40B4-BE49-F238E27FC236}">
                <a16:creationId xmlns:a16="http://schemas.microsoft.com/office/drawing/2014/main" id="{BB1FB68D-B1DC-48E6-BB0A-4D2B1ECA3134}"/>
              </a:ext>
            </a:extLst>
          </p:cNvPr>
          <p:cNvSpPr txBox="1">
            <a:spLocks/>
          </p:cNvSpPr>
          <p:nvPr/>
        </p:nvSpPr>
        <p:spPr bwMode="gray">
          <a:xfrm>
            <a:off x="3347864" y="776875"/>
            <a:ext cx="5112568" cy="254315"/>
          </a:xfrm>
          <a:prstGeom prst="rect">
            <a:avLst/>
          </a:prstGeom>
          <a:noFill/>
          <a:ln>
            <a:noFill/>
          </a:ln>
          <a:effectLst/>
        </p:spPr>
        <p:txBody>
          <a:bodyPr vert="horz" wrap="square" lIns="0" tIns="0" rIns="0" bIns="0" numCol="1" anchor="ctr" anchorCtr="0" compatLnSpc="1">
            <a:prstTxWarp prst="textNoShape">
              <a:avLst/>
            </a:prstTxWarp>
          </a:bodyPr>
          <a:lstStyle>
            <a:lvl1pPr marL="266700" indent="-266700" algn="l" defTabSz="809625" rtl="0" eaLnBrk="0" fontAlgn="ctr" hangingPunct="0">
              <a:lnSpc>
                <a:spcPct val="110000"/>
              </a:lnSpc>
              <a:spcBef>
                <a:spcPct val="20000"/>
              </a:spcBef>
              <a:spcAft>
                <a:spcPct val="10000"/>
              </a:spcAft>
              <a:buClr>
                <a:srgbClr val="C80202"/>
              </a:buClr>
              <a:buFont typeface="Wingdings" pitchFamily="2" charset="2"/>
              <a:buChar char="n"/>
              <a:defRPr kumimoji="1" sz="2000">
                <a:solidFill>
                  <a:schemeClr val="tx1"/>
                </a:solidFill>
                <a:latin typeface="メイリオ" panose="020B0604030504040204" pitchFamily="50" charset="-128"/>
                <a:ea typeface="メイリオ" panose="020B0604030504040204" pitchFamily="50" charset="-128"/>
                <a:cs typeface="メイリオ" panose="020B0604030504040204" pitchFamily="50" charset="-128"/>
              </a:defRPr>
            </a:lvl1pPr>
            <a:lvl2pPr marL="514350" indent="-246063" algn="l" defTabSz="809625" rtl="0" eaLnBrk="0" fontAlgn="ctr" hangingPunct="0">
              <a:lnSpc>
                <a:spcPct val="110000"/>
              </a:lnSpc>
              <a:spcBef>
                <a:spcPct val="20000"/>
              </a:spcBef>
              <a:spcAft>
                <a:spcPct val="10000"/>
              </a:spcAft>
              <a:buClr>
                <a:srgbClr val="87867E"/>
              </a:buClr>
              <a:buFont typeface="Wingdings" pitchFamily="2" charset="2"/>
              <a:buChar char="n"/>
              <a:defRPr kumimoji="1" sz="1600">
                <a:solidFill>
                  <a:schemeClr val="tx1"/>
                </a:solidFill>
                <a:latin typeface="メイリオ" panose="020B0604030504040204" pitchFamily="50" charset="-128"/>
                <a:ea typeface="メイリオ" panose="020B0604030504040204" pitchFamily="50" charset="-128"/>
                <a:cs typeface="メイリオ" panose="020B0604030504040204" pitchFamily="50" charset="-128"/>
              </a:defRPr>
            </a:lvl2pPr>
            <a:lvl3pPr marL="536575" indent="377825" algn="l" defTabSz="809625" rtl="0" eaLnBrk="0" fontAlgn="ctr" hangingPunct="0">
              <a:lnSpc>
                <a:spcPct val="110000"/>
              </a:lnSpc>
              <a:spcBef>
                <a:spcPct val="20000"/>
              </a:spcBef>
              <a:spcAft>
                <a:spcPct val="10000"/>
              </a:spcAft>
              <a:buClr>
                <a:srgbClr val="808080"/>
              </a:buClr>
              <a:buFont typeface="Wingdings" pitchFamily="2" charset="2"/>
              <a:defRPr kumimoji="1" sz="1600">
                <a:solidFill>
                  <a:schemeClr val="tx1"/>
                </a:solidFill>
                <a:latin typeface="FUJI-新ゴ R" pitchFamily="50" charset="-128"/>
                <a:ea typeface="FUJI-新ゴ R" pitchFamily="50" charset="-128"/>
                <a:cs typeface="Meiryo UI" pitchFamily="50" charset="-128"/>
              </a:defRPr>
            </a:lvl3pPr>
            <a:lvl4pPr marL="717550" indent="-136525" algn="l" defTabSz="809625" rtl="0" eaLnBrk="0" fontAlgn="base" hangingPunct="0">
              <a:lnSpc>
                <a:spcPct val="110000"/>
              </a:lnSpc>
              <a:spcBef>
                <a:spcPct val="20000"/>
              </a:spcBef>
              <a:spcAft>
                <a:spcPct val="10000"/>
              </a:spcAft>
              <a:buClr>
                <a:srgbClr val="87867E"/>
              </a:buClr>
              <a:buSzPct val="50000"/>
              <a:buFont typeface="Wingdings" pitchFamily="2" charset="2"/>
              <a:buChar char="l"/>
              <a:defRPr kumimoji="1" sz="1400">
                <a:solidFill>
                  <a:schemeClr val="tx1"/>
                </a:solidFill>
                <a:latin typeface="FUJI-新ゴ R" pitchFamily="50" charset="-128"/>
                <a:ea typeface="FUJI-新ゴ R" pitchFamily="50" charset="-128"/>
                <a:cs typeface="Meiryo UI" pitchFamily="50" charset="-128"/>
              </a:defRPr>
            </a:lvl4pPr>
            <a:lvl5pPr marL="2057400" indent="-228600" algn="l" defTabSz="809625" rtl="0" eaLnBrk="0" fontAlgn="base" hangingPunct="0">
              <a:spcBef>
                <a:spcPct val="20000"/>
              </a:spcBef>
              <a:spcAft>
                <a:spcPct val="0"/>
              </a:spcAft>
              <a:buChar char="»"/>
              <a:defRPr kumimoji="1" sz="2000">
                <a:solidFill>
                  <a:schemeClr val="tx1"/>
                </a:solidFill>
                <a:latin typeface="FUJI-新ゴ R" panose="020B0400000000000000" pitchFamily="50" charset="-128"/>
                <a:ea typeface="FUJI-新ゴ R" panose="020B0400000000000000" pitchFamily="50" charset="-128"/>
                <a:cs typeface="ＭＳ Ｐゴシック" pitchFamily="50" charset="-128"/>
              </a:defRPr>
            </a:lvl5pPr>
            <a:lvl6pPr marL="2514600" indent="-228600" algn="l" defTabSz="809625" rtl="0" fontAlgn="base">
              <a:spcBef>
                <a:spcPct val="20000"/>
              </a:spcBef>
              <a:spcAft>
                <a:spcPct val="0"/>
              </a:spcAft>
              <a:buChar char="»"/>
              <a:defRPr kumimoji="1" sz="2000">
                <a:solidFill>
                  <a:schemeClr val="tx1"/>
                </a:solidFill>
                <a:latin typeface="+mn-lt"/>
                <a:ea typeface="+mn-ea"/>
              </a:defRPr>
            </a:lvl6pPr>
            <a:lvl7pPr marL="2971800" indent="-228600" algn="l" defTabSz="809625" rtl="0" fontAlgn="base">
              <a:spcBef>
                <a:spcPct val="20000"/>
              </a:spcBef>
              <a:spcAft>
                <a:spcPct val="0"/>
              </a:spcAft>
              <a:buChar char="»"/>
              <a:defRPr kumimoji="1" sz="2000">
                <a:solidFill>
                  <a:schemeClr val="tx1"/>
                </a:solidFill>
                <a:latin typeface="+mn-lt"/>
                <a:ea typeface="+mn-ea"/>
              </a:defRPr>
            </a:lvl7pPr>
            <a:lvl8pPr marL="3429000" indent="-228600" algn="l" defTabSz="809625" rtl="0" fontAlgn="base">
              <a:spcBef>
                <a:spcPct val="20000"/>
              </a:spcBef>
              <a:spcAft>
                <a:spcPct val="0"/>
              </a:spcAft>
              <a:buChar char="»"/>
              <a:defRPr kumimoji="1" sz="2000">
                <a:solidFill>
                  <a:schemeClr val="tx1"/>
                </a:solidFill>
                <a:latin typeface="+mn-lt"/>
                <a:ea typeface="+mn-ea"/>
              </a:defRPr>
            </a:lvl8pPr>
            <a:lvl9pPr marL="3886200" indent="-228600" algn="l" defTabSz="809625" rtl="0" fontAlgn="base">
              <a:spcBef>
                <a:spcPct val="20000"/>
              </a:spcBef>
              <a:spcAft>
                <a:spcPct val="0"/>
              </a:spcAft>
              <a:buChar char="»"/>
              <a:defRPr kumimoji="1" sz="2000">
                <a:solidFill>
                  <a:schemeClr val="tx1"/>
                </a:solidFill>
                <a:latin typeface="+mn-lt"/>
                <a:ea typeface="+mn-ea"/>
              </a:defRPr>
            </a:lvl9pPr>
          </a:lstStyle>
          <a:p>
            <a:pPr marL="0" indent="0">
              <a:buNone/>
            </a:pPr>
            <a:r>
              <a:rPr lang="ja-JP" altLang="en-US" sz="1600" b="1" kern="0" dirty="0">
                <a:latin typeface="Meiryo UI" panose="020B0604030504040204" pitchFamily="50" charset="-128"/>
                <a:ea typeface="Meiryo UI" panose="020B0604030504040204" pitchFamily="50" charset="-128"/>
              </a:rPr>
              <a:t>対象者：プロジェクト</a:t>
            </a:r>
            <a:r>
              <a:rPr lang="en-US" altLang="ja-JP" sz="1600" b="1" kern="0" dirty="0">
                <a:latin typeface="Meiryo UI" panose="020B0604030504040204" pitchFamily="50" charset="-128"/>
                <a:ea typeface="Meiryo UI" panose="020B0604030504040204" pitchFamily="50" charset="-128"/>
              </a:rPr>
              <a:t>PM</a:t>
            </a:r>
            <a:r>
              <a:rPr lang="ja-JP" altLang="en-US" sz="1600" b="1" kern="0" dirty="0">
                <a:latin typeface="Meiryo UI" panose="020B0604030504040204" pitchFamily="50" charset="-128"/>
                <a:ea typeface="Meiryo UI" panose="020B0604030504040204" pitchFamily="50" charset="-128"/>
              </a:rPr>
              <a:t>・</a:t>
            </a:r>
            <a:r>
              <a:rPr lang="en-US" altLang="ja-JP" sz="1600" b="1" kern="0" dirty="0">
                <a:latin typeface="Meiryo UI" panose="020B0604030504040204" pitchFamily="50" charset="-128"/>
                <a:ea typeface="Meiryo UI" panose="020B0604030504040204" pitchFamily="50" charset="-128"/>
              </a:rPr>
              <a:t>PL</a:t>
            </a:r>
          </a:p>
        </p:txBody>
      </p:sp>
      <p:sp>
        <p:nvSpPr>
          <p:cNvPr id="15" name="スライド番号プレースホルダー 14">
            <a:extLst>
              <a:ext uri="{FF2B5EF4-FFF2-40B4-BE49-F238E27FC236}">
                <a16:creationId xmlns:a16="http://schemas.microsoft.com/office/drawing/2014/main" id="{4EA078B7-1C82-4621-96F6-014E9891C55C}"/>
              </a:ext>
            </a:extLst>
          </p:cNvPr>
          <p:cNvSpPr>
            <a:spLocks noGrp="1"/>
          </p:cNvSpPr>
          <p:nvPr>
            <p:ph type="sldNum" sz="quarter" idx="11"/>
          </p:nvPr>
        </p:nvSpPr>
        <p:spPr/>
        <p:txBody>
          <a:bodyPr/>
          <a:lstStyle/>
          <a:p>
            <a:fld id="{72E657AC-4808-49C2-85C9-9B8A09B04136}" type="slidenum">
              <a:rPr lang="de-DE" altLang="ja-JP" smtClean="0"/>
              <a:pPr/>
              <a:t>7</a:t>
            </a:fld>
            <a:endParaRPr lang="de-DE" altLang="ja-JP"/>
          </a:p>
        </p:txBody>
      </p:sp>
    </p:spTree>
    <p:extLst>
      <p:ext uri="{BB962C8B-B14F-4D97-AF65-F5344CB8AC3E}">
        <p14:creationId xmlns:p14="http://schemas.microsoft.com/office/powerpoint/2010/main" val="2881312369"/>
      </p:ext>
    </p:extLst>
  </p:cSld>
  <p:clrMapOvr>
    <a:masterClrMapping/>
  </p:clrMapOvr>
  <p:transition advClick="0" advTm="10000"/>
</p:sld>
</file>

<file path=ppt/slides/slide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35874" name="Rectangle 2"/>
          <p:cNvSpPr>
            <a:spLocks noGrp="1" noChangeArrowheads="1"/>
          </p:cNvSpPr>
          <p:nvPr>
            <p:ph type="title"/>
          </p:nvPr>
        </p:nvSpPr>
        <p:spPr/>
        <p:txBody>
          <a:bodyPr vert="horz" lIns="0" tIns="108000" rIns="0" bIns="0" rtlCol="0" anchor="ctr">
            <a:normAutofit fontScale="90000"/>
          </a:bodyPr>
          <a:lstStyle/>
          <a:p>
            <a:r>
              <a:rPr lang="zh-TW" altLang="en-US" sz="2800" dirty="0">
                <a:latin typeface="+mj-lt"/>
                <a:ea typeface="+mj-ea"/>
              </a:rPr>
              <a:t>構成管理実施手順</a:t>
            </a:r>
            <a:r>
              <a:rPr lang="ja-JP" altLang="en-US" sz="2800" dirty="0">
                <a:latin typeface="+mj-lt"/>
                <a:ea typeface="+mj-ea"/>
              </a:rPr>
              <a:t> </a:t>
            </a:r>
            <a:r>
              <a:rPr lang="en-US" altLang="ja-JP" sz="2800" dirty="0">
                <a:latin typeface="+mj-lt"/>
                <a:ea typeface="+mj-ea"/>
              </a:rPr>
              <a:t>-</a:t>
            </a:r>
            <a:r>
              <a:rPr lang="en-US" altLang="ja-JP" sz="2800" b="1" kern="0" dirty="0">
                <a:solidFill>
                  <a:schemeClr val="bg1"/>
                </a:solidFill>
                <a:latin typeface="Meiryo UI" panose="020B0604030504040204" pitchFamily="50" charset="-128"/>
                <a:ea typeface="Meiryo UI" panose="020B0604030504040204" pitchFamily="50" charset="-128"/>
              </a:rPr>
              <a:t>1.Activate</a:t>
            </a:r>
            <a:r>
              <a:rPr lang="ja-JP" altLang="en-US" sz="2800" b="1" kern="0" dirty="0">
                <a:solidFill>
                  <a:schemeClr val="bg1"/>
                </a:solidFill>
                <a:latin typeface="Meiryo UI" panose="020B0604030504040204" pitchFamily="50" charset="-128"/>
                <a:ea typeface="Meiryo UI" panose="020B0604030504040204" pitchFamily="50" charset="-128"/>
              </a:rPr>
              <a:t>更新依頼（随時）</a:t>
            </a:r>
            <a:r>
              <a:rPr lang="en-US" altLang="ja-JP" sz="2800" b="1" kern="0" dirty="0">
                <a:solidFill>
                  <a:schemeClr val="bg1"/>
                </a:solidFill>
                <a:latin typeface="Meiryo UI" panose="020B0604030504040204" pitchFamily="50" charset="-128"/>
                <a:ea typeface="Meiryo UI" panose="020B0604030504040204" pitchFamily="50" charset="-128"/>
              </a:rPr>
              <a:t>-</a:t>
            </a:r>
            <a:endParaRPr lang="en-US" altLang="ja-JP" sz="2800" dirty="0">
              <a:latin typeface="+mj-lt"/>
              <a:ea typeface="+mj-ea"/>
            </a:endParaRPr>
          </a:p>
        </p:txBody>
      </p:sp>
      <p:sp>
        <p:nvSpPr>
          <p:cNvPr id="4" name="フッター プレースホルダー 3"/>
          <p:cNvSpPr>
            <a:spLocks noGrp="1"/>
          </p:cNvSpPr>
          <p:nvPr>
            <p:ph type="ftr" sz="quarter" idx="10"/>
          </p:nvPr>
        </p:nvSpPr>
        <p:spPr/>
        <p:txBody>
          <a:bodyPr/>
          <a:lstStyle/>
          <a:p>
            <a:r>
              <a:rPr lang="en-US" altLang="ja-JP"/>
              <a:t>© 2022 Fujitsu Limited</a:t>
            </a:r>
            <a:endParaRPr lang="de-DE" altLang="ja-JP" dirty="0"/>
          </a:p>
        </p:txBody>
      </p:sp>
      <p:sp>
        <p:nvSpPr>
          <p:cNvPr id="55" name="コンテンツ プレースホルダー 2">
            <a:extLst>
              <a:ext uri="{FF2B5EF4-FFF2-40B4-BE49-F238E27FC236}">
                <a16:creationId xmlns:a16="http://schemas.microsoft.com/office/drawing/2014/main" id="{E480A928-2657-4571-8F85-37879AC90C7A}"/>
              </a:ext>
            </a:extLst>
          </p:cNvPr>
          <p:cNvSpPr txBox="1">
            <a:spLocks/>
          </p:cNvSpPr>
          <p:nvPr/>
        </p:nvSpPr>
        <p:spPr bwMode="gray">
          <a:xfrm>
            <a:off x="401797" y="800332"/>
            <a:ext cx="7776864" cy="254315"/>
          </a:xfrm>
          <a:prstGeom prst="rect">
            <a:avLst/>
          </a:prstGeom>
          <a:noFill/>
          <a:ln>
            <a:noFill/>
          </a:ln>
          <a:effectLst/>
        </p:spPr>
        <p:txBody>
          <a:bodyPr vert="horz" wrap="square" lIns="0" tIns="0" rIns="0" bIns="0" numCol="1" anchor="ctr" anchorCtr="0" compatLnSpc="1">
            <a:prstTxWarp prst="textNoShape">
              <a:avLst/>
            </a:prstTxWarp>
          </a:bodyPr>
          <a:lstStyle>
            <a:lvl1pPr marL="266700" indent="-266700" algn="l" defTabSz="809625" rtl="0" eaLnBrk="0" fontAlgn="ctr" hangingPunct="0">
              <a:lnSpc>
                <a:spcPct val="110000"/>
              </a:lnSpc>
              <a:spcBef>
                <a:spcPct val="20000"/>
              </a:spcBef>
              <a:spcAft>
                <a:spcPct val="10000"/>
              </a:spcAft>
              <a:buClr>
                <a:srgbClr val="C80202"/>
              </a:buClr>
              <a:buFont typeface="Wingdings" pitchFamily="2" charset="2"/>
              <a:buChar char="n"/>
              <a:defRPr kumimoji="1" sz="2000">
                <a:solidFill>
                  <a:schemeClr val="tx1"/>
                </a:solidFill>
                <a:latin typeface="メイリオ" panose="020B0604030504040204" pitchFamily="50" charset="-128"/>
                <a:ea typeface="メイリオ" panose="020B0604030504040204" pitchFamily="50" charset="-128"/>
                <a:cs typeface="メイリオ" panose="020B0604030504040204" pitchFamily="50" charset="-128"/>
              </a:defRPr>
            </a:lvl1pPr>
            <a:lvl2pPr marL="514350" indent="-246063" algn="l" defTabSz="809625" rtl="0" eaLnBrk="0" fontAlgn="ctr" hangingPunct="0">
              <a:lnSpc>
                <a:spcPct val="110000"/>
              </a:lnSpc>
              <a:spcBef>
                <a:spcPct val="20000"/>
              </a:spcBef>
              <a:spcAft>
                <a:spcPct val="10000"/>
              </a:spcAft>
              <a:buClr>
                <a:srgbClr val="87867E"/>
              </a:buClr>
              <a:buFont typeface="Wingdings" pitchFamily="2" charset="2"/>
              <a:buChar char="n"/>
              <a:defRPr kumimoji="1" sz="1600">
                <a:solidFill>
                  <a:schemeClr val="tx1"/>
                </a:solidFill>
                <a:latin typeface="メイリオ" panose="020B0604030504040204" pitchFamily="50" charset="-128"/>
                <a:ea typeface="メイリオ" panose="020B0604030504040204" pitchFamily="50" charset="-128"/>
                <a:cs typeface="メイリオ" panose="020B0604030504040204" pitchFamily="50" charset="-128"/>
              </a:defRPr>
            </a:lvl2pPr>
            <a:lvl3pPr marL="536575" indent="377825" algn="l" defTabSz="809625" rtl="0" eaLnBrk="0" fontAlgn="ctr" hangingPunct="0">
              <a:lnSpc>
                <a:spcPct val="110000"/>
              </a:lnSpc>
              <a:spcBef>
                <a:spcPct val="20000"/>
              </a:spcBef>
              <a:spcAft>
                <a:spcPct val="10000"/>
              </a:spcAft>
              <a:buClr>
                <a:srgbClr val="808080"/>
              </a:buClr>
              <a:buFont typeface="Wingdings" pitchFamily="2" charset="2"/>
              <a:defRPr kumimoji="1" sz="1600">
                <a:solidFill>
                  <a:schemeClr val="tx1"/>
                </a:solidFill>
                <a:latin typeface="FUJI-新ゴ R" pitchFamily="50" charset="-128"/>
                <a:ea typeface="FUJI-新ゴ R" pitchFamily="50" charset="-128"/>
                <a:cs typeface="Meiryo UI" pitchFamily="50" charset="-128"/>
              </a:defRPr>
            </a:lvl3pPr>
            <a:lvl4pPr marL="717550" indent="-136525" algn="l" defTabSz="809625" rtl="0" eaLnBrk="0" fontAlgn="base" hangingPunct="0">
              <a:lnSpc>
                <a:spcPct val="110000"/>
              </a:lnSpc>
              <a:spcBef>
                <a:spcPct val="20000"/>
              </a:spcBef>
              <a:spcAft>
                <a:spcPct val="10000"/>
              </a:spcAft>
              <a:buClr>
                <a:srgbClr val="87867E"/>
              </a:buClr>
              <a:buSzPct val="50000"/>
              <a:buFont typeface="Wingdings" pitchFamily="2" charset="2"/>
              <a:buChar char="l"/>
              <a:defRPr kumimoji="1" sz="1400">
                <a:solidFill>
                  <a:schemeClr val="tx1"/>
                </a:solidFill>
                <a:latin typeface="FUJI-新ゴ R" pitchFamily="50" charset="-128"/>
                <a:ea typeface="FUJI-新ゴ R" pitchFamily="50" charset="-128"/>
                <a:cs typeface="Meiryo UI" pitchFamily="50" charset="-128"/>
              </a:defRPr>
            </a:lvl4pPr>
            <a:lvl5pPr marL="2057400" indent="-228600" algn="l" defTabSz="809625" rtl="0" eaLnBrk="0" fontAlgn="base" hangingPunct="0">
              <a:spcBef>
                <a:spcPct val="20000"/>
              </a:spcBef>
              <a:spcAft>
                <a:spcPct val="0"/>
              </a:spcAft>
              <a:buChar char="»"/>
              <a:defRPr kumimoji="1" sz="2000">
                <a:solidFill>
                  <a:schemeClr val="tx1"/>
                </a:solidFill>
                <a:latin typeface="FUJI-新ゴ R" panose="020B0400000000000000" pitchFamily="50" charset="-128"/>
                <a:ea typeface="FUJI-新ゴ R" panose="020B0400000000000000" pitchFamily="50" charset="-128"/>
                <a:cs typeface="ＭＳ Ｐゴシック" pitchFamily="50" charset="-128"/>
              </a:defRPr>
            </a:lvl5pPr>
            <a:lvl6pPr marL="2514600" indent="-228600" algn="l" defTabSz="809625" rtl="0" fontAlgn="base">
              <a:spcBef>
                <a:spcPct val="20000"/>
              </a:spcBef>
              <a:spcAft>
                <a:spcPct val="0"/>
              </a:spcAft>
              <a:buChar char="»"/>
              <a:defRPr kumimoji="1" sz="2000">
                <a:solidFill>
                  <a:schemeClr val="tx1"/>
                </a:solidFill>
                <a:latin typeface="+mn-lt"/>
                <a:ea typeface="+mn-ea"/>
              </a:defRPr>
            </a:lvl6pPr>
            <a:lvl7pPr marL="2971800" indent="-228600" algn="l" defTabSz="809625" rtl="0" fontAlgn="base">
              <a:spcBef>
                <a:spcPct val="20000"/>
              </a:spcBef>
              <a:spcAft>
                <a:spcPct val="0"/>
              </a:spcAft>
              <a:buChar char="»"/>
              <a:defRPr kumimoji="1" sz="2000">
                <a:solidFill>
                  <a:schemeClr val="tx1"/>
                </a:solidFill>
                <a:latin typeface="+mn-lt"/>
                <a:ea typeface="+mn-ea"/>
              </a:defRPr>
            </a:lvl7pPr>
            <a:lvl8pPr marL="3429000" indent="-228600" algn="l" defTabSz="809625" rtl="0" fontAlgn="base">
              <a:spcBef>
                <a:spcPct val="20000"/>
              </a:spcBef>
              <a:spcAft>
                <a:spcPct val="0"/>
              </a:spcAft>
              <a:buChar char="»"/>
              <a:defRPr kumimoji="1" sz="2000">
                <a:solidFill>
                  <a:schemeClr val="tx1"/>
                </a:solidFill>
                <a:latin typeface="+mn-lt"/>
                <a:ea typeface="+mn-ea"/>
              </a:defRPr>
            </a:lvl8pPr>
            <a:lvl9pPr marL="3886200" indent="-228600" algn="l" defTabSz="809625" rtl="0" fontAlgn="base">
              <a:spcBef>
                <a:spcPct val="20000"/>
              </a:spcBef>
              <a:spcAft>
                <a:spcPct val="0"/>
              </a:spcAft>
              <a:buChar char="»"/>
              <a:defRPr kumimoji="1" sz="2000">
                <a:solidFill>
                  <a:schemeClr val="tx1"/>
                </a:solidFill>
                <a:latin typeface="+mn-lt"/>
                <a:ea typeface="+mn-ea"/>
              </a:defRPr>
            </a:lvl9pPr>
          </a:lstStyle>
          <a:p>
            <a:pPr marL="0" indent="0">
              <a:buNone/>
            </a:pPr>
            <a:r>
              <a:rPr lang="ja-JP" altLang="en-US" sz="1600" b="1" kern="0" dirty="0">
                <a:solidFill>
                  <a:srgbClr val="0070C0"/>
                </a:solidFill>
                <a:latin typeface="Meiryo UI" panose="020B0604030504040204" pitchFamily="50" charset="-128"/>
                <a:ea typeface="Meiryo UI" panose="020B0604030504040204" pitchFamily="50" charset="-128"/>
              </a:rPr>
              <a:t>①ドキュメント更新依頼台帳への記入</a:t>
            </a:r>
            <a:endParaRPr lang="en-US" altLang="ja-JP" sz="1600" kern="0" dirty="0">
              <a:latin typeface="Meiryo UI" panose="020B0604030504040204" pitchFamily="50" charset="-128"/>
              <a:ea typeface="Meiryo UI" panose="020B0604030504040204" pitchFamily="50" charset="-128"/>
            </a:endParaRPr>
          </a:p>
        </p:txBody>
      </p:sp>
      <p:sp>
        <p:nvSpPr>
          <p:cNvPr id="56" name="コンテンツ プレースホルダー 2">
            <a:extLst>
              <a:ext uri="{FF2B5EF4-FFF2-40B4-BE49-F238E27FC236}">
                <a16:creationId xmlns:a16="http://schemas.microsoft.com/office/drawing/2014/main" id="{596ED20E-CED7-4C8C-A51B-3BC2E9B1A6C1}"/>
              </a:ext>
            </a:extLst>
          </p:cNvPr>
          <p:cNvSpPr txBox="1">
            <a:spLocks/>
          </p:cNvSpPr>
          <p:nvPr/>
        </p:nvSpPr>
        <p:spPr bwMode="gray">
          <a:xfrm>
            <a:off x="680964" y="1153727"/>
            <a:ext cx="7776864" cy="254315"/>
          </a:xfrm>
          <a:prstGeom prst="rect">
            <a:avLst/>
          </a:prstGeom>
          <a:noFill/>
          <a:ln>
            <a:noFill/>
          </a:ln>
          <a:effectLst/>
        </p:spPr>
        <p:txBody>
          <a:bodyPr vert="horz" wrap="square" lIns="0" tIns="0" rIns="0" bIns="0" numCol="1" anchor="ctr" anchorCtr="0" compatLnSpc="1">
            <a:prstTxWarp prst="textNoShape">
              <a:avLst/>
            </a:prstTxWarp>
          </a:bodyPr>
          <a:lstStyle>
            <a:lvl1pPr marL="266700" indent="-266700" algn="l" defTabSz="809625" rtl="0" eaLnBrk="0" fontAlgn="ctr" hangingPunct="0">
              <a:lnSpc>
                <a:spcPct val="110000"/>
              </a:lnSpc>
              <a:spcBef>
                <a:spcPct val="20000"/>
              </a:spcBef>
              <a:spcAft>
                <a:spcPct val="10000"/>
              </a:spcAft>
              <a:buClr>
                <a:srgbClr val="C80202"/>
              </a:buClr>
              <a:buFont typeface="Wingdings" pitchFamily="2" charset="2"/>
              <a:buChar char="n"/>
              <a:defRPr kumimoji="1" sz="2000">
                <a:solidFill>
                  <a:schemeClr val="tx1"/>
                </a:solidFill>
                <a:latin typeface="メイリオ" panose="020B0604030504040204" pitchFamily="50" charset="-128"/>
                <a:ea typeface="メイリオ" panose="020B0604030504040204" pitchFamily="50" charset="-128"/>
                <a:cs typeface="メイリオ" panose="020B0604030504040204" pitchFamily="50" charset="-128"/>
              </a:defRPr>
            </a:lvl1pPr>
            <a:lvl2pPr marL="514350" indent="-246063" algn="l" defTabSz="809625" rtl="0" eaLnBrk="0" fontAlgn="ctr" hangingPunct="0">
              <a:lnSpc>
                <a:spcPct val="110000"/>
              </a:lnSpc>
              <a:spcBef>
                <a:spcPct val="20000"/>
              </a:spcBef>
              <a:spcAft>
                <a:spcPct val="10000"/>
              </a:spcAft>
              <a:buClr>
                <a:srgbClr val="87867E"/>
              </a:buClr>
              <a:buFont typeface="Wingdings" pitchFamily="2" charset="2"/>
              <a:buChar char="n"/>
              <a:defRPr kumimoji="1" sz="1600">
                <a:solidFill>
                  <a:schemeClr val="tx1"/>
                </a:solidFill>
                <a:latin typeface="メイリオ" panose="020B0604030504040204" pitchFamily="50" charset="-128"/>
                <a:ea typeface="メイリオ" panose="020B0604030504040204" pitchFamily="50" charset="-128"/>
                <a:cs typeface="メイリオ" panose="020B0604030504040204" pitchFamily="50" charset="-128"/>
              </a:defRPr>
            </a:lvl2pPr>
            <a:lvl3pPr marL="536575" indent="377825" algn="l" defTabSz="809625" rtl="0" eaLnBrk="0" fontAlgn="ctr" hangingPunct="0">
              <a:lnSpc>
                <a:spcPct val="110000"/>
              </a:lnSpc>
              <a:spcBef>
                <a:spcPct val="20000"/>
              </a:spcBef>
              <a:spcAft>
                <a:spcPct val="10000"/>
              </a:spcAft>
              <a:buClr>
                <a:srgbClr val="808080"/>
              </a:buClr>
              <a:buFont typeface="Wingdings" pitchFamily="2" charset="2"/>
              <a:defRPr kumimoji="1" sz="1600">
                <a:solidFill>
                  <a:schemeClr val="tx1"/>
                </a:solidFill>
                <a:latin typeface="FUJI-新ゴ R" pitchFamily="50" charset="-128"/>
                <a:ea typeface="FUJI-新ゴ R" pitchFamily="50" charset="-128"/>
                <a:cs typeface="Meiryo UI" pitchFamily="50" charset="-128"/>
              </a:defRPr>
            </a:lvl3pPr>
            <a:lvl4pPr marL="717550" indent="-136525" algn="l" defTabSz="809625" rtl="0" eaLnBrk="0" fontAlgn="base" hangingPunct="0">
              <a:lnSpc>
                <a:spcPct val="110000"/>
              </a:lnSpc>
              <a:spcBef>
                <a:spcPct val="20000"/>
              </a:spcBef>
              <a:spcAft>
                <a:spcPct val="10000"/>
              </a:spcAft>
              <a:buClr>
                <a:srgbClr val="87867E"/>
              </a:buClr>
              <a:buSzPct val="50000"/>
              <a:buFont typeface="Wingdings" pitchFamily="2" charset="2"/>
              <a:buChar char="l"/>
              <a:defRPr kumimoji="1" sz="1400">
                <a:solidFill>
                  <a:schemeClr val="tx1"/>
                </a:solidFill>
                <a:latin typeface="FUJI-新ゴ R" pitchFamily="50" charset="-128"/>
                <a:ea typeface="FUJI-新ゴ R" pitchFamily="50" charset="-128"/>
                <a:cs typeface="Meiryo UI" pitchFamily="50" charset="-128"/>
              </a:defRPr>
            </a:lvl4pPr>
            <a:lvl5pPr marL="2057400" indent="-228600" algn="l" defTabSz="809625" rtl="0" eaLnBrk="0" fontAlgn="base" hangingPunct="0">
              <a:spcBef>
                <a:spcPct val="20000"/>
              </a:spcBef>
              <a:spcAft>
                <a:spcPct val="0"/>
              </a:spcAft>
              <a:buChar char="»"/>
              <a:defRPr kumimoji="1" sz="2000">
                <a:solidFill>
                  <a:schemeClr val="tx1"/>
                </a:solidFill>
                <a:latin typeface="FUJI-新ゴ R" panose="020B0400000000000000" pitchFamily="50" charset="-128"/>
                <a:ea typeface="FUJI-新ゴ R" panose="020B0400000000000000" pitchFamily="50" charset="-128"/>
                <a:cs typeface="ＭＳ Ｐゴシック" pitchFamily="50" charset="-128"/>
              </a:defRPr>
            </a:lvl5pPr>
            <a:lvl6pPr marL="2514600" indent="-228600" algn="l" defTabSz="809625" rtl="0" fontAlgn="base">
              <a:spcBef>
                <a:spcPct val="20000"/>
              </a:spcBef>
              <a:spcAft>
                <a:spcPct val="0"/>
              </a:spcAft>
              <a:buChar char="»"/>
              <a:defRPr kumimoji="1" sz="2000">
                <a:solidFill>
                  <a:schemeClr val="tx1"/>
                </a:solidFill>
                <a:latin typeface="+mn-lt"/>
                <a:ea typeface="+mn-ea"/>
              </a:defRPr>
            </a:lvl6pPr>
            <a:lvl7pPr marL="2971800" indent="-228600" algn="l" defTabSz="809625" rtl="0" fontAlgn="base">
              <a:spcBef>
                <a:spcPct val="20000"/>
              </a:spcBef>
              <a:spcAft>
                <a:spcPct val="0"/>
              </a:spcAft>
              <a:buChar char="»"/>
              <a:defRPr kumimoji="1" sz="2000">
                <a:solidFill>
                  <a:schemeClr val="tx1"/>
                </a:solidFill>
                <a:latin typeface="+mn-lt"/>
                <a:ea typeface="+mn-ea"/>
              </a:defRPr>
            </a:lvl7pPr>
            <a:lvl8pPr marL="3429000" indent="-228600" algn="l" defTabSz="809625" rtl="0" fontAlgn="base">
              <a:spcBef>
                <a:spcPct val="20000"/>
              </a:spcBef>
              <a:spcAft>
                <a:spcPct val="0"/>
              </a:spcAft>
              <a:buChar char="»"/>
              <a:defRPr kumimoji="1" sz="2000">
                <a:solidFill>
                  <a:schemeClr val="tx1"/>
                </a:solidFill>
                <a:latin typeface="+mn-lt"/>
                <a:ea typeface="+mn-ea"/>
              </a:defRPr>
            </a:lvl8pPr>
            <a:lvl9pPr marL="3886200" indent="-228600" algn="l" defTabSz="809625" rtl="0" fontAlgn="base">
              <a:spcBef>
                <a:spcPct val="20000"/>
              </a:spcBef>
              <a:spcAft>
                <a:spcPct val="0"/>
              </a:spcAft>
              <a:buChar char="»"/>
              <a:defRPr kumimoji="1" sz="2000">
                <a:solidFill>
                  <a:schemeClr val="tx1"/>
                </a:solidFill>
                <a:latin typeface="+mn-lt"/>
                <a:ea typeface="+mn-ea"/>
              </a:defRPr>
            </a:lvl9pPr>
          </a:lstStyle>
          <a:p>
            <a:pPr marL="0" indent="0">
              <a:buNone/>
            </a:pPr>
            <a:r>
              <a:rPr lang="ja-JP" altLang="en-US" sz="1400" kern="0" dirty="0">
                <a:latin typeface="Meiryo UI" panose="020B0604030504040204" pitchFamily="50" charset="-128"/>
                <a:ea typeface="Meiryo UI" panose="020B0604030504040204" pitchFamily="50" charset="-128"/>
              </a:rPr>
              <a:t>ドキュメント更新依頼台帳へ更新対象の</a:t>
            </a:r>
            <a:r>
              <a:rPr lang="en-US" altLang="ja-JP" sz="1400" kern="0" dirty="0">
                <a:latin typeface="Meiryo UI" panose="020B0604030504040204" pitchFamily="50" charset="-128"/>
                <a:ea typeface="Meiryo UI" panose="020B0604030504040204" pitchFamily="50" charset="-128"/>
              </a:rPr>
              <a:t>Activate</a:t>
            </a:r>
            <a:r>
              <a:rPr lang="ja-JP" altLang="en-US" sz="1400" kern="0" dirty="0">
                <a:latin typeface="Meiryo UI" panose="020B0604030504040204" pitchFamily="50" charset="-128"/>
                <a:ea typeface="Meiryo UI" panose="020B0604030504040204" pitchFamily="50" charset="-128"/>
              </a:rPr>
              <a:t>ドキュメントファイルと、修正箇所、修正理由等を記載。</a:t>
            </a:r>
            <a:endParaRPr lang="en-US" altLang="ja-JP" sz="1400" kern="0" dirty="0">
              <a:latin typeface="Meiryo UI" panose="020B0604030504040204" pitchFamily="50" charset="-128"/>
              <a:ea typeface="Meiryo UI" panose="020B0604030504040204" pitchFamily="50" charset="-128"/>
            </a:endParaRPr>
          </a:p>
        </p:txBody>
      </p:sp>
      <p:graphicFrame>
        <p:nvGraphicFramePr>
          <p:cNvPr id="58" name="表 2">
            <a:extLst>
              <a:ext uri="{FF2B5EF4-FFF2-40B4-BE49-F238E27FC236}">
                <a16:creationId xmlns:a16="http://schemas.microsoft.com/office/drawing/2014/main" id="{B6BD61B7-A368-4488-B2EB-87C55E175C9A}"/>
              </a:ext>
            </a:extLst>
          </p:cNvPr>
          <p:cNvGraphicFramePr>
            <a:graphicFrameLocks noGrp="1"/>
          </p:cNvGraphicFramePr>
          <p:nvPr>
            <p:extLst>
              <p:ext uri="{D42A27DB-BD31-4B8C-83A1-F6EECF244321}">
                <p14:modId xmlns:p14="http://schemas.microsoft.com/office/powerpoint/2010/main" val="1185309752"/>
              </p:ext>
            </p:extLst>
          </p:nvPr>
        </p:nvGraphicFramePr>
        <p:xfrm>
          <a:off x="471851" y="2509513"/>
          <a:ext cx="8014363" cy="376800"/>
        </p:xfrm>
        <a:graphic>
          <a:graphicData uri="http://schemas.openxmlformats.org/drawingml/2006/table">
            <a:tbl>
              <a:tblPr firstRow="1" bandRow="1">
                <a:tableStyleId>{00A15C55-8517-42AA-B614-E9B94910E393}</a:tableStyleId>
              </a:tblPr>
              <a:tblGrid>
                <a:gridCol w="1082213">
                  <a:extLst>
                    <a:ext uri="{9D8B030D-6E8A-4147-A177-3AD203B41FA5}">
                      <a16:colId xmlns:a16="http://schemas.microsoft.com/office/drawing/2014/main" val="4229135214"/>
                    </a:ext>
                  </a:extLst>
                </a:gridCol>
                <a:gridCol w="6932150">
                  <a:extLst>
                    <a:ext uri="{9D8B030D-6E8A-4147-A177-3AD203B41FA5}">
                      <a16:colId xmlns:a16="http://schemas.microsoft.com/office/drawing/2014/main" val="2607537423"/>
                    </a:ext>
                  </a:extLst>
                </a:gridCol>
              </a:tblGrid>
              <a:tr h="353288">
                <a:tc>
                  <a:txBody>
                    <a:bodyPr/>
                    <a:lstStyle/>
                    <a:p>
                      <a:pPr algn="ctr"/>
                      <a:r>
                        <a:rPr lang="ja-JP" altLang="en-US" sz="1000" b="1" kern="0" dirty="0">
                          <a:solidFill>
                            <a:srgbClr val="FFFFFF"/>
                          </a:solidFill>
                        </a:rPr>
                        <a:t>ドキュメント</a:t>
                      </a:r>
                      <a:br>
                        <a:rPr lang="en-US" altLang="ja-JP" sz="1000" b="1" kern="0" dirty="0">
                          <a:solidFill>
                            <a:srgbClr val="FFFFFF"/>
                          </a:solidFill>
                        </a:rPr>
                      </a:br>
                      <a:r>
                        <a:rPr lang="ja-JP" altLang="en-US" sz="1000" b="1" kern="0" dirty="0">
                          <a:solidFill>
                            <a:srgbClr val="FFFFFF"/>
                          </a:solidFill>
                        </a:rPr>
                        <a:t>更新依頼台帳　</a:t>
                      </a:r>
                      <a:endParaRPr kumimoji="1" lang="ja-JP" altLang="en-US" sz="1000" b="1" dirty="0">
                        <a:solidFill>
                          <a:srgbClr val="FFFFFF"/>
                        </a:solidFill>
                        <a:latin typeface="Meiryo UI" panose="020B0604030504040204" pitchFamily="50" charset="-128"/>
                        <a:ea typeface="Meiryo UI" panose="020B0604030504040204" pitchFamily="50" charset="-128"/>
                      </a:endParaRPr>
                    </a:p>
                  </a:txBody>
                  <a:tcPr marL="72000" marR="72000" marT="36000" marB="36000" anchor="ctr"/>
                </a:tc>
                <a:tc>
                  <a:txBody>
                    <a:bodyPr/>
                    <a:lstStyle/>
                    <a:p>
                      <a:r>
                        <a:rPr lang="en-US" altLang="ja-JP" sz="800" dirty="0" err="1">
                          <a:latin typeface="Meiryo UI" panose="020B0604030504040204" pitchFamily="50" charset="-128"/>
                          <a:ea typeface="Meiryo UI" panose="020B0604030504040204" pitchFamily="50" charset="-128"/>
                        </a:rPr>
                        <a:t>jp_SAP</a:t>
                      </a:r>
                      <a:r>
                        <a:rPr lang="ja-JP" altLang="en-US" sz="800" dirty="0">
                          <a:latin typeface="Meiryo UI" panose="020B0604030504040204" pitchFamily="50" charset="-128"/>
                          <a:ea typeface="Meiryo UI" panose="020B0604030504040204" pitchFamily="50" charset="-128"/>
                        </a:rPr>
                        <a:t>デリバリナレッジマネジメント</a:t>
                      </a:r>
                      <a:r>
                        <a:rPr lang="en-US" altLang="ja-JP" sz="800" dirty="0">
                          <a:latin typeface="Meiryo UI" panose="020B0604030504040204" pitchFamily="50" charset="-128"/>
                          <a:ea typeface="Meiryo UI" panose="020B0604030504040204" pitchFamily="50" charset="-128"/>
                        </a:rPr>
                        <a:t>/21_Activate2.0</a:t>
                      </a:r>
                      <a:r>
                        <a:rPr lang="ja-JP" altLang="en-US" sz="800" dirty="0">
                          <a:latin typeface="Meiryo UI" panose="020B0604030504040204" pitchFamily="50" charset="-128"/>
                          <a:ea typeface="Meiryo UI" panose="020B0604030504040204" pitchFamily="50" charset="-128"/>
                        </a:rPr>
                        <a:t>構成管理</a:t>
                      </a:r>
                      <a:r>
                        <a:rPr lang="en-US" altLang="ja-JP" sz="800" dirty="0">
                          <a:latin typeface="Meiryo UI" panose="020B0604030504040204" pitchFamily="50" charset="-128"/>
                          <a:ea typeface="Meiryo UI" panose="020B0604030504040204" pitchFamily="50" charset="-128"/>
                        </a:rPr>
                        <a:t>(</a:t>
                      </a:r>
                      <a:r>
                        <a:rPr lang="ja-JP" altLang="en-US" sz="800" dirty="0">
                          <a:latin typeface="Meiryo UI" panose="020B0604030504040204" pitchFamily="50" charset="-128"/>
                          <a:ea typeface="Meiryo UI" panose="020B0604030504040204" pitchFamily="50" charset="-128"/>
                        </a:rPr>
                        <a:t>緊急依頼＆更新通知）</a:t>
                      </a:r>
                      <a:r>
                        <a:rPr lang="en-US" altLang="ja-JP" sz="800" dirty="0">
                          <a:latin typeface="Meiryo UI" panose="020B0604030504040204" pitchFamily="50" charset="-128"/>
                          <a:ea typeface="Meiryo UI" panose="020B0604030504040204" pitchFamily="50" charset="-128"/>
                        </a:rPr>
                        <a:t>/Activate3.0 </a:t>
                      </a:r>
                      <a:r>
                        <a:rPr lang="ja-JP" altLang="en-US" sz="800" dirty="0">
                          <a:latin typeface="Meiryo UI" panose="020B0604030504040204" pitchFamily="50" charset="-128"/>
                          <a:ea typeface="Meiryo UI" panose="020B0604030504040204" pitchFamily="50" charset="-128"/>
                        </a:rPr>
                        <a:t>ドキュメント更新依頼台帳</a:t>
                      </a:r>
                      <a:r>
                        <a:rPr lang="en-US" altLang="ja-JP" sz="800" dirty="0">
                          <a:latin typeface="Meiryo UI" panose="020B0604030504040204" pitchFamily="50" charset="-128"/>
                          <a:ea typeface="Meiryo UI" panose="020B0604030504040204" pitchFamily="50" charset="-128"/>
                        </a:rPr>
                        <a:t>_V3.0-00.xlsx</a:t>
                      </a:r>
                      <a:endParaRPr lang="ja-JP" altLang="en-US" sz="800" dirty="0">
                        <a:latin typeface="Meiryo UI" panose="020B0604030504040204" pitchFamily="50" charset="-128"/>
                        <a:ea typeface="Meiryo UI" panose="020B0604030504040204" pitchFamily="50" charset="-128"/>
                      </a:endParaRPr>
                    </a:p>
                    <a:p>
                      <a:r>
                        <a:rPr lang="en-US" altLang="ja-JP" sz="800" dirty="0">
                          <a:hlinkClick r:id="rId3" tooltip="https://fujitsu.sharepoint.com/:x:/r/teams/msteams_c8e71e/Shared%20Documents/21_Activate2.0%E6%A7%8B%E6%88%90%E7%AE%A1%E7%90%86(%E7%B7%8A%E6%80%A5%E4%BE%9D%E9%A0%BC%EF%BC%86%E6%9B%B4%E6%96%B0%E9%80%9A%E7%9F%A5%EF%BC%89/Activate3.0%20%E3%83%89%E3%82%AD%E3%83%A5%E3%83%A1%E3%83%B3%E3%83%88%E6%9B%B4%E6%96%B0%E4%BE%9D%E9%A0%BC%E5%8F%B0%E5%B8%B3_V3.0-00.xlsx?d=wd6e46dd7157943d4aa354db4a984d1a0&amp;csf=1&amp;web=1&amp;e=MMr1h3"/>
                        </a:rPr>
                        <a:t>Activate3.0 </a:t>
                      </a:r>
                      <a:r>
                        <a:rPr lang="ja-JP" altLang="en-US" sz="800" dirty="0">
                          <a:hlinkClick r:id="rId3" tooltip="https://fujitsu.sharepoint.com/:x:/r/teams/msteams_c8e71e/Shared%20Documents/21_Activate2.0%E6%A7%8B%E6%88%90%E7%AE%A1%E7%90%86(%E7%B7%8A%E6%80%A5%E4%BE%9D%E9%A0%BC%EF%BC%86%E6%9B%B4%E6%96%B0%E9%80%9A%E7%9F%A5%EF%BC%89/Activate3.0%20%E3%83%89%E3%82%AD%E3%83%A5%E3%83%A1%E3%83%B3%E3%83%88%E6%9B%B4%E6%96%B0%E4%BE%9D%E9%A0%BC%E5%8F%B0%E5%B8%B3_V3.0-00.xlsx?d=wd6e46dd7157943d4aa354db4a984d1a0&amp;csf=1&amp;web=1&amp;e=MMr1h3"/>
                        </a:rPr>
                        <a:t>ドキュメント更新依頼台帳</a:t>
                      </a:r>
                      <a:r>
                        <a:rPr lang="en-US" altLang="ja-JP" sz="800" dirty="0">
                          <a:hlinkClick r:id="rId3" tooltip="https://fujitsu.sharepoint.com/:x:/r/teams/msteams_c8e71e/Shared%20Documents/21_Activate2.0%E6%A7%8B%E6%88%90%E7%AE%A1%E7%90%86(%E7%B7%8A%E6%80%A5%E4%BE%9D%E9%A0%BC%EF%BC%86%E6%9B%B4%E6%96%B0%E9%80%9A%E7%9F%A5%EF%BC%89/Activate3.0%20%E3%83%89%E3%82%AD%E3%83%A5%E3%83%A1%E3%83%B3%E3%83%88%E6%9B%B4%E6%96%B0%E4%BE%9D%E9%A0%BC%E5%8F%B0%E5%B8%B3_V3.0-00.xlsx?d=wd6e46dd7157943d4aa354db4a984d1a0&amp;csf=1&amp;web=1&amp;e=MMr1h3"/>
                        </a:rPr>
                        <a:t>_V3.0-00.xlsx</a:t>
                      </a:r>
                      <a:endParaRPr lang="en-US" altLang="ja-JP" sz="800" dirty="0">
                        <a:latin typeface="Meiryo UI" panose="020B0604030504040204" pitchFamily="50" charset="-128"/>
                        <a:ea typeface="Meiryo UI" panose="020B0604030504040204" pitchFamily="50" charset="-128"/>
                      </a:endParaRPr>
                    </a:p>
                  </a:txBody>
                  <a:tcPr marL="72000" marR="72000" marT="36000" marB="36000" anchor="ctr"/>
                </a:tc>
                <a:extLst>
                  <a:ext uri="{0D108BD9-81ED-4DB2-BD59-A6C34878D82A}">
                    <a16:rowId xmlns:a16="http://schemas.microsoft.com/office/drawing/2014/main" val="2428502835"/>
                  </a:ext>
                </a:extLst>
              </a:tr>
            </a:tbl>
          </a:graphicData>
        </a:graphic>
      </p:graphicFrame>
      <p:pic>
        <p:nvPicPr>
          <p:cNvPr id="59" name="図 58">
            <a:extLst>
              <a:ext uri="{FF2B5EF4-FFF2-40B4-BE49-F238E27FC236}">
                <a16:creationId xmlns:a16="http://schemas.microsoft.com/office/drawing/2014/main" id="{ACCBF480-C866-4B5D-AED7-7A1E265697EC}"/>
              </a:ext>
            </a:extLst>
          </p:cNvPr>
          <p:cNvPicPr>
            <a:picLocks noChangeAspect="1"/>
          </p:cNvPicPr>
          <p:nvPr/>
        </p:nvPicPr>
        <p:blipFill rotWithShape="1">
          <a:blip r:embed="rId4"/>
          <a:srcRect l="8462" t="25161" r="9838" b="67603"/>
          <a:stretch/>
        </p:blipFill>
        <p:spPr>
          <a:xfrm>
            <a:off x="712425" y="1623828"/>
            <a:ext cx="7889095" cy="571680"/>
          </a:xfrm>
          <a:prstGeom prst="rect">
            <a:avLst/>
          </a:prstGeom>
        </p:spPr>
      </p:pic>
      <p:sp>
        <p:nvSpPr>
          <p:cNvPr id="60" name="四角形: 角を丸くする 59">
            <a:extLst>
              <a:ext uri="{FF2B5EF4-FFF2-40B4-BE49-F238E27FC236}">
                <a16:creationId xmlns:a16="http://schemas.microsoft.com/office/drawing/2014/main" id="{A8F10038-213D-4121-85D6-099722693370}"/>
              </a:ext>
            </a:extLst>
          </p:cNvPr>
          <p:cNvSpPr/>
          <p:nvPr/>
        </p:nvSpPr>
        <p:spPr bwMode="gray">
          <a:xfrm>
            <a:off x="608633" y="1585774"/>
            <a:ext cx="8064896" cy="706575"/>
          </a:xfrm>
          <a:prstGeom prst="roundRect">
            <a:avLst/>
          </a:prstGeom>
          <a:noFill/>
          <a:ln w="19050" cap="flat" cmpd="sng" algn="ctr">
            <a:solidFill>
              <a:srgbClr val="0070C0"/>
            </a:solidFill>
            <a:prstDash val="dash"/>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ctr" latinLnBrk="0" hangingPunct="1">
              <a:lnSpc>
                <a:spcPct val="100000"/>
              </a:lnSpc>
              <a:spcBef>
                <a:spcPct val="0"/>
              </a:spcBef>
              <a:spcAft>
                <a:spcPct val="0"/>
              </a:spcAft>
              <a:buClrTx/>
              <a:buSzTx/>
              <a:buFontTx/>
              <a:buNone/>
              <a:tabLst/>
            </a:pPr>
            <a:endParaRPr kumimoji="1" lang="ja-JP" altLang="en-US" sz="1600" b="0" i="0" u="none" strike="noStrike" cap="none" normalizeH="0" baseline="0" dirty="0">
              <a:ln>
                <a:noFill/>
              </a:ln>
              <a:effectLst/>
              <a:latin typeface="Meiryo UI" panose="020B0604030504040204" pitchFamily="50" charset="-128"/>
              <a:ea typeface="Meiryo UI" panose="020B0604030504040204" pitchFamily="50" charset="-128"/>
            </a:endParaRPr>
          </a:p>
        </p:txBody>
      </p:sp>
      <p:sp>
        <p:nvSpPr>
          <p:cNvPr id="15" name="スライド番号プレースホルダー 14">
            <a:extLst>
              <a:ext uri="{FF2B5EF4-FFF2-40B4-BE49-F238E27FC236}">
                <a16:creationId xmlns:a16="http://schemas.microsoft.com/office/drawing/2014/main" id="{4EA078B7-1C82-4621-96F6-014E9891C55C}"/>
              </a:ext>
            </a:extLst>
          </p:cNvPr>
          <p:cNvSpPr>
            <a:spLocks noGrp="1"/>
          </p:cNvSpPr>
          <p:nvPr>
            <p:ph type="sldNum" sz="quarter" idx="11"/>
          </p:nvPr>
        </p:nvSpPr>
        <p:spPr/>
        <p:txBody>
          <a:bodyPr/>
          <a:lstStyle/>
          <a:p>
            <a:fld id="{72E657AC-4808-49C2-85C9-9B8A09B04136}" type="slidenum">
              <a:rPr lang="de-DE" altLang="ja-JP" smtClean="0"/>
              <a:pPr/>
              <a:t>8</a:t>
            </a:fld>
            <a:endParaRPr lang="de-DE" altLang="ja-JP"/>
          </a:p>
        </p:txBody>
      </p:sp>
    </p:spTree>
    <p:extLst>
      <p:ext uri="{BB962C8B-B14F-4D97-AF65-F5344CB8AC3E}">
        <p14:creationId xmlns:p14="http://schemas.microsoft.com/office/powerpoint/2010/main" val="3786305688"/>
      </p:ext>
    </p:extLst>
  </p:cSld>
  <p:clrMapOvr>
    <a:masterClrMapping/>
  </p:clrMapOvr>
  <p:transition advClick="0" advTm="10000"/>
</p:sld>
</file>

<file path=ppt/slides/slide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35874" name="Rectangle 2"/>
          <p:cNvSpPr>
            <a:spLocks noGrp="1" noChangeArrowheads="1"/>
          </p:cNvSpPr>
          <p:nvPr>
            <p:ph type="title"/>
          </p:nvPr>
        </p:nvSpPr>
        <p:spPr/>
        <p:txBody>
          <a:bodyPr vert="horz" lIns="0" tIns="108000" rIns="0" bIns="0" rtlCol="0" anchor="ctr">
            <a:normAutofit fontScale="90000"/>
          </a:bodyPr>
          <a:lstStyle/>
          <a:p>
            <a:r>
              <a:rPr lang="zh-TW" altLang="en-US" sz="2800" dirty="0">
                <a:latin typeface="+mj-lt"/>
                <a:ea typeface="+mj-ea"/>
              </a:rPr>
              <a:t>構成管理実施手順</a:t>
            </a:r>
            <a:r>
              <a:rPr lang="ja-JP" altLang="en-US" sz="2800" dirty="0">
                <a:latin typeface="+mj-lt"/>
                <a:ea typeface="+mj-ea"/>
              </a:rPr>
              <a:t> </a:t>
            </a:r>
            <a:r>
              <a:rPr lang="en-US" altLang="ja-JP" sz="2800" dirty="0">
                <a:latin typeface="+mj-lt"/>
                <a:ea typeface="+mj-ea"/>
              </a:rPr>
              <a:t>-</a:t>
            </a:r>
            <a:r>
              <a:rPr lang="en-US" altLang="ja-JP" sz="2800" b="1" kern="0" dirty="0">
                <a:solidFill>
                  <a:schemeClr val="bg1"/>
                </a:solidFill>
                <a:latin typeface="Meiryo UI" panose="020B0604030504040204" pitchFamily="50" charset="-128"/>
                <a:ea typeface="Meiryo UI" panose="020B0604030504040204" pitchFamily="50" charset="-128"/>
              </a:rPr>
              <a:t>1.Activate</a:t>
            </a:r>
            <a:r>
              <a:rPr lang="ja-JP" altLang="en-US" sz="2800" b="1" kern="0" dirty="0">
                <a:solidFill>
                  <a:schemeClr val="bg1"/>
                </a:solidFill>
                <a:latin typeface="Meiryo UI" panose="020B0604030504040204" pitchFamily="50" charset="-128"/>
                <a:ea typeface="Meiryo UI" panose="020B0604030504040204" pitchFamily="50" charset="-128"/>
              </a:rPr>
              <a:t>更新依頼（随時）</a:t>
            </a:r>
            <a:r>
              <a:rPr lang="en-US" altLang="ja-JP" sz="2800" b="1" kern="0" dirty="0">
                <a:solidFill>
                  <a:schemeClr val="bg1"/>
                </a:solidFill>
                <a:latin typeface="Meiryo UI" panose="020B0604030504040204" pitchFamily="50" charset="-128"/>
                <a:ea typeface="Meiryo UI" panose="020B0604030504040204" pitchFamily="50" charset="-128"/>
              </a:rPr>
              <a:t>-</a:t>
            </a:r>
            <a:endParaRPr lang="en-US" altLang="ja-JP" sz="2800" dirty="0">
              <a:latin typeface="+mj-lt"/>
              <a:ea typeface="+mj-ea"/>
            </a:endParaRPr>
          </a:p>
        </p:txBody>
      </p:sp>
      <p:sp>
        <p:nvSpPr>
          <p:cNvPr id="4" name="フッター プレースホルダー 3"/>
          <p:cNvSpPr>
            <a:spLocks noGrp="1"/>
          </p:cNvSpPr>
          <p:nvPr>
            <p:ph type="ftr" sz="quarter" idx="10"/>
          </p:nvPr>
        </p:nvSpPr>
        <p:spPr/>
        <p:txBody>
          <a:bodyPr/>
          <a:lstStyle/>
          <a:p>
            <a:r>
              <a:rPr lang="en-US" altLang="ja-JP"/>
              <a:t>© 2022 Fujitsu Limited</a:t>
            </a:r>
            <a:endParaRPr lang="de-DE" altLang="ja-JP" dirty="0"/>
          </a:p>
        </p:txBody>
      </p:sp>
      <p:sp>
        <p:nvSpPr>
          <p:cNvPr id="55" name="コンテンツ プレースホルダー 2">
            <a:extLst>
              <a:ext uri="{FF2B5EF4-FFF2-40B4-BE49-F238E27FC236}">
                <a16:creationId xmlns:a16="http://schemas.microsoft.com/office/drawing/2014/main" id="{E480A928-2657-4571-8F85-37879AC90C7A}"/>
              </a:ext>
            </a:extLst>
          </p:cNvPr>
          <p:cNvSpPr txBox="1">
            <a:spLocks/>
          </p:cNvSpPr>
          <p:nvPr/>
        </p:nvSpPr>
        <p:spPr bwMode="gray">
          <a:xfrm>
            <a:off x="401797" y="800332"/>
            <a:ext cx="7776864" cy="254315"/>
          </a:xfrm>
          <a:prstGeom prst="rect">
            <a:avLst/>
          </a:prstGeom>
          <a:noFill/>
          <a:ln>
            <a:noFill/>
          </a:ln>
          <a:effectLst/>
        </p:spPr>
        <p:txBody>
          <a:bodyPr vert="horz" wrap="square" lIns="0" tIns="0" rIns="0" bIns="0" numCol="1" anchor="ctr" anchorCtr="0" compatLnSpc="1">
            <a:prstTxWarp prst="textNoShape">
              <a:avLst/>
            </a:prstTxWarp>
          </a:bodyPr>
          <a:lstStyle>
            <a:lvl1pPr marL="266700" indent="-266700" algn="l" defTabSz="809625" rtl="0" eaLnBrk="0" fontAlgn="ctr" hangingPunct="0">
              <a:lnSpc>
                <a:spcPct val="110000"/>
              </a:lnSpc>
              <a:spcBef>
                <a:spcPct val="20000"/>
              </a:spcBef>
              <a:spcAft>
                <a:spcPct val="10000"/>
              </a:spcAft>
              <a:buClr>
                <a:srgbClr val="C80202"/>
              </a:buClr>
              <a:buFont typeface="Wingdings" pitchFamily="2" charset="2"/>
              <a:buChar char="n"/>
              <a:defRPr kumimoji="1" sz="2000">
                <a:solidFill>
                  <a:schemeClr val="tx1"/>
                </a:solidFill>
                <a:latin typeface="メイリオ" panose="020B0604030504040204" pitchFamily="50" charset="-128"/>
                <a:ea typeface="メイリオ" panose="020B0604030504040204" pitchFamily="50" charset="-128"/>
                <a:cs typeface="メイリオ" panose="020B0604030504040204" pitchFamily="50" charset="-128"/>
              </a:defRPr>
            </a:lvl1pPr>
            <a:lvl2pPr marL="514350" indent="-246063" algn="l" defTabSz="809625" rtl="0" eaLnBrk="0" fontAlgn="ctr" hangingPunct="0">
              <a:lnSpc>
                <a:spcPct val="110000"/>
              </a:lnSpc>
              <a:spcBef>
                <a:spcPct val="20000"/>
              </a:spcBef>
              <a:spcAft>
                <a:spcPct val="10000"/>
              </a:spcAft>
              <a:buClr>
                <a:srgbClr val="87867E"/>
              </a:buClr>
              <a:buFont typeface="Wingdings" pitchFamily="2" charset="2"/>
              <a:buChar char="n"/>
              <a:defRPr kumimoji="1" sz="1600">
                <a:solidFill>
                  <a:schemeClr val="tx1"/>
                </a:solidFill>
                <a:latin typeface="メイリオ" panose="020B0604030504040204" pitchFamily="50" charset="-128"/>
                <a:ea typeface="メイリオ" panose="020B0604030504040204" pitchFamily="50" charset="-128"/>
                <a:cs typeface="メイリオ" panose="020B0604030504040204" pitchFamily="50" charset="-128"/>
              </a:defRPr>
            </a:lvl2pPr>
            <a:lvl3pPr marL="536575" indent="377825" algn="l" defTabSz="809625" rtl="0" eaLnBrk="0" fontAlgn="ctr" hangingPunct="0">
              <a:lnSpc>
                <a:spcPct val="110000"/>
              </a:lnSpc>
              <a:spcBef>
                <a:spcPct val="20000"/>
              </a:spcBef>
              <a:spcAft>
                <a:spcPct val="10000"/>
              </a:spcAft>
              <a:buClr>
                <a:srgbClr val="808080"/>
              </a:buClr>
              <a:buFont typeface="Wingdings" pitchFamily="2" charset="2"/>
              <a:defRPr kumimoji="1" sz="1600">
                <a:solidFill>
                  <a:schemeClr val="tx1"/>
                </a:solidFill>
                <a:latin typeface="FUJI-新ゴ R" pitchFamily="50" charset="-128"/>
                <a:ea typeface="FUJI-新ゴ R" pitchFamily="50" charset="-128"/>
                <a:cs typeface="Meiryo UI" pitchFamily="50" charset="-128"/>
              </a:defRPr>
            </a:lvl3pPr>
            <a:lvl4pPr marL="717550" indent="-136525" algn="l" defTabSz="809625" rtl="0" eaLnBrk="0" fontAlgn="base" hangingPunct="0">
              <a:lnSpc>
                <a:spcPct val="110000"/>
              </a:lnSpc>
              <a:spcBef>
                <a:spcPct val="20000"/>
              </a:spcBef>
              <a:spcAft>
                <a:spcPct val="10000"/>
              </a:spcAft>
              <a:buClr>
                <a:srgbClr val="87867E"/>
              </a:buClr>
              <a:buSzPct val="50000"/>
              <a:buFont typeface="Wingdings" pitchFamily="2" charset="2"/>
              <a:buChar char="l"/>
              <a:defRPr kumimoji="1" sz="1400">
                <a:solidFill>
                  <a:schemeClr val="tx1"/>
                </a:solidFill>
                <a:latin typeface="FUJI-新ゴ R" pitchFamily="50" charset="-128"/>
                <a:ea typeface="FUJI-新ゴ R" pitchFamily="50" charset="-128"/>
                <a:cs typeface="Meiryo UI" pitchFamily="50" charset="-128"/>
              </a:defRPr>
            </a:lvl4pPr>
            <a:lvl5pPr marL="2057400" indent="-228600" algn="l" defTabSz="809625" rtl="0" eaLnBrk="0" fontAlgn="base" hangingPunct="0">
              <a:spcBef>
                <a:spcPct val="20000"/>
              </a:spcBef>
              <a:spcAft>
                <a:spcPct val="0"/>
              </a:spcAft>
              <a:buChar char="»"/>
              <a:defRPr kumimoji="1" sz="2000">
                <a:solidFill>
                  <a:schemeClr val="tx1"/>
                </a:solidFill>
                <a:latin typeface="FUJI-新ゴ R" panose="020B0400000000000000" pitchFamily="50" charset="-128"/>
                <a:ea typeface="FUJI-新ゴ R" panose="020B0400000000000000" pitchFamily="50" charset="-128"/>
                <a:cs typeface="ＭＳ Ｐゴシック" pitchFamily="50" charset="-128"/>
              </a:defRPr>
            </a:lvl5pPr>
            <a:lvl6pPr marL="2514600" indent="-228600" algn="l" defTabSz="809625" rtl="0" fontAlgn="base">
              <a:spcBef>
                <a:spcPct val="20000"/>
              </a:spcBef>
              <a:spcAft>
                <a:spcPct val="0"/>
              </a:spcAft>
              <a:buChar char="»"/>
              <a:defRPr kumimoji="1" sz="2000">
                <a:solidFill>
                  <a:schemeClr val="tx1"/>
                </a:solidFill>
                <a:latin typeface="+mn-lt"/>
                <a:ea typeface="+mn-ea"/>
              </a:defRPr>
            </a:lvl6pPr>
            <a:lvl7pPr marL="2971800" indent="-228600" algn="l" defTabSz="809625" rtl="0" fontAlgn="base">
              <a:spcBef>
                <a:spcPct val="20000"/>
              </a:spcBef>
              <a:spcAft>
                <a:spcPct val="0"/>
              </a:spcAft>
              <a:buChar char="»"/>
              <a:defRPr kumimoji="1" sz="2000">
                <a:solidFill>
                  <a:schemeClr val="tx1"/>
                </a:solidFill>
                <a:latin typeface="+mn-lt"/>
                <a:ea typeface="+mn-ea"/>
              </a:defRPr>
            </a:lvl7pPr>
            <a:lvl8pPr marL="3429000" indent="-228600" algn="l" defTabSz="809625" rtl="0" fontAlgn="base">
              <a:spcBef>
                <a:spcPct val="20000"/>
              </a:spcBef>
              <a:spcAft>
                <a:spcPct val="0"/>
              </a:spcAft>
              <a:buChar char="»"/>
              <a:defRPr kumimoji="1" sz="2000">
                <a:solidFill>
                  <a:schemeClr val="tx1"/>
                </a:solidFill>
                <a:latin typeface="+mn-lt"/>
                <a:ea typeface="+mn-ea"/>
              </a:defRPr>
            </a:lvl8pPr>
            <a:lvl9pPr marL="3886200" indent="-228600" algn="l" defTabSz="809625" rtl="0" fontAlgn="base">
              <a:spcBef>
                <a:spcPct val="20000"/>
              </a:spcBef>
              <a:spcAft>
                <a:spcPct val="0"/>
              </a:spcAft>
              <a:buChar char="»"/>
              <a:defRPr kumimoji="1" sz="2000">
                <a:solidFill>
                  <a:schemeClr val="tx1"/>
                </a:solidFill>
                <a:latin typeface="+mn-lt"/>
                <a:ea typeface="+mn-ea"/>
              </a:defRPr>
            </a:lvl9pPr>
          </a:lstStyle>
          <a:p>
            <a:pPr marL="0" indent="0">
              <a:buNone/>
            </a:pPr>
            <a:r>
              <a:rPr lang="ja-JP" altLang="en-US" sz="1600" b="1" kern="0" dirty="0">
                <a:solidFill>
                  <a:srgbClr val="0070C0"/>
                </a:solidFill>
                <a:latin typeface="Meiryo UI" panose="020B0604030504040204" pitchFamily="50" charset="-128"/>
                <a:ea typeface="Meiryo UI" panose="020B0604030504040204" pitchFamily="50" charset="-128"/>
              </a:rPr>
              <a:t>②更新対象ドキュメントの修正</a:t>
            </a:r>
            <a:endParaRPr lang="en-US" altLang="ja-JP" sz="1600" kern="0" dirty="0">
              <a:latin typeface="Meiryo UI" panose="020B0604030504040204" pitchFamily="50" charset="-128"/>
              <a:ea typeface="Meiryo UI" panose="020B0604030504040204" pitchFamily="50" charset="-128"/>
            </a:endParaRPr>
          </a:p>
        </p:txBody>
      </p:sp>
      <p:sp>
        <p:nvSpPr>
          <p:cNvPr id="56" name="コンテンツ プレースホルダー 2">
            <a:extLst>
              <a:ext uri="{FF2B5EF4-FFF2-40B4-BE49-F238E27FC236}">
                <a16:creationId xmlns:a16="http://schemas.microsoft.com/office/drawing/2014/main" id="{596ED20E-CED7-4C8C-A51B-3BC2E9B1A6C1}"/>
              </a:ext>
            </a:extLst>
          </p:cNvPr>
          <p:cNvSpPr txBox="1">
            <a:spLocks/>
          </p:cNvSpPr>
          <p:nvPr/>
        </p:nvSpPr>
        <p:spPr bwMode="gray">
          <a:xfrm>
            <a:off x="680964" y="1153727"/>
            <a:ext cx="7776864" cy="254315"/>
          </a:xfrm>
          <a:prstGeom prst="rect">
            <a:avLst/>
          </a:prstGeom>
          <a:noFill/>
          <a:ln>
            <a:noFill/>
          </a:ln>
          <a:effectLst/>
        </p:spPr>
        <p:txBody>
          <a:bodyPr vert="horz" wrap="square" lIns="0" tIns="0" rIns="0" bIns="0" numCol="1" anchor="t" anchorCtr="0" compatLnSpc="1">
            <a:prstTxWarp prst="textNoShape">
              <a:avLst/>
            </a:prstTxWarp>
          </a:bodyPr>
          <a:lstStyle>
            <a:lvl1pPr marL="266700" indent="-266700" algn="l" defTabSz="809625" rtl="0" eaLnBrk="0" fontAlgn="ctr" hangingPunct="0">
              <a:lnSpc>
                <a:spcPct val="110000"/>
              </a:lnSpc>
              <a:spcBef>
                <a:spcPct val="20000"/>
              </a:spcBef>
              <a:spcAft>
                <a:spcPct val="10000"/>
              </a:spcAft>
              <a:buClr>
                <a:srgbClr val="C80202"/>
              </a:buClr>
              <a:buFont typeface="Wingdings" pitchFamily="2" charset="2"/>
              <a:buChar char="n"/>
              <a:defRPr kumimoji="1" sz="2000">
                <a:solidFill>
                  <a:schemeClr val="tx1"/>
                </a:solidFill>
                <a:latin typeface="メイリオ" panose="020B0604030504040204" pitchFamily="50" charset="-128"/>
                <a:ea typeface="メイリオ" panose="020B0604030504040204" pitchFamily="50" charset="-128"/>
                <a:cs typeface="メイリオ" panose="020B0604030504040204" pitchFamily="50" charset="-128"/>
              </a:defRPr>
            </a:lvl1pPr>
            <a:lvl2pPr marL="514350" indent="-246063" algn="l" defTabSz="809625" rtl="0" eaLnBrk="0" fontAlgn="ctr" hangingPunct="0">
              <a:lnSpc>
                <a:spcPct val="110000"/>
              </a:lnSpc>
              <a:spcBef>
                <a:spcPct val="20000"/>
              </a:spcBef>
              <a:spcAft>
                <a:spcPct val="10000"/>
              </a:spcAft>
              <a:buClr>
                <a:srgbClr val="87867E"/>
              </a:buClr>
              <a:buFont typeface="Wingdings" pitchFamily="2" charset="2"/>
              <a:buChar char="n"/>
              <a:defRPr kumimoji="1" sz="1600">
                <a:solidFill>
                  <a:schemeClr val="tx1"/>
                </a:solidFill>
                <a:latin typeface="メイリオ" panose="020B0604030504040204" pitchFamily="50" charset="-128"/>
                <a:ea typeface="メイリオ" panose="020B0604030504040204" pitchFamily="50" charset="-128"/>
                <a:cs typeface="メイリオ" panose="020B0604030504040204" pitchFamily="50" charset="-128"/>
              </a:defRPr>
            </a:lvl2pPr>
            <a:lvl3pPr marL="536575" indent="377825" algn="l" defTabSz="809625" rtl="0" eaLnBrk="0" fontAlgn="ctr" hangingPunct="0">
              <a:lnSpc>
                <a:spcPct val="110000"/>
              </a:lnSpc>
              <a:spcBef>
                <a:spcPct val="20000"/>
              </a:spcBef>
              <a:spcAft>
                <a:spcPct val="10000"/>
              </a:spcAft>
              <a:buClr>
                <a:srgbClr val="808080"/>
              </a:buClr>
              <a:buFont typeface="Wingdings" pitchFamily="2" charset="2"/>
              <a:defRPr kumimoji="1" sz="1600">
                <a:solidFill>
                  <a:schemeClr val="tx1"/>
                </a:solidFill>
                <a:latin typeface="FUJI-新ゴ R" pitchFamily="50" charset="-128"/>
                <a:ea typeface="FUJI-新ゴ R" pitchFamily="50" charset="-128"/>
                <a:cs typeface="Meiryo UI" pitchFamily="50" charset="-128"/>
              </a:defRPr>
            </a:lvl3pPr>
            <a:lvl4pPr marL="717550" indent="-136525" algn="l" defTabSz="809625" rtl="0" eaLnBrk="0" fontAlgn="base" hangingPunct="0">
              <a:lnSpc>
                <a:spcPct val="110000"/>
              </a:lnSpc>
              <a:spcBef>
                <a:spcPct val="20000"/>
              </a:spcBef>
              <a:spcAft>
                <a:spcPct val="10000"/>
              </a:spcAft>
              <a:buClr>
                <a:srgbClr val="87867E"/>
              </a:buClr>
              <a:buSzPct val="50000"/>
              <a:buFont typeface="Wingdings" pitchFamily="2" charset="2"/>
              <a:buChar char="l"/>
              <a:defRPr kumimoji="1" sz="1400">
                <a:solidFill>
                  <a:schemeClr val="tx1"/>
                </a:solidFill>
                <a:latin typeface="FUJI-新ゴ R" pitchFamily="50" charset="-128"/>
                <a:ea typeface="FUJI-新ゴ R" pitchFamily="50" charset="-128"/>
                <a:cs typeface="Meiryo UI" pitchFamily="50" charset="-128"/>
              </a:defRPr>
            </a:lvl4pPr>
            <a:lvl5pPr marL="2057400" indent="-228600" algn="l" defTabSz="809625" rtl="0" eaLnBrk="0" fontAlgn="base" hangingPunct="0">
              <a:spcBef>
                <a:spcPct val="20000"/>
              </a:spcBef>
              <a:spcAft>
                <a:spcPct val="0"/>
              </a:spcAft>
              <a:buChar char="»"/>
              <a:defRPr kumimoji="1" sz="2000">
                <a:solidFill>
                  <a:schemeClr val="tx1"/>
                </a:solidFill>
                <a:latin typeface="FUJI-新ゴ R" panose="020B0400000000000000" pitchFamily="50" charset="-128"/>
                <a:ea typeface="FUJI-新ゴ R" panose="020B0400000000000000" pitchFamily="50" charset="-128"/>
                <a:cs typeface="ＭＳ Ｐゴシック" pitchFamily="50" charset="-128"/>
              </a:defRPr>
            </a:lvl5pPr>
            <a:lvl6pPr marL="2514600" indent="-228600" algn="l" defTabSz="809625" rtl="0" fontAlgn="base">
              <a:spcBef>
                <a:spcPct val="20000"/>
              </a:spcBef>
              <a:spcAft>
                <a:spcPct val="0"/>
              </a:spcAft>
              <a:buChar char="»"/>
              <a:defRPr kumimoji="1" sz="2000">
                <a:solidFill>
                  <a:schemeClr val="tx1"/>
                </a:solidFill>
                <a:latin typeface="+mn-lt"/>
                <a:ea typeface="+mn-ea"/>
              </a:defRPr>
            </a:lvl6pPr>
            <a:lvl7pPr marL="2971800" indent="-228600" algn="l" defTabSz="809625" rtl="0" fontAlgn="base">
              <a:spcBef>
                <a:spcPct val="20000"/>
              </a:spcBef>
              <a:spcAft>
                <a:spcPct val="0"/>
              </a:spcAft>
              <a:buChar char="»"/>
              <a:defRPr kumimoji="1" sz="2000">
                <a:solidFill>
                  <a:schemeClr val="tx1"/>
                </a:solidFill>
                <a:latin typeface="+mn-lt"/>
                <a:ea typeface="+mn-ea"/>
              </a:defRPr>
            </a:lvl7pPr>
            <a:lvl8pPr marL="3429000" indent="-228600" algn="l" defTabSz="809625" rtl="0" fontAlgn="base">
              <a:spcBef>
                <a:spcPct val="20000"/>
              </a:spcBef>
              <a:spcAft>
                <a:spcPct val="0"/>
              </a:spcAft>
              <a:buChar char="»"/>
              <a:defRPr kumimoji="1" sz="2000">
                <a:solidFill>
                  <a:schemeClr val="tx1"/>
                </a:solidFill>
                <a:latin typeface="+mn-lt"/>
                <a:ea typeface="+mn-ea"/>
              </a:defRPr>
            </a:lvl8pPr>
            <a:lvl9pPr marL="3886200" indent="-228600" algn="l" defTabSz="809625" rtl="0" fontAlgn="base">
              <a:spcBef>
                <a:spcPct val="20000"/>
              </a:spcBef>
              <a:spcAft>
                <a:spcPct val="0"/>
              </a:spcAft>
              <a:buChar char="»"/>
              <a:defRPr kumimoji="1" sz="2000">
                <a:solidFill>
                  <a:schemeClr val="tx1"/>
                </a:solidFill>
                <a:latin typeface="+mn-lt"/>
                <a:ea typeface="+mn-ea"/>
              </a:defRPr>
            </a:lvl9pPr>
          </a:lstStyle>
          <a:p>
            <a:pPr marL="0" indent="0">
              <a:buNone/>
            </a:pPr>
            <a:r>
              <a:rPr lang="ja-JP" altLang="en-US" sz="1400" kern="0" dirty="0">
                <a:latin typeface="Meiryo UI" panose="020B0604030504040204" pitchFamily="50" charset="-128"/>
                <a:ea typeface="Meiryo UI" panose="020B0604030504040204" pitchFamily="50" charset="-128"/>
              </a:rPr>
              <a:t>プロジェクトにおける改善点を反映した更新対象ドキュメントを修正する。</a:t>
            </a:r>
            <a:endParaRPr lang="en-US" altLang="ja-JP" sz="1400" kern="0" dirty="0">
              <a:latin typeface="Meiryo UI" panose="020B0604030504040204" pitchFamily="50" charset="-128"/>
              <a:ea typeface="Meiryo UI" panose="020B0604030504040204" pitchFamily="50" charset="-128"/>
            </a:endParaRPr>
          </a:p>
          <a:p>
            <a:pPr marL="0" indent="0">
              <a:buNone/>
            </a:pPr>
            <a:r>
              <a:rPr lang="en-US" altLang="ja-JP" sz="1400" kern="0" dirty="0">
                <a:latin typeface="Meiryo UI" panose="020B0604030504040204" pitchFamily="50" charset="-128"/>
                <a:ea typeface="Meiryo UI" panose="020B0604030504040204" pitchFamily="50" charset="-128"/>
              </a:rPr>
              <a:t>※</a:t>
            </a:r>
            <a:r>
              <a:rPr lang="ja-JP" altLang="en-US" sz="1400" kern="0" dirty="0">
                <a:latin typeface="Meiryo UI" panose="020B0604030504040204" pitchFamily="50" charset="-128"/>
                <a:ea typeface="Meiryo UI" panose="020B0604030504040204" pitchFamily="50" charset="-128"/>
              </a:rPr>
              <a:t>以下の例のように、修正箇所を特定できるようにすること。</a:t>
            </a:r>
            <a:endParaRPr lang="en-US" altLang="ja-JP" sz="1400" kern="0" dirty="0">
              <a:latin typeface="Meiryo UI" panose="020B0604030504040204" pitchFamily="50" charset="-128"/>
              <a:ea typeface="Meiryo UI" panose="020B0604030504040204" pitchFamily="50" charset="-128"/>
            </a:endParaRPr>
          </a:p>
        </p:txBody>
      </p:sp>
      <p:sp>
        <p:nvSpPr>
          <p:cNvPr id="15" name="スライド番号プレースホルダー 14">
            <a:extLst>
              <a:ext uri="{FF2B5EF4-FFF2-40B4-BE49-F238E27FC236}">
                <a16:creationId xmlns:a16="http://schemas.microsoft.com/office/drawing/2014/main" id="{4EA078B7-1C82-4621-96F6-014E9891C55C}"/>
              </a:ext>
            </a:extLst>
          </p:cNvPr>
          <p:cNvSpPr>
            <a:spLocks noGrp="1"/>
          </p:cNvSpPr>
          <p:nvPr>
            <p:ph type="sldNum" sz="quarter" idx="11"/>
          </p:nvPr>
        </p:nvSpPr>
        <p:spPr/>
        <p:txBody>
          <a:bodyPr/>
          <a:lstStyle/>
          <a:p>
            <a:fld id="{72E657AC-4808-49C2-85C9-9B8A09B04136}" type="slidenum">
              <a:rPr lang="de-DE" altLang="ja-JP" smtClean="0"/>
              <a:pPr/>
              <a:t>9</a:t>
            </a:fld>
            <a:endParaRPr lang="de-DE" altLang="ja-JP"/>
          </a:p>
        </p:txBody>
      </p:sp>
      <p:pic>
        <p:nvPicPr>
          <p:cNvPr id="10" name="図 9">
            <a:extLst>
              <a:ext uri="{FF2B5EF4-FFF2-40B4-BE49-F238E27FC236}">
                <a16:creationId xmlns:a16="http://schemas.microsoft.com/office/drawing/2014/main" id="{BFF18D1A-A334-4993-A135-5780EBDB5B2B}"/>
              </a:ext>
            </a:extLst>
          </p:cNvPr>
          <p:cNvPicPr>
            <a:picLocks noChangeAspect="1"/>
          </p:cNvPicPr>
          <p:nvPr/>
        </p:nvPicPr>
        <p:blipFill rotWithShape="1">
          <a:blip r:embed="rId3"/>
          <a:srcRect l="1182" t="23911" r="60237" b="64555"/>
          <a:stretch/>
        </p:blipFill>
        <p:spPr>
          <a:xfrm>
            <a:off x="1067591" y="1966944"/>
            <a:ext cx="5915905" cy="957020"/>
          </a:xfrm>
          <a:prstGeom prst="rect">
            <a:avLst/>
          </a:prstGeom>
        </p:spPr>
      </p:pic>
      <p:sp>
        <p:nvSpPr>
          <p:cNvPr id="11" name="コンテンツ プレースホルダー 2">
            <a:extLst>
              <a:ext uri="{FF2B5EF4-FFF2-40B4-BE49-F238E27FC236}">
                <a16:creationId xmlns:a16="http://schemas.microsoft.com/office/drawing/2014/main" id="{33427148-FA80-44EF-9B8B-EC46D77AEC99}"/>
              </a:ext>
            </a:extLst>
          </p:cNvPr>
          <p:cNvSpPr txBox="1">
            <a:spLocks/>
          </p:cNvSpPr>
          <p:nvPr/>
        </p:nvSpPr>
        <p:spPr bwMode="gray">
          <a:xfrm>
            <a:off x="433697" y="2457996"/>
            <a:ext cx="769722" cy="254315"/>
          </a:xfrm>
          <a:prstGeom prst="rect">
            <a:avLst/>
          </a:prstGeom>
          <a:noFill/>
          <a:ln>
            <a:noFill/>
          </a:ln>
          <a:effectLst/>
        </p:spPr>
        <p:txBody>
          <a:bodyPr vert="horz" wrap="square" lIns="0" tIns="0" rIns="0" bIns="0" numCol="1" anchor="ctr" anchorCtr="0" compatLnSpc="1">
            <a:prstTxWarp prst="textNoShape">
              <a:avLst/>
            </a:prstTxWarp>
          </a:bodyPr>
          <a:lstStyle>
            <a:lvl1pPr marL="266700" indent="-266700" algn="l" defTabSz="809625" rtl="0" eaLnBrk="0" fontAlgn="ctr" hangingPunct="0">
              <a:lnSpc>
                <a:spcPct val="110000"/>
              </a:lnSpc>
              <a:spcBef>
                <a:spcPct val="20000"/>
              </a:spcBef>
              <a:spcAft>
                <a:spcPct val="10000"/>
              </a:spcAft>
              <a:buClr>
                <a:srgbClr val="C80202"/>
              </a:buClr>
              <a:buFont typeface="Wingdings" pitchFamily="2" charset="2"/>
              <a:buChar char="n"/>
              <a:defRPr kumimoji="1" sz="2000">
                <a:solidFill>
                  <a:schemeClr val="tx1"/>
                </a:solidFill>
                <a:latin typeface="メイリオ" panose="020B0604030504040204" pitchFamily="50" charset="-128"/>
                <a:ea typeface="メイリオ" panose="020B0604030504040204" pitchFamily="50" charset="-128"/>
                <a:cs typeface="メイリオ" panose="020B0604030504040204" pitchFamily="50" charset="-128"/>
              </a:defRPr>
            </a:lvl1pPr>
            <a:lvl2pPr marL="514350" indent="-246063" algn="l" defTabSz="809625" rtl="0" eaLnBrk="0" fontAlgn="ctr" hangingPunct="0">
              <a:lnSpc>
                <a:spcPct val="110000"/>
              </a:lnSpc>
              <a:spcBef>
                <a:spcPct val="20000"/>
              </a:spcBef>
              <a:spcAft>
                <a:spcPct val="10000"/>
              </a:spcAft>
              <a:buClr>
                <a:srgbClr val="87867E"/>
              </a:buClr>
              <a:buFont typeface="Wingdings" pitchFamily="2" charset="2"/>
              <a:buChar char="n"/>
              <a:defRPr kumimoji="1" sz="1600">
                <a:solidFill>
                  <a:schemeClr val="tx1"/>
                </a:solidFill>
                <a:latin typeface="メイリオ" panose="020B0604030504040204" pitchFamily="50" charset="-128"/>
                <a:ea typeface="メイリオ" panose="020B0604030504040204" pitchFamily="50" charset="-128"/>
                <a:cs typeface="メイリオ" panose="020B0604030504040204" pitchFamily="50" charset="-128"/>
              </a:defRPr>
            </a:lvl2pPr>
            <a:lvl3pPr marL="536575" indent="377825" algn="l" defTabSz="809625" rtl="0" eaLnBrk="0" fontAlgn="ctr" hangingPunct="0">
              <a:lnSpc>
                <a:spcPct val="110000"/>
              </a:lnSpc>
              <a:spcBef>
                <a:spcPct val="20000"/>
              </a:spcBef>
              <a:spcAft>
                <a:spcPct val="10000"/>
              </a:spcAft>
              <a:buClr>
                <a:srgbClr val="808080"/>
              </a:buClr>
              <a:buFont typeface="Wingdings" pitchFamily="2" charset="2"/>
              <a:defRPr kumimoji="1" sz="1600">
                <a:solidFill>
                  <a:schemeClr val="tx1"/>
                </a:solidFill>
                <a:latin typeface="FUJI-新ゴ R" pitchFamily="50" charset="-128"/>
                <a:ea typeface="FUJI-新ゴ R" pitchFamily="50" charset="-128"/>
                <a:cs typeface="Meiryo UI" pitchFamily="50" charset="-128"/>
              </a:defRPr>
            </a:lvl3pPr>
            <a:lvl4pPr marL="717550" indent="-136525" algn="l" defTabSz="809625" rtl="0" eaLnBrk="0" fontAlgn="base" hangingPunct="0">
              <a:lnSpc>
                <a:spcPct val="110000"/>
              </a:lnSpc>
              <a:spcBef>
                <a:spcPct val="20000"/>
              </a:spcBef>
              <a:spcAft>
                <a:spcPct val="10000"/>
              </a:spcAft>
              <a:buClr>
                <a:srgbClr val="87867E"/>
              </a:buClr>
              <a:buSzPct val="50000"/>
              <a:buFont typeface="Wingdings" pitchFamily="2" charset="2"/>
              <a:buChar char="l"/>
              <a:defRPr kumimoji="1" sz="1400">
                <a:solidFill>
                  <a:schemeClr val="tx1"/>
                </a:solidFill>
                <a:latin typeface="FUJI-新ゴ R" pitchFamily="50" charset="-128"/>
                <a:ea typeface="FUJI-新ゴ R" pitchFamily="50" charset="-128"/>
                <a:cs typeface="Meiryo UI" pitchFamily="50" charset="-128"/>
              </a:defRPr>
            </a:lvl4pPr>
            <a:lvl5pPr marL="2057400" indent="-228600" algn="l" defTabSz="809625" rtl="0" eaLnBrk="0" fontAlgn="base" hangingPunct="0">
              <a:spcBef>
                <a:spcPct val="20000"/>
              </a:spcBef>
              <a:spcAft>
                <a:spcPct val="0"/>
              </a:spcAft>
              <a:buChar char="»"/>
              <a:defRPr kumimoji="1" sz="2000">
                <a:solidFill>
                  <a:schemeClr val="tx1"/>
                </a:solidFill>
                <a:latin typeface="FUJI-新ゴ R" panose="020B0400000000000000" pitchFamily="50" charset="-128"/>
                <a:ea typeface="FUJI-新ゴ R" panose="020B0400000000000000" pitchFamily="50" charset="-128"/>
                <a:cs typeface="ＭＳ Ｐゴシック" pitchFamily="50" charset="-128"/>
              </a:defRPr>
            </a:lvl5pPr>
            <a:lvl6pPr marL="2514600" indent="-228600" algn="l" defTabSz="809625" rtl="0" fontAlgn="base">
              <a:spcBef>
                <a:spcPct val="20000"/>
              </a:spcBef>
              <a:spcAft>
                <a:spcPct val="0"/>
              </a:spcAft>
              <a:buChar char="»"/>
              <a:defRPr kumimoji="1" sz="2000">
                <a:solidFill>
                  <a:schemeClr val="tx1"/>
                </a:solidFill>
                <a:latin typeface="+mn-lt"/>
                <a:ea typeface="+mn-ea"/>
              </a:defRPr>
            </a:lvl6pPr>
            <a:lvl7pPr marL="2971800" indent="-228600" algn="l" defTabSz="809625" rtl="0" fontAlgn="base">
              <a:spcBef>
                <a:spcPct val="20000"/>
              </a:spcBef>
              <a:spcAft>
                <a:spcPct val="0"/>
              </a:spcAft>
              <a:buChar char="»"/>
              <a:defRPr kumimoji="1" sz="2000">
                <a:solidFill>
                  <a:schemeClr val="tx1"/>
                </a:solidFill>
                <a:latin typeface="+mn-lt"/>
                <a:ea typeface="+mn-ea"/>
              </a:defRPr>
            </a:lvl7pPr>
            <a:lvl8pPr marL="3429000" indent="-228600" algn="l" defTabSz="809625" rtl="0" fontAlgn="base">
              <a:spcBef>
                <a:spcPct val="20000"/>
              </a:spcBef>
              <a:spcAft>
                <a:spcPct val="0"/>
              </a:spcAft>
              <a:buChar char="»"/>
              <a:defRPr kumimoji="1" sz="2000">
                <a:solidFill>
                  <a:schemeClr val="tx1"/>
                </a:solidFill>
                <a:latin typeface="+mn-lt"/>
                <a:ea typeface="+mn-ea"/>
              </a:defRPr>
            </a:lvl8pPr>
            <a:lvl9pPr marL="3886200" indent="-228600" algn="l" defTabSz="809625" rtl="0" fontAlgn="base">
              <a:spcBef>
                <a:spcPct val="20000"/>
              </a:spcBef>
              <a:spcAft>
                <a:spcPct val="0"/>
              </a:spcAft>
              <a:buChar char="»"/>
              <a:defRPr kumimoji="1" sz="2000">
                <a:solidFill>
                  <a:schemeClr val="tx1"/>
                </a:solidFill>
                <a:latin typeface="+mn-lt"/>
                <a:ea typeface="+mn-ea"/>
              </a:defRPr>
            </a:lvl9pPr>
          </a:lstStyle>
          <a:p>
            <a:pPr marL="0" indent="0">
              <a:buNone/>
            </a:pPr>
            <a:r>
              <a:rPr lang="en-US" altLang="ja-JP" sz="1200" kern="0" dirty="0">
                <a:latin typeface="Meiryo UI" panose="020B0604030504040204" pitchFamily="50" charset="-128"/>
                <a:ea typeface="Meiryo UI" panose="020B0604030504040204" pitchFamily="50" charset="-128"/>
              </a:rPr>
              <a:t>(</a:t>
            </a:r>
            <a:r>
              <a:rPr lang="ja-JP" altLang="en-US" sz="1200" kern="0" dirty="0">
                <a:latin typeface="Meiryo UI" panose="020B0604030504040204" pitchFamily="50" charset="-128"/>
                <a:ea typeface="Meiryo UI" panose="020B0604030504040204" pitchFamily="50" charset="-128"/>
              </a:rPr>
              <a:t>修正例</a:t>
            </a:r>
            <a:r>
              <a:rPr lang="en-US" altLang="ja-JP" sz="1200" kern="0" dirty="0">
                <a:latin typeface="Meiryo UI" panose="020B0604030504040204" pitchFamily="50" charset="-128"/>
                <a:ea typeface="Meiryo UI" panose="020B0604030504040204" pitchFamily="50" charset="-128"/>
              </a:rPr>
              <a:t>)</a:t>
            </a:r>
          </a:p>
        </p:txBody>
      </p:sp>
      <p:sp>
        <p:nvSpPr>
          <p:cNvPr id="12" name="四角形: 角を丸くする 11">
            <a:extLst>
              <a:ext uri="{FF2B5EF4-FFF2-40B4-BE49-F238E27FC236}">
                <a16:creationId xmlns:a16="http://schemas.microsoft.com/office/drawing/2014/main" id="{053D12E0-38C8-4B22-A899-C624E187D877}"/>
              </a:ext>
            </a:extLst>
          </p:cNvPr>
          <p:cNvSpPr/>
          <p:nvPr/>
        </p:nvSpPr>
        <p:spPr bwMode="gray">
          <a:xfrm>
            <a:off x="3974005" y="2329098"/>
            <a:ext cx="2099092" cy="549018"/>
          </a:xfrm>
          <a:prstGeom prst="roundRect">
            <a:avLst/>
          </a:prstGeom>
          <a:noFill/>
          <a:ln w="19050" cap="flat" cmpd="sng" algn="ctr">
            <a:solidFill>
              <a:srgbClr val="0070C0"/>
            </a:solidFill>
            <a:prstDash val="dash"/>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ctr" latinLnBrk="0" hangingPunct="1">
              <a:lnSpc>
                <a:spcPct val="100000"/>
              </a:lnSpc>
              <a:spcBef>
                <a:spcPct val="0"/>
              </a:spcBef>
              <a:spcAft>
                <a:spcPct val="0"/>
              </a:spcAft>
              <a:buClrTx/>
              <a:buSzTx/>
              <a:buFontTx/>
              <a:buNone/>
              <a:tabLst/>
            </a:pPr>
            <a:endParaRPr kumimoji="1" lang="ja-JP" altLang="en-US" sz="1600" b="0" i="0" u="none" strike="noStrike" cap="none" normalizeH="0" baseline="0" dirty="0">
              <a:ln>
                <a:noFill/>
              </a:ln>
              <a:effectLst/>
              <a:latin typeface="Meiryo UI" panose="020B0604030504040204" pitchFamily="50" charset="-128"/>
              <a:ea typeface="Meiryo UI" panose="020B0604030504040204" pitchFamily="50" charset="-128"/>
            </a:endParaRPr>
          </a:p>
        </p:txBody>
      </p:sp>
      <p:sp>
        <p:nvSpPr>
          <p:cNvPr id="13" name="矢印: 下 12">
            <a:extLst>
              <a:ext uri="{FF2B5EF4-FFF2-40B4-BE49-F238E27FC236}">
                <a16:creationId xmlns:a16="http://schemas.microsoft.com/office/drawing/2014/main" id="{826BD8FF-72F5-4388-9971-12B4FA441F89}"/>
              </a:ext>
            </a:extLst>
          </p:cNvPr>
          <p:cNvSpPr/>
          <p:nvPr/>
        </p:nvSpPr>
        <p:spPr bwMode="gray">
          <a:xfrm rot="10800000">
            <a:off x="5246442" y="2878116"/>
            <a:ext cx="215912" cy="327639"/>
          </a:xfrm>
          <a:prstGeom prst="downArrow">
            <a:avLst/>
          </a:prstGeom>
          <a:solidFill>
            <a:srgbClr val="0070C0"/>
          </a:solidFill>
          <a:ln w="9525"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ctr" latinLnBrk="0" hangingPunct="1">
              <a:lnSpc>
                <a:spcPct val="100000"/>
              </a:lnSpc>
              <a:spcBef>
                <a:spcPct val="0"/>
              </a:spcBef>
              <a:spcAft>
                <a:spcPct val="0"/>
              </a:spcAft>
              <a:buClrTx/>
              <a:buSzTx/>
              <a:buFontTx/>
              <a:buNone/>
              <a:tabLst/>
            </a:pPr>
            <a:endParaRPr kumimoji="1" lang="ja-JP" altLang="en-US" sz="1600" b="0" i="0" u="none" strike="noStrike" cap="none" normalizeH="0" baseline="0" dirty="0">
              <a:ln>
                <a:noFill/>
              </a:ln>
              <a:effectLst/>
              <a:latin typeface="Meiryo UI" panose="020B0604030504040204" pitchFamily="50" charset="-128"/>
              <a:ea typeface="Meiryo UI" panose="020B0604030504040204" pitchFamily="50" charset="-128"/>
            </a:endParaRPr>
          </a:p>
        </p:txBody>
      </p:sp>
      <p:sp>
        <p:nvSpPr>
          <p:cNvPr id="14" name="コンテンツ プレースホルダー 2">
            <a:extLst>
              <a:ext uri="{FF2B5EF4-FFF2-40B4-BE49-F238E27FC236}">
                <a16:creationId xmlns:a16="http://schemas.microsoft.com/office/drawing/2014/main" id="{CE955E90-4E8B-4687-8C22-DE4B53993E81}"/>
              </a:ext>
            </a:extLst>
          </p:cNvPr>
          <p:cNvSpPr txBox="1">
            <a:spLocks/>
          </p:cNvSpPr>
          <p:nvPr/>
        </p:nvSpPr>
        <p:spPr bwMode="gray">
          <a:xfrm>
            <a:off x="4103090" y="3233230"/>
            <a:ext cx="3993191" cy="254315"/>
          </a:xfrm>
          <a:prstGeom prst="rect">
            <a:avLst/>
          </a:prstGeom>
          <a:noFill/>
          <a:ln>
            <a:noFill/>
          </a:ln>
          <a:effectLst/>
        </p:spPr>
        <p:txBody>
          <a:bodyPr vert="horz" wrap="square" lIns="0" tIns="0" rIns="0" bIns="0" numCol="1" anchor="t" anchorCtr="0" compatLnSpc="1">
            <a:prstTxWarp prst="textNoShape">
              <a:avLst/>
            </a:prstTxWarp>
          </a:bodyPr>
          <a:lstStyle>
            <a:lvl1pPr marL="266700" indent="-266700" algn="l" defTabSz="809625" rtl="0" eaLnBrk="0" fontAlgn="ctr" hangingPunct="0">
              <a:lnSpc>
                <a:spcPct val="110000"/>
              </a:lnSpc>
              <a:spcBef>
                <a:spcPct val="20000"/>
              </a:spcBef>
              <a:spcAft>
                <a:spcPct val="10000"/>
              </a:spcAft>
              <a:buClr>
                <a:srgbClr val="C80202"/>
              </a:buClr>
              <a:buFont typeface="Wingdings" pitchFamily="2" charset="2"/>
              <a:buChar char="n"/>
              <a:defRPr kumimoji="1" sz="2000">
                <a:solidFill>
                  <a:schemeClr val="tx1"/>
                </a:solidFill>
                <a:latin typeface="メイリオ" panose="020B0604030504040204" pitchFamily="50" charset="-128"/>
                <a:ea typeface="メイリオ" panose="020B0604030504040204" pitchFamily="50" charset="-128"/>
                <a:cs typeface="メイリオ" panose="020B0604030504040204" pitchFamily="50" charset="-128"/>
              </a:defRPr>
            </a:lvl1pPr>
            <a:lvl2pPr marL="514350" indent="-246063" algn="l" defTabSz="809625" rtl="0" eaLnBrk="0" fontAlgn="ctr" hangingPunct="0">
              <a:lnSpc>
                <a:spcPct val="110000"/>
              </a:lnSpc>
              <a:spcBef>
                <a:spcPct val="20000"/>
              </a:spcBef>
              <a:spcAft>
                <a:spcPct val="10000"/>
              </a:spcAft>
              <a:buClr>
                <a:srgbClr val="87867E"/>
              </a:buClr>
              <a:buFont typeface="Wingdings" pitchFamily="2" charset="2"/>
              <a:buChar char="n"/>
              <a:defRPr kumimoji="1" sz="1600">
                <a:solidFill>
                  <a:schemeClr val="tx1"/>
                </a:solidFill>
                <a:latin typeface="メイリオ" panose="020B0604030504040204" pitchFamily="50" charset="-128"/>
                <a:ea typeface="メイリオ" panose="020B0604030504040204" pitchFamily="50" charset="-128"/>
                <a:cs typeface="メイリオ" panose="020B0604030504040204" pitchFamily="50" charset="-128"/>
              </a:defRPr>
            </a:lvl2pPr>
            <a:lvl3pPr marL="536575" indent="377825" algn="l" defTabSz="809625" rtl="0" eaLnBrk="0" fontAlgn="ctr" hangingPunct="0">
              <a:lnSpc>
                <a:spcPct val="110000"/>
              </a:lnSpc>
              <a:spcBef>
                <a:spcPct val="20000"/>
              </a:spcBef>
              <a:spcAft>
                <a:spcPct val="10000"/>
              </a:spcAft>
              <a:buClr>
                <a:srgbClr val="808080"/>
              </a:buClr>
              <a:buFont typeface="Wingdings" pitchFamily="2" charset="2"/>
              <a:defRPr kumimoji="1" sz="1600">
                <a:solidFill>
                  <a:schemeClr val="tx1"/>
                </a:solidFill>
                <a:latin typeface="FUJI-新ゴ R" pitchFamily="50" charset="-128"/>
                <a:ea typeface="FUJI-新ゴ R" pitchFamily="50" charset="-128"/>
                <a:cs typeface="Meiryo UI" pitchFamily="50" charset="-128"/>
              </a:defRPr>
            </a:lvl3pPr>
            <a:lvl4pPr marL="717550" indent="-136525" algn="l" defTabSz="809625" rtl="0" eaLnBrk="0" fontAlgn="base" hangingPunct="0">
              <a:lnSpc>
                <a:spcPct val="110000"/>
              </a:lnSpc>
              <a:spcBef>
                <a:spcPct val="20000"/>
              </a:spcBef>
              <a:spcAft>
                <a:spcPct val="10000"/>
              </a:spcAft>
              <a:buClr>
                <a:srgbClr val="87867E"/>
              </a:buClr>
              <a:buSzPct val="50000"/>
              <a:buFont typeface="Wingdings" pitchFamily="2" charset="2"/>
              <a:buChar char="l"/>
              <a:defRPr kumimoji="1" sz="1400">
                <a:solidFill>
                  <a:schemeClr val="tx1"/>
                </a:solidFill>
                <a:latin typeface="FUJI-新ゴ R" pitchFamily="50" charset="-128"/>
                <a:ea typeface="FUJI-新ゴ R" pitchFamily="50" charset="-128"/>
                <a:cs typeface="Meiryo UI" pitchFamily="50" charset="-128"/>
              </a:defRPr>
            </a:lvl4pPr>
            <a:lvl5pPr marL="2057400" indent="-228600" algn="l" defTabSz="809625" rtl="0" eaLnBrk="0" fontAlgn="base" hangingPunct="0">
              <a:spcBef>
                <a:spcPct val="20000"/>
              </a:spcBef>
              <a:spcAft>
                <a:spcPct val="0"/>
              </a:spcAft>
              <a:buChar char="»"/>
              <a:defRPr kumimoji="1" sz="2000">
                <a:solidFill>
                  <a:schemeClr val="tx1"/>
                </a:solidFill>
                <a:latin typeface="FUJI-新ゴ R" panose="020B0400000000000000" pitchFamily="50" charset="-128"/>
                <a:ea typeface="FUJI-新ゴ R" panose="020B0400000000000000" pitchFamily="50" charset="-128"/>
                <a:cs typeface="ＭＳ Ｐゴシック" pitchFamily="50" charset="-128"/>
              </a:defRPr>
            </a:lvl5pPr>
            <a:lvl6pPr marL="2514600" indent="-228600" algn="l" defTabSz="809625" rtl="0" fontAlgn="base">
              <a:spcBef>
                <a:spcPct val="20000"/>
              </a:spcBef>
              <a:spcAft>
                <a:spcPct val="0"/>
              </a:spcAft>
              <a:buChar char="»"/>
              <a:defRPr kumimoji="1" sz="2000">
                <a:solidFill>
                  <a:schemeClr val="tx1"/>
                </a:solidFill>
                <a:latin typeface="+mn-lt"/>
                <a:ea typeface="+mn-ea"/>
              </a:defRPr>
            </a:lvl6pPr>
            <a:lvl7pPr marL="2971800" indent="-228600" algn="l" defTabSz="809625" rtl="0" fontAlgn="base">
              <a:spcBef>
                <a:spcPct val="20000"/>
              </a:spcBef>
              <a:spcAft>
                <a:spcPct val="0"/>
              </a:spcAft>
              <a:buChar char="»"/>
              <a:defRPr kumimoji="1" sz="2000">
                <a:solidFill>
                  <a:schemeClr val="tx1"/>
                </a:solidFill>
                <a:latin typeface="+mn-lt"/>
                <a:ea typeface="+mn-ea"/>
              </a:defRPr>
            </a:lvl7pPr>
            <a:lvl8pPr marL="3429000" indent="-228600" algn="l" defTabSz="809625" rtl="0" fontAlgn="base">
              <a:spcBef>
                <a:spcPct val="20000"/>
              </a:spcBef>
              <a:spcAft>
                <a:spcPct val="0"/>
              </a:spcAft>
              <a:buChar char="»"/>
              <a:defRPr kumimoji="1" sz="2000">
                <a:solidFill>
                  <a:schemeClr val="tx1"/>
                </a:solidFill>
                <a:latin typeface="+mn-lt"/>
                <a:ea typeface="+mn-ea"/>
              </a:defRPr>
            </a:lvl8pPr>
            <a:lvl9pPr marL="3886200" indent="-228600" algn="l" defTabSz="809625" rtl="0" fontAlgn="base">
              <a:spcBef>
                <a:spcPct val="20000"/>
              </a:spcBef>
              <a:spcAft>
                <a:spcPct val="0"/>
              </a:spcAft>
              <a:buChar char="»"/>
              <a:defRPr kumimoji="1" sz="2000">
                <a:solidFill>
                  <a:schemeClr val="tx1"/>
                </a:solidFill>
                <a:latin typeface="+mn-lt"/>
                <a:ea typeface="+mn-ea"/>
              </a:defRPr>
            </a:lvl9pPr>
          </a:lstStyle>
          <a:p>
            <a:pPr marL="0" indent="0">
              <a:buNone/>
            </a:pPr>
            <a:r>
              <a:rPr lang="ja-JP" altLang="en-US" sz="1100" b="1" kern="0" dirty="0">
                <a:latin typeface="Meiryo UI" panose="020B0604030504040204" pitchFamily="50" charset="-128"/>
                <a:ea typeface="Meiryo UI" panose="020B0604030504040204" pitchFamily="50" charset="-128"/>
              </a:rPr>
              <a:t>修正箇所がわかるように吹き出し</a:t>
            </a:r>
            <a:endParaRPr lang="en-US" altLang="ja-JP" sz="1100" b="1" kern="0" dirty="0">
              <a:latin typeface="Meiryo UI" panose="020B0604030504040204" pitchFamily="50" charset="-128"/>
              <a:ea typeface="Meiryo UI" panose="020B0604030504040204" pitchFamily="50" charset="-128"/>
            </a:endParaRPr>
          </a:p>
        </p:txBody>
      </p:sp>
      <p:graphicFrame>
        <p:nvGraphicFramePr>
          <p:cNvPr id="17" name="表 2">
            <a:extLst>
              <a:ext uri="{FF2B5EF4-FFF2-40B4-BE49-F238E27FC236}">
                <a16:creationId xmlns:a16="http://schemas.microsoft.com/office/drawing/2014/main" id="{749A0E71-C522-4FFD-9A86-5F4EDBD1970A}"/>
              </a:ext>
            </a:extLst>
          </p:cNvPr>
          <p:cNvGraphicFramePr>
            <a:graphicFrameLocks noGrp="1"/>
          </p:cNvGraphicFramePr>
          <p:nvPr>
            <p:extLst>
              <p:ext uri="{D42A27DB-BD31-4B8C-83A1-F6EECF244321}">
                <p14:modId xmlns:p14="http://schemas.microsoft.com/office/powerpoint/2010/main" val="1950597720"/>
              </p:ext>
            </p:extLst>
          </p:nvPr>
        </p:nvGraphicFramePr>
        <p:xfrm>
          <a:off x="477670" y="3422748"/>
          <a:ext cx="8014363" cy="376800"/>
        </p:xfrm>
        <a:graphic>
          <a:graphicData uri="http://schemas.openxmlformats.org/drawingml/2006/table">
            <a:tbl>
              <a:tblPr firstRow="1" bandRow="1">
                <a:tableStyleId>{00A15C55-8517-42AA-B614-E9B94910E393}</a:tableStyleId>
              </a:tblPr>
              <a:tblGrid>
                <a:gridCol w="1082213">
                  <a:extLst>
                    <a:ext uri="{9D8B030D-6E8A-4147-A177-3AD203B41FA5}">
                      <a16:colId xmlns:a16="http://schemas.microsoft.com/office/drawing/2014/main" val="4229135214"/>
                    </a:ext>
                  </a:extLst>
                </a:gridCol>
                <a:gridCol w="6932150">
                  <a:extLst>
                    <a:ext uri="{9D8B030D-6E8A-4147-A177-3AD203B41FA5}">
                      <a16:colId xmlns:a16="http://schemas.microsoft.com/office/drawing/2014/main" val="2607537423"/>
                    </a:ext>
                  </a:extLst>
                </a:gridCol>
              </a:tblGrid>
              <a:tr h="353288">
                <a:tc>
                  <a:txBody>
                    <a:bodyPr/>
                    <a:lstStyle/>
                    <a:p>
                      <a:pPr algn="ctr"/>
                      <a:r>
                        <a:rPr lang="ja-JP" altLang="en-US" sz="1000" b="1" kern="0" dirty="0">
                          <a:solidFill>
                            <a:srgbClr val="FFFFFF"/>
                          </a:solidFill>
                        </a:rPr>
                        <a:t>更新対象ドキュメント格納先　</a:t>
                      </a:r>
                      <a:endParaRPr kumimoji="1" lang="ja-JP" altLang="en-US" sz="1000" b="1" dirty="0">
                        <a:solidFill>
                          <a:srgbClr val="FFFFFF"/>
                        </a:solidFill>
                        <a:latin typeface="Meiryo UI" panose="020B0604030504040204" pitchFamily="50" charset="-128"/>
                        <a:ea typeface="Meiryo UI" panose="020B0604030504040204" pitchFamily="50" charset="-128"/>
                      </a:endParaRPr>
                    </a:p>
                  </a:txBody>
                  <a:tcPr marL="72000" marR="72000" marT="36000" marB="36000" anchor="ctr"/>
                </a:tc>
                <a:tc>
                  <a:txBody>
                    <a:bodyPr/>
                    <a:lstStyle/>
                    <a:p>
                      <a:r>
                        <a:rPr lang="en-US" altLang="ja-JP" sz="800" dirty="0" err="1">
                          <a:latin typeface="Meiryo UI" panose="020B0604030504040204" pitchFamily="50" charset="-128"/>
                          <a:ea typeface="Meiryo UI" panose="020B0604030504040204" pitchFamily="50" charset="-128"/>
                        </a:rPr>
                        <a:t>jp_SAP</a:t>
                      </a:r>
                      <a:r>
                        <a:rPr lang="ja-JP" altLang="en-US" sz="800" dirty="0">
                          <a:latin typeface="Meiryo UI" panose="020B0604030504040204" pitchFamily="50" charset="-128"/>
                          <a:ea typeface="Meiryo UI" panose="020B0604030504040204" pitchFamily="50" charset="-128"/>
                        </a:rPr>
                        <a:t>デリバリナレッジマネジメント</a:t>
                      </a:r>
                      <a:r>
                        <a:rPr lang="en-US" altLang="ja-JP" sz="800" dirty="0">
                          <a:latin typeface="Meiryo UI" panose="020B0604030504040204" pitchFamily="50" charset="-128"/>
                          <a:ea typeface="Meiryo UI" panose="020B0604030504040204" pitchFamily="50" charset="-128"/>
                        </a:rPr>
                        <a:t>/21_Activate2.0</a:t>
                      </a:r>
                      <a:r>
                        <a:rPr lang="ja-JP" altLang="en-US" sz="800" dirty="0">
                          <a:latin typeface="Meiryo UI" panose="020B0604030504040204" pitchFamily="50" charset="-128"/>
                          <a:ea typeface="Meiryo UI" panose="020B0604030504040204" pitchFamily="50" charset="-128"/>
                        </a:rPr>
                        <a:t>構成管理</a:t>
                      </a:r>
                      <a:r>
                        <a:rPr lang="en-US" altLang="ja-JP" sz="800" dirty="0">
                          <a:latin typeface="Meiryo UI" panose="020B0604030504040204" pitchFamily="50" charset="-128"/>
                          <a:ea typeface="Meiryo UI" panose="020B0604030504040204" pitchFamily="50" charset="-128"/>
                        </a:rPr>
                        <a:t>(</a:t>
                      </a:r>
                      <a:r>
                        <a:rPr lang="ja-JP" altLang="en-US" sz="800" dirty="0">
                          <a:latin typeface="Meiryo UI" panose="020B0604030504040204" pitchFamily="50" charset="-128"/>
                          <a:ea typeface="Meiryo UI" panose="020B0604030504040204" pitchFamily="50" charset="-128"/>
                        </a:rPr>
                        <a:t>緊急依頼＆更新通知）</a:t>
                      </a:r>
                      <a:r>
                        <a:rPr lang="en-US" altLang="ja-JP" sz="800" dirty="0">
                          <a:latin typeface="Meiryo UI" panose="020B0604030504040204" pitchFamily="50" charset="-128"/>
                          <a:ea typeface="Meiryo UI" panose="020B0604030504040204" pitchFamily="50" charset="-128"/>
                        </a:rPr>
                        <a:t>/YYYYMMDD_PJ</a:t>
                      </a:r>
                      <a:r>
                        <a:rPr lang="ja-JP" altLang="en-US" sz="800" dirty="0">
                          <a:latin typeface="Meiryo UI" panose="020B0604030504040204" pitchFamily="50" charset="-128"/>
                          <a:ea typeface="Meiryo UI" panose="020B0604030504040204" pitchFamily="50" charset="-128"/>
                        </a:rPr>
                        <a:t>名</a:t>
                      </a:r>
                      <a:br>
                        <a:rPr lang="en-US" altLang="ja-JP" sz="800" dirty="0">
                          <a:latin typeface="Meiryo UI" panose="020B0604030504040204" pitchFamily="50" charset="-128"/>
                          <a:ea typeface="Meiryo UI" panose="020B0604030504040204" pitchFamily="50" charset="-128"/>
                        </a:rPr>
                      </a:br>
                      <a:r>
                        <a:rPr lang="en-US" altLang="ja-JP" sz="800" dirty="0">
                          <a:hlinkClick r:id="rId4" tooltip="https://fujitsu.sharepoint.com/:f:/r/teams/msteams_c8e71e/Shared%20Documents/21_Activate2.0%E6%A7%8B%E6%88%90%E7%AE%A1%E7%90%86(%E7%B7%8A%E6%80%A5%E4%BE%9D%E9%A0%BC%EF%BC%86%E6%9B%B4%E6%96%B0%E9%80%9A%E7%9F%A5%EF%BC%89?csf=1&amp;web=1&amp;e=DCq0gt"/>
                        </a:rPr>
                        <a:t>21_Activate2.0</a:t>
                      </a:r>
                      <a:r>
                        <a:rPr lang="ja-JP" altLang="en-US" sz="800" dirty="0">
                          <a:hlinkClick r:id="rId4" tooltip="https://fujitsu.sharepoint.com/:f:/r/teams/msteams_c8e71e/Shared%20Documents/21_Activate2.0%E6%A7%8B%E6%88%90%E7%AE%A1%E7%90%86(%E7%B7%8A%E6%80%A5%E4%BE%9D%E9%A0%BC%EF%BC%86%E6%9B%B4%E6%96%B0%E9%80%9A%E7%9F%A5%EF%BC%89?csf=1&amp;web=1&amp;e=DCq0gt"/>
                        </a:rPr>
                        <a:t>構成管理</a:t>
                      </a:r>
                      <a:r>
                        <a:rPr lang="en-US" altLang="ja-JP" sz="800" dirty="0">
                          <a:hlinkClick r:id="rId4" tooltip="https://fujitsu.sharepoint.com/:f:/r/teams/msteams_c8e71e/Shared%20Documents/21_Activate2.0%E6%A7%8B%E6%88%90%E7%AE%A1%E7%90%86(%E7%B7%8A%E6%80%A5%E4%BE%9D%E9%A0%BC%EF%BC%86%E6%9B%B4%E6%96%B0%E9%80%9A%E7%9F%A5%EF%BC%89?csf=1&amp;web=1&amp;e=DCq0gt"/>
                        </a:rPr>
                        <a:t>(</a:t>
                      </a:r>
                      <a:r>
                        <a:rPr lang="ja-JP" altLang="en-US" sz="800" dirty="0">
                          <a:hlinkClick r:id="rId4" tooltip="https://fujitsu.sharepoint.com/:f:/r/teams/msteams_c8e71e/Shared%20Documents/21_Activate2.0%E6%A7%8B%E6%88%90%E7%AE%A1%E7%90%86(%E7%B7%8A%E6%80%A5%E4%BE%9D%E9%A0%BC%EF%BC%86%E6%9B%B4%E6%96%B0%E9%80%9A%E7%9F%A5%EF%BC%89?csf=1&amp;web=1&amp;e=DCq0gt"/>
                        </a:rPr>
                        <a:t>緊急依頼＆更新通知）</a:t>
                      </a:r>
                      <a:endParaRPr lang="ja-JP" altLang="en-US" sz="800" dirty="0">
                        <a:latin typeface="Meiryo UI" panose="020B0604030504040204" pitchFamily="50" charset="-128"/>
                        <a:ea typeface="Meiryo UI" panose="020B0604030504040204" pitchFamily="50" charset="-128"/>
                      </a:endParaRPr>
                    </a:p>
                  </a:txBody>
                  <a:tcPr marL="72000" marR="72000" marT="36000" marB="36000" anchor="ctr"/>
                </a:tc>
                <a:extLst>
                  <a:ext uri="{0D108BD9-81ED-4DB2-BD59-A6C34878D82A}">
                    <a16:rowId xmlns:a16="http://schemas.microsoft.com/office/drawing/2014/main" val="2428502835"/>
                  </a:ext>
                </a:extLst>
              </a:tr>
            </a:tbl>
          </a:graphicData>
        </a:graphic>
      </p:graphicFrame>
    </p:spTree>
    <p:extLst>
      <p:ext uri="{BB962C8B-B14F-4D97-AF65-F5344CB8AC3E}">
        <p14:creationId xmlns:p14="http://schemas.microsoft.com/office/powerpoint/2010/main" val="3651480111"/>
      </p:ext>
    </p:extLst>
  </p:cSld>
  <p:clrMapOvr>
    <a:masterClrMapping/>
  </p:clrMapOvr>
  <p:transition advClick="0" advTm="10000"/>
</p:sld>
</file>

<file path=ppt/slides/slide1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35874" name="Rectangle 2"/>
          <p:cNvSpPr>
            <a:spLocks noGrp="1" noChangeArrowheads="1"/>
          </p:cNvSpPr>
          <p:nvPr>
            <p:ph type="title"/>
          </p:nvPr>
        </p:nvSpPr>
        <p:spPr/>
        <p:txBody>
          <a:bodyPr vert="horz" lIns="0" tIns="108000" rIns="0" bIns="0" rtlCol="0" anchor="ctr">
            <a:normAutofit fontScale="90000"/>
          </a:bodyPr>
          <a:lstStyle/>
          <a:p>
            <a:r>
              <a:rPr lang="zh-TW" altLang="en-US" sz="2800" dirty="0">
                <a:latin typeface="+mj-lt"/>
                <a:ea typeface="+mj-ea"/>
              </a:rPr>
              <a:t>構成管理実施手順</a:t>
            </a:r>
            <a:r>
              <a:rPr lang="ja-JP" altLang="en-US" sz="2800" dirty="0">
                <a:latin typeface="+mj-lt"/>
                <a:ea typeface="+mj-ea"/>
              </a:rPr>
              <a:t> </a:t>
            </a:r>
            <a:r>
              <a:rPr lang="en-US" altLang="ja-JP" sz="2800" dirty="0">
                <a:latin typeface="+mj-lt"/>
                <a:ea typeface="+mj-ea"/>
              </a:rPr>
              <a:t>-</a:t>
            </a:r>
            <a:r>
              <a:rPr lang="en-US" altLang="ja-JP" sz="2800" b="1" kern="0" dirty="0">
                <a:solidFill>
                  <a:schemeClr val="bg1"/>
                </a:solidFill>
                <a:latin typeface="Meiryo UI" panose="020B0604030504040204" pitchFamily="50" charset="-128"/>
                <a:ea typeface="Meiryo UI" panose="020B0604030504040204" pitchFamily="50" charset="-128"/>
              </a:rPr>
              <a:t>1.Activate</a:t>
            </a:r>
            <a:r>
              <a:rPr lang="ja-JP" altLang="en-US" sz="2800" b="1" kern="0" dirty="0">
                <a:solidFill>
                  <a:schemeClr val="bg1"/>
                </a:solidFill>
                <a:latin typeface="Meiryo UI" panose="020B0604030504040204" pitchFamily="50" charset="-128"/>
                <a:ea typeface="Meiryo UI" panose="020B0604030504040204" pitchFamily="50" charset="-128"/>
              </a:rPr>
              <a:t>更新依頼（随時）</a:t>
            </a:r>
            <a:r>
              <a:rPr lang="en-US" altLang="ja-JP" sz="2800" b="1" kern="0" dirty="0">
                <a:solidFill>
                  <a:schemeClr val="bg1"/>
                </a:solidFill>
                <a:latin typeface="Meiryo UI" panose="020B0604030504040204" pitchFamily="50" charset="-128"/>
                <a:ea typeface="Meiryo UI" panose="020B0604030504040204" pitchFamily="50" charset="-128"/>
              </a:rPr>
              <a:t>-</a:t>
            </a:r>
            <a:endParaRPr lang="en-US" altLang="ja-JP" sz="2800" dirty="0">
              <a:latin typeface="+mj-lt"/>
              <a:ea typeface="+mj-ea"/>
            </a:endParaRPr>
          </a:p>
        </p:txBody>
      </p:sp>
      <p:sp>
        <p:nvSpPr>
          <p:cNvPr id="4" name="フッター プレースホルダー 3"/>
          <p:cNvSpPr>
            <a:spLocks noGrp="1"/>
          </p:cNvSpPr>
          <p:nvPr>
            <p:ph type="ftr" sz="quarter" idx="10"/>
          </p:nvPr>
        </p:nvSpPr>
        <p:spPr/>
        <p:txBody>
          <a:bodyPr/>
          <a:lstStyle/>
          <a:p>
            <a:r>
              <a:rPr lang="en-US" altLang="ja-JP"/>
              <a:t>© 2022 Fujitsu Limited</a:t>
            </a:r>
            <a:endParaRPr lang="de-DE" altLang="ja-JP" dirty="0"/>
          </a:p>
        </p:txBody>
      </p:sp>
      <p:sp>
        <p:nvSpPr>
          <p:cNvPr id="55" name="コンテンツ プレースホルダー 2">
            <a:extLst>
              <a:ext uri="{FF2B5EF4-FFF2-40B4-BE49-F238E27FC236}">
                <a16:creationId xmlns:a16="http://schemas.microsoft.com/office/drawing/2014/main" id="{E480A928-2657-4571-8F85-37879AC90C7A}"/>
              </a:ext>
            </a:extLst>
          </p:cNvPr>
          <p:cNvSpPr txBox="1">
            <a:spLocks/>
          </p:cNvSpPr>
          <p:nvPr/>
        </p:nvSpPr>
        <p:spPr bwMode="gray">
          <a:xfrm>
            <a:off x="401797" y="800332"/>
            <a:ext cx="7776864" cy="254315"/>
          </a:xfrm>
          <a:prstGeom prst="rect">
            <a:avLst/>
          </a:prstGeom>
          <a:noFill/>
          <a:ln>
            <a:noFill/>
          </a:ln>
          <a:effectLst/>
        </p:spPr>
        <p:txBody>
          <a:bodyPr vert="horz" wrap="square" lIns="0" tIns="0" rIns="0" bIns="0" numCol="1" anchor="ctr" anchorCtr="0" compatLnSpc="1">
            <a:prstTxWarp prst="textNoShape">
              <a:avLst/>
            </a:prstTxWarp>
          </a:bodyPr>
          <a:lstStyle>
            <a:lvl1pPr marL="266700" indent="-266700" algn="l" defTabSz="809625" rtl="0" eaLnBrk="0" fontAlgn="ctr" hangingPunct="0">
              <a:lnSpc>
                <a:spcPct val="110000"/>
              </a:lnSpc>
              <a:spcBef>
                <a:spcPct val="20000"/>
              </a:spcBef>
              <a:spcAft>
                <a:spcPct val="10000"/>
              </a:spcAft>
              <a:buClr>
                <a:srgbClr val="C80202"/>
              </a:buClr>
              <a:buFont typeface="Wingdings" pitchFamily="2" charset="2"/>
              <a:buChar char="n"/>
              <a:defRPr kumimoji="1" sz="2000">
                <a:solidFill>
                  <a:schemeClr val="tx1"/>
                </a:solidFill>
                <a:latin typeface="メイリオ" panose="020B0604030504040204" pitchFamily="50" charset="-128"/>
                <a:ea typeface="メイリオ" panose="020B0604030504040204" pitchFamily="50" charset="-128"/>
                <a:cs typeface="メイリオ" panose="020B0604030504040204" pitchFamily="50" charset="-128"/>
              </a:defRPr>
            </a:lvl1pPr>
            <a:lvl2pPr marL="514350" indent="-246063" algn="l" defTabSz="809625" rtl="0" eaLnBrk="0" fontAlgn="ctr" hangingPunct="0">
              <a:lnSpc>
                <a:spcPct val="110000"/>
              </a:lnSpc>
              <a:spcBef>
                <a:spcPct val="20000"/>
              </a:spcBef>
              <a:spcAft>
                <a:spcPct val="10000"/>
              </a:spcAft>
              <a:buClr>
                <a:srgbClr val="87867E"/>
              </a:buClr>
              <a:buFont typeface="Wingdings" pitchFamily="2" charset="2"/>
              <a:buChar char="n"/>
              <a:defRPr kumimoji="1" sz="1600">
                <a:solidFill>
                  <a:schemeClr val="tx1"/>
                </a:solidFill>
                <a:latin typeface="メイリオ" panose="020B0604030504040204" pitchFamily="50" charset="-128"/>
                <a:ea typeface="メイリオ" panose="020B0604030504040204" pitchFamily="50" charset="-128"/>
                <a:cs typeface="メイリオ" panose="020B0604030504040204" pitchFamily="50" charset="-128"/>
              </a:defRPr>
            </a:lvl2pPr>
            <a:lvl3pPr marL="536575" indent="377825" algn="l" defTabSz="809625" rtl="0" eaLnBrk="0" fontAlgn="ctr" hangingPunct="0">
              <a:lnSpc>
                <a:spcPct val="110000"/>
              </a:lnSpc>
              <a:spcBef>
                <a:spcPct val="20000"/>
              </a:spcBef>
              <a:spcAft>
                <a:spcPct val="10000"/>
              </a:spcAft>
              <a:buClr>
                <a:srgbClr val="808080"/>
              </a:buClr>
              <a:buFont typeface="Wingdings" pitchFamily="2" charset="2"/>
              <a:defRPr kumimoji="1" sz="1600">
                <a:solidFill>
                  <a:schemeClr val="tx1"/>
                </a:solidFill>
                <a:latin typeface="FUJI-新ゴ R" pitchFamily="50" charset="-128"/>
                <a:ea typeface="FUJI-新ゴ R" pitchFamily="50" charset="-128"/>
                <a:cs typeface="Meiryo UI" pitchFamily="50" charset="-128"/>
              </a:defRPr>
            </a:lvl3pPr>
            <a:lvl4pPr marL="717550" indent="-136525" algn="l" defTabSz="809625" rtl="0" eaLnBrk="0" fontAlgn="base" hangingPunct="0">
              <a:lnSpc>
                <a:spcPct val="110000"/>
              </a:lnSpc>
              <a:spcBef>
                <a:spcPct val="20000"/>
              </a:spcBef>
              <a:spcAft>
                <a:spcPct val="10000"/>
              </a:spcAft>
              <a:buClr>
                <a:srgbClr val="87867E"/>
              </a:buClr>
              <a:buSzPct val="50000"/>
              <a:buFont typeface="Wingdings" pitchFamily="2" charset="2"/>
              <a:buChar char="l"/>
              <a:defRPr kumimoji="1" sz="1400">
                <a:solidFill>
                  <a:schemeClr val="tx1"/>
                </a:solidFill>
                <a:latin typeface="FUJI-新ゴ R" pitchFamily="50" charset="-128"/>
                <a:ea typeface="FUJI-新ゴ R" pitchFamily="50" charset="-128"/>
                <a:cs typeface="Meiryo UI" pitchFamily="50" charset="-128"/>
              </a:defRPr>
            </a:lvl4pPr>
            <a:lvl5pPr marL="2057400" indent="-228600" algn="l" defTabSz="809625" rtl="0" eaLnBrk="0" fontAlgn="base" hangingPunct="0">
              <a:spcBef>
                <a:spcPct val="20000"/>
              </a:spcBef>
              <a:spcAft>
                <a:spcPct val="0"/>
              </a:spcAft>
              <a:buChar char="»"/>
              <a:defRPr kumimoji="1" sz="2000">
                <a:solidFill>
                  <a:schemeClr val="tx1"/>
                </a:solidFill>
                <a:latin typeface="FUJI-新ゴ R" panose="020B0400000000000000" pitchFamily="50" charset="-128"/>
                <a:ea typeface="FUJI-新ゴ R" panose="020B0400000000000000" pitchFamily="50" charset="-128"/>
                <a:cs typeface="ＭＳ Ｐゴシック" pitchFamily="50" charset="-128"/>
              </a:defRPr>
            </a:lvl5pPr>
            <a:lvl6pPr marL="2514600" indent="-228600" algn="l" defTabSz="809625" rtl="0" fontAlgn="base">
              <a:spcBef>
                <a:spcPct val="20000"/>
              </a:spcBef>
              <a:spcAft>
                <a:spcPct val="0"/>
              </a:spcAft>
              <a:buChar char="»"/>
              <a:defRPr kumimoji="1" sz="2000">
                <a:solidFill>
                  <a:schemeClr val="tx1"/>
                </a:solidFill>
                <a:latin typeface="+mn-lt"/>
                <a:ea typeface="+mn-ea"/>
              </a:defRPr>
            </a:lvl6pPr>
            <a:lvl7pPr marL="2971800" indent="-228600" algn="l" defTabSz="809625" rtl="0" fontAlgn="base">
              <a:spcBef>
                <a:spcPct val="20000"/>
              </a:spcBef>
              <a:spcAft>
                <a:spcPct val="0"/>
              </a:spcAft>
              <a:buChar char="»"/>
              <a:defRPr kumimoji="1" sz="2000">
                <a:solidFill>
                  <a:schemeClr val="tx1"/>
                </a:solidFill>
                <a:latin typeface="+mn-lt"/>
                <a:ea typeface="+mn-ea"/>
              </a:defRPr>
            </a:lvl7pPr>
            <a:lvl8pPr marL="3429000" indent="-228600" algn="l" defTabSz="809625" rtl="0" fontAlgn="base">
              <a:spcBef>
                <a:spcPct val="20000"/>
              </a:spcBef>
              <a:spcAft>
                <a:spcPct val="0"/>
              </a:spcAft>
              <a:buChar char="»"/>
              <a:defRPr kumimoji="1" sz="2000">
                <a:solidFill>
                  <a:schemeClr val="tx1"/>
                </a:solidFill>
                <a:latin typeface="+mn-lt"/>
                <a:ea typeface="+mn-ea"/>
              </a:defRPr>
            </a:lvl8pPr>
            <a:lvl9pPr marL="3886200" indent="-228600" algn="l" defTabSz="809625" rtl="0" fontAlgn="base">
              <a:spcBef>
                <a:spcPct val="20000"/>
              </a:spcBef>
              <a:spcAft>
                <a:spcPct val="0"/>
              </a:spcAft>
              <a:buChar char="»"/>
              <a:defRPr kumimoji="1" sz="2000">
                <a:solidFill>
                  <a:schemeClr val="tx1"/>
                </a:solidFill>
                <a:latin typeface="+mn-lt"/>
                <a:ea typeface="+mn-ea"/>
              </a:defRPr>
            </a:lvl9pPr>
          </a:lstStyle>
          <a:p>
            <a:pPr marL="0" indent="0">
              <a:buNone/>
            </a:pPr>
            <a:r>
              <a:rPr lang="ja-JP" altLang="en-US" sz="1600" b="1" kern="0" dirty="0">
                <a:solidFill>
                  <a:srgbClr val="0070C0"/>
                </a:solidFill>
                <a:latin typeface="Meiryo UI" panose="020B0604030504040204" pitchFamily="50" charset="-128"/>
                <a:ea typeface="Meiryo UI" panose="020B0604030504040204" pitchFamily="50" charset="-128"/>
              </a:rPr>
              <a:t>③</a:t>
            </a:r>
            <a:r>
              <a:rPr lang="en-US" altLang="ja-JP" sz="1600" b="1" kern="0" dirty="0">
                <a:solidFill>
                  <a:srgbClr val="0070C0"/>
                </a:solidFill>
                <a:latin typeface="Meiryo UI" panose="020B0604030504040204" pitchFamily="50" charset="-128"/>
                <a:ea typeface="Meiryo UI" panose="020B0604030504040204" pitchFamily="50" charset="-128"/>
              </a:rPr>
              <a:t>Activate</a:t>
            </a:r>
            <a:r>
              <a:rPr lang="ja-JP" altLang="en-US" sz="1600" b="1" kern="0" dirty="0">
                <a:solidFill>
                  <a:srgbClr val="0070C0"/>
                </a:solidFill>
                <a:latin typeface="Meiryo UI" panose="020B0604030504040204" pitchFamily="50" charset="-128"/>
                <a:ea typeface="Meiryo UI" panose="020B0604030504040204" pitchFamily="50" charset="-128"/>
              </a:rPr>
              <a:t>更新依頼（</a:t>
            </a:r>
            <a:r>
              <a:rPr lang="en-US" altLang="ja-JP" sz="1600" b="1" kern="0" dirty="0">
                <a:solidFill>
                  <a:srgbClr val="0070C0"/>
                </a:solidFill>
                <a:latin typeface="Meiryo UI" panose="020B0604030504040204" pitchFamily="50" charset="-128"/>
                <a:ea typeface="Meiryo UI" panose="020B0604030504040204" pitchFamily="50" charset="-128"/>
              </a:rPr>
              <a:t>Teams</a:t>
            </a:r>
            <a:r>
              <a:rPr lang="ja-JP" altLang="en-US" sz="1600" b="1" kern="0" dirty="0">
                <a:solidFill>
                  <a:srgbClr val="0070C0"/>
                </a:solidFill>
                <a:latin typeface="Meiryo UI" panose="020B0604030504040204" pitchFamily="50" charset="-128"/>
                <a:ea typeface="Meiryo UI" panose="020B0604030504040204" pitchFamily="50" charset="-128"/>
              </a:rPr>
              <a:t>）の投稿</a:t>
            </a:r>
            <a:endParaRPr lang="en-US" altLang="ja-JP" sz="1600" kern="0" dirty="0">
              <a:latin typeface="Meiryo UI" panose="020B0604030504040204" pitchFamily="50" charset="-128"/>
              <a:ea typeface="Meiryo UI" panose="020B0604030504040204" pitchFamily="50" charset="-128"/>
            </a:endParaRPr>
          </a:p>
        </p:txBody>
      </p:sp>
      <p:sp>
        <p:nvSpPr>
          <p:cNvPr id="15" name="スライド番号プレースホルダー 14">
            <a:extLst>
              <a:ext uri="{FF2B5EF4-FFF2-40B4-BE49-F238E27FC236}">
                <a16:creationId xmlns:a16="http://schemas.microsoft.com/office/drawing/2014/main" id="{4EA078B7-1C82-4621-96F6-014E9891C55C}"/>
              </a:ext>
            </a:extLst>
          </p:cNvPr>
          <p:cNvSpPr>
            <a:spLocks noGrp="1"/>
          </p:cNvSpPr>
          <p:nvPr>
            <p:ph type="sldNum" sz="quarter" idx="11"/>
          </p:nvPr>
        </p:nvSpPr>
        <p:spPr/>
        <p:txBody>
          <a:bodyPr/>
          <a:lstStyle/>
          <a:p>
            <a:fld id="{72E657AC-4808-49C2-85C9-9B8A09B04136}" type="slidenum">
              <a:rPr lang="de-DE" altLang="ja-JP" smtClean="0"/>
              <a:pPr/>
              <a:t>10</a:t>
            </a:fld>
            <a:endParaRPr lang="de-DE" altLang="ja-JP"/>
          </a:p>
        </p:txBody>
      </p:sp>
      <p:sp>
        <p:nvSpPr>
          <p:cNvPr id="16" name="コンテンツ プレースホルダー 2">
            <a:extLst>
              <a:ext uri="{FF2B5EF4-FFF2-40B4-BE49-F238E27FC236}">
                <a16:creationId xmlns:a16="http://schemas.microsoft.com/office/drawing/2014/main" id="{C3264A97-745C-4A4B-AB49-F3316BB54BD3}"/>
              </a:ext>
            </a:extLst>
          </p:cNvPr>
          <p:cNvSpPr txBox="1">
            <a:spLocks/>
          </p:cNvSpPr>
          <p:nvPr/>
        </p:nvSpPr>
        <p:spPr bwMode="gray">
          <a:xfrm>
            <a:off x="582408" y="1167379"/>
            <a:ext cx="8331192" cy="254315"/>
          </a:xfrm>
          <a:prstGeom prst="rect">
            <a:avLst/>
          </a:prstGeom>
          <a:noFill/>
          <a:ln>
            <a:noFill/>
          </a:ln>
          <a:effectLst/>
        </p:spPr>
        <p:txBody>
          <a:bodyPr vert="horz" wrap="square" lIns="0" tIns="0" rIns="0" bIns="0" numCol="1" anchor="t" anchorCtr="0" compatLnSpc="1">
            <a:prstTxWarp prst="textNoShape">
              <a:avLst/>
            </a:prstTxWarp>
          </a:bodyPr>
          <a:lstStyle>
            <a:lvl1pPr marL="266700" indent="-266700" algn="l" defTabSz="809625" rtl="0" eaLnBrk="0" fontAlgn="ctr" hangingPunct="0">
              <a:lnSpc>
                <a:spcPct val="110000"/>
              </a:lnSpc>
              <a:spcBef>
                <a:spcPct val="20000"/>
              </a:spcBef>
              <a:spcAft>
                <a:spcPct val="10000"/>
              </a:spcAft>
              <a:buClr>
                <a:srgbClr val="C80202"/>
              </a:buClr>
              <a:buFont typeface="Wingdings" pitchFamily="2" charset="2"/>
              <a:buChar char="n"/>
              <a:defRPr kumimoji="1" sz="2000">
                <a:solidFill>
                  <a:schemeClr val="tx1"/>
                </a:solidFill>
                <a:latin typeface="メイリオ" panose="020B0604030504040204" pitchFamily="50" charset="-128"/>
                <a:ea typeface="メイリオ" panose="020B0604030504040204" pitchFamily="50" charset="-128"/>
                <a:cs typeface="メイリオ" panose="020B0604030504040204" pitchFamily="50" charset="-128"/>
              </a:defRPr>
            </a:lvl1pPr>
            <a:lvl2pPr marL="514350" indent="-246063" algn="l" defTabSz="809625" rtl="0" eaLnBrk="0" fontAlgn="ctr" hangingPunct="0">
              <a:lnSpc>
                <a:spcPct val="110000"/>
              </a:lnSpc>
              <a:spcBef>
                <a:spcPct val="20000"/>
              </a:spcBef>
              <a:spcAft>
                <a:spcPct val="10000"/>
              </a:spcAft>
              <a:buClr>
                <a:srgbClr val="87867E"/>
              </a:buClr>
              <a:buFont typeface="Wingdings" pitchFamily="2" charset="2"/>
              <a:buChar char="n"/>
              <a:defRPr kumimoji="1" sz="1600">
                <a:solidFill>
                  <a:schemeClr val="tx1"/>
                </a:solidFill>
                <a:latin typeface="メイリオ" panose="020B0604030504040204" pitchFamily="50" charset="-128"/>
                <a:ea typeface="メイリオ" panose="020B0604030504040204" pitchFamily="50" charset="-128"/>
                <a:cs typeface="メイリオ" panose="020B0604030504040204" pitchFamily="50" charset="-128"/>
              </a:defRPr>
            </a:lvl2pPr>
            <a:lvl3pPr marL="536575" indent="377825" algn="l" defTabSz="809625" rtl="0" eaLnBrk="0" fontAlgn="ctr" hangingPunct="0">
              <a:lnSpc>
                <a:spcPct val="110000"/>
              </a:lnSpc>
              <a:spcBef>
                <a:spcPct val="20000"/>
              </a:spcBef>
              <a:spcAft>
                <a:spcPct val="10000"/>
              </a:spcAft>
              <a:buClr>
                <a:srgbClr val="808080"/>
              </a:buClr>
              <a:buFont typeface="Wingdings" pitchFamily="2" charset="2"/>
              <a:defRPr kumimoji="1" sz="1600">
                <a:solidFill>
                  <a:schemeClr val="tx1"/>
                </a:solidFill>
                <a:latin typeface="FUJI-新ゴ R" pitchFamily="50" charset="-128"/>
                <a:ea typeface="FUJI-新ゴ R" pitchFamily="50" charset="-128"/>
                <a:cs typeface="Meiryo UI" pitchFamily="50" charset="-128"/>
              </a:defRPr>
            </a:lvl3pPr>
            <a:lvl4pPr marL="717550" indent="-136525" algn="l" defTabSz="809625" rtl="0" eaLnBrk="0" fontAlgn="base" hangingPunct="0">
              <a:lnSpc>
                <a:spcPct val="110000"/>
              </a:lnSpc>
              <a:spcBef>
                <a:spcPct val="20000"/>
              </a:spcBef>
              <a:spcAft>
                <a:spcPct val="10000"/>
              </a:spcAft>
              <a:buClr>
                <a:srgbClr val="87867E"/>
              </a:buClr>
              <a:buSzPct val="50000"/>
              <a:buFont typeface="Wingdings" pitchFamily="2" charset="2"/>
              <a:buChar char="l"/>
              <a:defRPr kumimoji="1" sz="1400">
                <a:solidFill>
                  <a:schemeClr val="tx1"/>
                </a:solidFill>
                <a:latin typeface="FUJI-新ゴ R" pitchFamily="50" charset="-128"/>
                <a:ea typeface="FUJI-新ゴ R" pitchFamily="50" charset="-128"/>
                <a:cs typeface="Meiryo UI" pitchFamily="50" charset="-128"/>
              </a:defRPr>
            </a:lvl4pPr>
            <a:lvl5pPr marL="2057400" indent="-228600" algn="l" defTabSz="809625" rtl="0" eaLnBrk="0" fontAlgn="base" hangingPunct="0">
              <a:spcBef>
                <a:spcPct val="20000"/>
              </a:spcBef>
              <a:spcAft>
                <a:spcPct val="0"/>
              </a:spcAft>
              <a:buChar char="»"/>
              <a:defRPr kumimoji="1" sz="2000">
                <a:solidFill>
                  <a:schemeClr val="tx1"/>
                </a:solidFill>
                <a:latin typeface="FUJI-新ゴ R" panose="020B0400000000000000" pitchFamily="50" charset="-128"/>
                <a:ea typeface="FUJI-新ゴ R" panose="020B0400000000000000" pitchFamily="50" charset="-128"/>
                <a:cs typeface="ＭＳ Ｐゴシック" pitchFamily="50" charset="-128"/>
              </a:defRPr>
            </a:lvl5pPr>
            <a:lvl6pPr marL="2514600" indent="-228600" algn="l" defTabSz="809625" rtl="0" fontAlgn="base">
              <a:spcBef>
                <a:spcPct val="20000"/>
              </a:spcBef>
              <a:spcAft>
                <a:spcPct val="0"/>
              </a:spcAft>
              <a:buChar char="»"/>
              <a:defRPr kumimoji="1" sz="2000">
                <a:solidFill>
                  <a:schemeClr val="tx1"/>
                </a:solidFill>
                <a:latin typeface="+mn-lt"/>
                <a:ea typeface="+mn-ea"/>
              </a:defRPr>
            </a:lvl6pPr>
            <a:lvl7pPr marL="2971800" indent="-228600" algn="l" defTabSz="809625" rtl="0" fontAlgn="base">
              <a:spcBef>
                <a:spcPct val="20000"/>
              </a:spcBef>
              <a:spcAft>
                <a:spcPct val="0"/>
              </a:spcAft>
              <a:buChar char="»"/>
              <a:defRPr kumimoji="1" sz="2000">
                <a:solidFill>
                  <a:schemeClr val="tx1"/>
                </a:solidFill>
                <a:latin typeface="+mn-lt"/>
                <a:ea typeface="+mn-ea"/>
              </a:defRPr>
            </a:lvl7pPr>
            <a:lvl8pPr marL="3429000" indent="-228600" algn="l" defTabSz="809625" rtl="0" fontAlgn="base">
              <a:spcBef>
                <a:spcPct val="20000"/>
              </a:spcBef>
              <a:spcAft>
                <a:spcPct val="0"/>
              </a:spcAft>
              <a:buChar char="»"/>
              <a:defRPr kumimoji="1" sz="2000">
                <a:solidFill>
                  <a:schemeClr val="tx1"/>
                </a:solidFill>
                <a:latin typeface="+mn-lt"/>
                <a:ea typeface="+mn-ea"/>
              </a:defRPr>
            </a:lvl8pPr>
            <a:lvl9pPr marL="3886200" indent="-228600" algn="l" defTabSz="809625" rtl="0" fontAlgn="base">
              <a:spcBef>
                <a:spcPct val="20000"/>
              </a:spcBef>
              <a:spcAft>
                <a:spcPct val="0"/>
              </a:spcAft>
              <a:buChar char="»"/>
              <a:defRPr kumimoji="1" sz="2000">
                <a:solidFill>
                  <a:schemeClr val="tx1"/>
                </a:solidFill>
                <a:latin typeface="+mn-lt"/>
                <a:ea typeface="+mn-ea"/>
              </a:defRPr>
            </a:lvl9pPr>
          </a:lstStyle>
          <a:p>
            <a:pPr marL="0" indent="0">
              <a:lnSpc>
                <a:spcPct val="100000"/>
              </a:lnSpc>
              <a:spcBef>
                <a:spcPts val="0"/>
              </a:spcBef>
              <a:spcAft>
                <a:spcPts val="0"/>
              </a:spcAft>
              <a:buNone/>
            </a:pPr>
            <a:r>
              <a:rPr lang="ja-JP" altLang="en-US" sz="1400" kern="0" dirty="0">
                <a:latin typeface="Meiryo UI" panose="020B0604030504040204" pitchFamily="50" charset="-128"/>
                <a:ea typeface="Meiryo UI" panose="020B0604030504040204" pitchFamily="50" charset="-128"/>
              </a:rPr>
              <a:t>以下の</a:t>
            </a:r>
            <a:r>
              <a:rPr lang="en-US" altLang="ja-JP" sz="1400" kern="0" dirty="0">
                <a:latin typeface="Meiryo UI" panose="020B0604030504040204" pitchFamily="50" charset="-128"/>
                <a:ea typeface="Meiryo UI" panose="020B0604030504040204" pitchFamily="50" charset="-128"/>
              </a:rPr>
              <a:t>Teams</a:t>
            </a:r>
            <a:r>
              <a:rPr lang="ja-JP" altLang="en-US" sz="1400" kern="0" dirty="0">
                <a:latin typeface="Meiryo UI" panose="020B0604030504040204" pitchFamily="50" charset="-128"/>
                <a:ea typeface="Meiryo UI" panose="020B0604030504040204" pitchFamily="50" charset="-128"/>
              </a:rPr>
              <a:t>チャネル、件名、宛先、内容を記載し依頼。</a:t>
            </a:r>
            <a:endParaRPr lang="en-US" altLang="ja-JP" sz="1400" kern="0" dirty="0">
              <a:latin typeface="Meiryo UI" panose="020B0604030504040204" pitchFamily="50" charset="-128"/>
              <a:ea typeface="Meiryo UI" panose="020B0604030504040204" pitchFamily="50" charset="-128"/>
            </a:endParaRPr>
          </a:p>
        </p:txBody>
      </p:sp>
      <p:pic>
        <p:nvPicPr>
          <p:cNvPr id="17" name="図 16">
            <a:extLst>
              <a:ext uri="{FF2B5EF4-FFF2-40B4-BE49-F238E27FC236}">
                <a16:creationId xmlns:a16="http://schemas.microsoft.com/office/drawing/2014/main" id="{A99006A8-F574-4C76-971F-3D408D2F7D96}"/>
              </a:ext>
            </a:extLst>
          </p:cNvPr>
          <p:cNvPicPr>
            <a:picLocks noChangeAspect="1"/>
          </p:cNvPicPr>
          <p:nvPr/>
        </p:nvPicPr>
        <p:blipFill>
          <a:blip r:embed="rId3"/>
          <a:stretch>
            <a:fillRect/>
          </a:stretch>
        </p:blipFill>
        <p:spPr>
          <a:xfrm>
            <a:off x="5084479" y="1485245"/>
            <a:ext cx="3033702" cy="527770"/>
          </a:xfrm>
          <a:prstGeom prst="rect">
            <a:avLst/>
          </a:prstGeom>
          <a:ln>
            <a:solidFill>
              <a:schemeClr val="bg2"/>
            </a:solidFill>
          </a:ln>
        </p:spPr>
      </p:pic>
      <p:sp>
        <p:nvSpPr>
          <p:cNvPr id="18" name="吹き出し: 線 17">
            <a:extLst>
              <a:ext uri="{FF2B5EF4-FFF2-40B4-BE49-F238E27FC236}">
                <a16:creationId xmlns:a16="http://schemas.microsoft.com/office/drawing/2014/main" id="{F0673F57-B0B8-4257-8111-1596E9F493A8}"/>
              </a:ext>
            </a:extLst>
          </p:cNvPr>
          <p:cNvSpPr/>
          <p:nvPr/>
        </p:nvSpPr>
        <p:spPr bwMode="gray">
          <a:xfrm>
            <a:off x="6983249" y="1404674"/>
            <a:ext cx="1744388" cy="230832"/>
          </a:xfrm>
          <a:prstGeom prst="borderCallout1">
            <a:avLst>
              <a:gd name="adj1" fmla="val 47837"/>
              <a:gd name="adj2" fmla="val 14"/>
              <a:gd name="adj3" fmla="val 105694"/>
              <a:gd name="adj4" fmla="val -15582"/>
            </a:avLst>
          </a:prstGeom>
          <a:solidFill>
            <a:srgbClr val="FFFFFF"/>
          </a:solidFill>
          <a:ln w="9525" cap="flat" cmpd="sng" algn="ctr">
            <a:solidFill>
              <a:srgbClr val="C0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spAutoFit/>
          </a:bodyPr>
          <a:lstStyle/>
          <a:p>
            <a:pPr marL="0" marR="0" indent="0" algn="l" defTabSz="914400" rtl="0" eaLnBrk="1" fontAlgn="ctr" latinLnBrk="0" hangingPunct="1">
              <a:lnSpc>
                <a:spcPct val="100000"/>
              </a:lnSpc>
              <a:spcBef>
                <a:spcPct val="0"/>
              </a:spcBef>
              <a:spcAft>
                <a:spcPct val="0"/>
              </a:spcAft>
              <a:buClrTx/>
              <a:buSzTx/>
              <a:buFontTx/>
              <a:buNone/>
              <a:tabLst/>
            </a:pPr>
            <a:r>
              <a:rPr kumimoji="1" lang="ja-JP" altLang="en-US" sz="900" b="0" i="0" u="none" strike="noStrike" cap="none" normalizeH="0" baseline="0" dirty="0">
                <a:ln>
                  <a:noFill/>
                </a:ln>
                <a:effectLst/>
                <a:latin typeface="Meiryo UI" panose="020B0604030504040204" pitchFamily="50" charset="-128"/>
                <a:ea typeface="Meiryo UI" panose="020B0604030504040204" pitchFamily="50" charset="-128"/>
              </a:rPr>
              <a:t>このままでは件名が付与されません</a:t>
            </a:r>
            <a:endParaRPr kumimoji="1" lang="en-US" altLang="ja-JP" sz="900" b="0" i="0" u="none" strike="noStrike" cap="none" normalizeH="0" baseline="0" dirty="0">
              <a:ln>
                <a:noFill/>
              </a:ln>
              <a:effectLst/>
              <a:latin typeface="Meiryo UI" panose="020B0604030504040204" pitchFamily="50" charset="-128"/>
              <a:ea typeface="Meiryo UI" panose="020B0604030504040204" pitchFamily="50" charset="-128"/>
            </a:endParaRPr>
          </a:p>
        </p:txBody>
      </p:sp>
      <p:sp>
        <p:nvSpPr>
          <p:cNvPr id="19" name="楕円 18">
            <a:extLst>
              <a:ext uri="{FF2B5EF4-FFF2-40B4-BE49-F238E27FC236}">
                <a16:creationId xmlns:a16="http://schemas.microsoft.com/office/drawing/2014/main" id="{5F2BD348-E944-4086-828D-CA5A2DE625A7}"/>
              </a:ext>
            </a:extLst>
          </p:cNvPr>
          <p:cNvSpPr/>
          <p:nvPr/>
        </p:nvSpPr>
        <p:spPr bwMode="gray">
          <a:xfrm>
            <a:off x="5341028" y="1796830"/>
            <a:ext cx="213664" cy="216185"/>
          </a:xfrm>
          <a:prstGeom prst="ellipse">
            <a:avLst/>
          </a:prstGeom>
          <a:noFill/>
          <a:ln w="38100" cap="flat" cmpd="sng" algn="ctr">
            <a:solidFill>
              <a:srgbClr val="C0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ctr" latinLnBrk="0" hangingPunct="1">
              <a:lnSpc>
                <a:spcPct val="100000"/>
              </a:lnSpc>
              <a:spcBef>
                <a:spcPct val="0"/>
              </a:spcBef>
              <a:spcAft>
                <a:spcPct val="0"/>
              </a:spcAft>
              <a:buClrTx/>
              <a:buSzTx/>
              <a:buFontTx/>
              <a:buNone/>
              <a:tabLst/>
            </a:pPr>
            <a:endParaRPr kumimoji="1" lang="ja-JP" altLang="en-US" sz="1600" b="0" i="0" u="none" strike="noStrike" cap="none" normalizeH="0" baseline="0" dirty="0">
              <a:ln>
                <a:noFill/>
              </a:ln>
              <a:effectLst/>
              <a:latin typeface="Meiryo UI" panose="020B0604030504040204" pitchFamily="50" charset="-128"/>
              <a:ea typeface="Meiryo UI" panose="020B0604030504040204" pitchFamily="50" charset="-128"/>
            </a:endParaRPr>
          </a:p>
        </p:txBody>
      </p:sp>
      <p:sp>
        <p:nvSpPr>
          <p:cNvPr id="20" name="吹き出し: 線 19">
            <a:extLst>
              <a:ext uri="{FF2B5EF4-FFF2-40B4-BE49-F238E27FC236}">
                <a16:creationId xmlns:a16="http://schemas.microsoft.com/office/drawing/2014/main" id="{373B5F1B-C1F3-4A40-98E4-613AD6D8DFC8}"/>
              </a:ext>
            </a:extLst>
          </p:cNvPr>
          <p:cNvSpPr/>
          <p:nvPr/>
        </p:nvSpPr>
        <p:spPr bwMode="gray">
          <a:xfrm>
            <a:off x="5766042" y="1391819"/>
            <a:ext cx="747320" cy="230832"/>
          </a:xfrm>
          <a:prstGeom prst="borderCallout1">
            <a:avLst>
              <a:gd name="adj1" fmla="val 47837"/>
              <a:gd name="adj2" fmla="val 14"/>
              <a:gd name="adj3" fmla="val 192193"/>
              <a:gd name="adj4" fmla="val -33126"/>
            </a:avLst>
          </a:prstGeom>
          <a:solidFill>
            <a:srgbClr val="FFFFFF"/>
          </a:solidFill>
          <a:ln w="9525" cap="flat" cmpd="sng" algn="ctr">
            <a:solidFill>
              <a:srgbClr val="C0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spAutoFit/>
          </a:bodyPr>
          <a:lstStyle/>
          <a:p>
            <a:pPr marL="0" marR="0" indent="0" algn="l" defTabSz="914400" rtl="0" eaLnBrk="1" fontAlgn="ctr" latinLnBrk="0" hangingPunct="1">
              <a:lnSpc>
                <a:spcPct val="100000"/>
              </a:lnSpc>
              <a:spcBef>
                <a:spcPct val="0"/>
              </a:spcBef>
              <a:spcAft>
                <a:spcPct val="0"/>
              </a:spcAft>
              <a:buClrTx/>
              <a:buSzTx/>
              <a:buFontTx/>
              <a:buNone/>
              <a:tabLst/>
            </a:pPr>
            <a:r>
              <a:rPr kumimoji="1" lang="ja-JP" altLang="en-US" sz="900" b="0" i="0" u="none" strike="noStrike" cap="none" normalizeH="0" baseline="0" dirty="0">
                <a:ln>
                  <a:noFill/>
                </a:ln>
                <a:effectLst/>
                <a:latin typeface="Meiryo UI" panose="020B0604030504040204" pitchFamily="50" charset="-128"/>
                <a:ea typeface="Meiryo UI" panose="020B0604030504040204" pitchFamily="50" charset="-128"/>
              </a:rPr>
              <a:t>クリックします</a:t>
            </a:r>
            <a:endParaRPr kumimoji="1" lang="en-US" altLang="ja-JP" sz="900" b="0" i="0" u="none" strike="noStrike" cap="none" normalizeH="0" baseline="0" dirty="0">
              <a:ln>
                <a:noFill/>
              </a:ln>
              <a:effectLst/>
              <a:latin typeface="Meiryo UI" panose="020B0604030504040204" pitchFamily="50" charset="-128"/>
              <a:ea typeface="Meiryo UI" panose="020B0604030504040204" pitchFamily="50" charset="-128"/>
            </a:endParaRPr>
          </a:p>
        </p:txBody>
      </p:sp>
      <p:sp>
        <p:nvSpPr>
          <p:cNvPr id="21" name="吹き出し: 線 20">
            <a:extLst>
              <a:ext uri="{FF2B5EF4-FFF2-40B4-BE49-F238E27FC236}">
                <a16:creationId xmlns:a16="http://schemas.microsoft.com/office/drawing/2014/main" id="{E1E7325A-2762-488C-9E35-A6F834E8E0E2}"/>
              </a:ext>
            </a:extLst>
          </p:cNvPr>
          <p:cNvSpPr/>
          <p:nvPr/>
        </p:nvSpPr>
        <p:spPr bwMode="gray">
          <a:xfrm>
            <a:off x="5987074" y="2354386"/>
            <a:ext cx="415498" cy="230832"/>
          </a:xfrm>
          <a:prstGeom prst="borderCallout1">
            <a:avLst>
              <a:gd name="adj1" fmla="val 47837"/>
              <a:gd name="adj2" fmla="val 14"/>
              <a:gd name="adj3" fmla="val 89874"/>
              <a:gd name="adj4" fmla="val -33592"/>
            </a:avLst>
          </a:prstGeom>
          <a:solidFill>
            <a:srgbClr val="FFFFFF"/>
          </a:solidFill>
          <a:ln w="9525" cap="flat" cmpd="sng" algn="ctr">
            <a:solidFill>
              <a:srgbClr val="C0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spAutoFit/>
          </a:bodyPr>
          <a:lstStyle/>
          <a:p>
            <a:pPr marL="0" marR="0" indent="0" algn="l" defTabSz="914400" rtl="0" eaLnBrk="1" fontAlgn="ctr" latinLnBrk="0" hangingPunct="1">
              <a:lnSpc>
                <a:spcPct val="100000"/>
              </a:lnSpc>
              <a:spcBef>
                <a:spcPct val="0"/>
              </a:spcBef>
              <a:spcAft>
                <a:spcPct val="0"/>
              </a:spcAft>
              <a:buClrTx/>
              <a:buSzTx/>
              <a:buFontTx/>
              <a:buNone/>
              <a:tabLst/>
            </a:pPr>
            <a:r>
              <a:rPr kumimoji="1" lang="ja-JP" altLang="en-US" sz="900" b="0" i="0" u="none" strike="noStrike" cap="none" normalizeH="0" baseline="0" dirty="0">
                <a:ln>
                  <a:noFill/>
                </a:ln>
                <a:effectLst/>
                <a:latin typeface="Meiryo UI" panose="020B0604030504040204" pitchFamily="50" charset="-128"/>
                <a:ea typeface="Meiryo UI" panose="020B0604030504040204" pitchFamily="50" charset="-128"/>
              </a:rPr>
              <a:t>件名</a:t>
            </a:r>
            <a:endParaRPr kumimoji="1" lang="en-US" altLang="ja-JP" sz="900" b="0" i="0" u="none" strike="noStrike" cap="none" normalizeH="0" baseline="0" dirty="0">
              <a:ln>
                <a:noFill/>
              </a:ln>
              <a:effectLst/>
              <a:latin typeface="Meiryo UI" panose="020B0604030504040204" pitchFamily="50" charset="-128"/>
              <a:ea typeface="Meiryo UI" panose="020B0604030504040204" pitchFamily="50" charset="-128"/>
            </a:endParaRPr>
          </a:p>
        </p:txBody>
      </p:sp>
      <p:sp>
        <p:nvSpPr>
          <p:cNvPr id="22" name="正方形/長方形 21">
            <a:extLst>
              <a:ext uri="{FF2B5EF4-FFF2-40B4-BE49-F238E27FC236}">
                <a16:creationId xmlns:a16="http://schemas.microsoft.com/office/drawing/2014/main" id="{BB7B2F91-53A4-4A1B-8A02-1BA0BD43A55B}"/>
              </a:ext>
            </a:extLst>
          </p:cNvPr>
          <p:cNvSpPr/>
          <p:nvPr/>
        </p:nvSpPr>
        <p:spPr bwMode="gray">
          <a:xfrm>
            <a:off x="5269743" y="2563250"/>
            <a:ext cx="564590" cy="148373"/>
          </a:xfrm>
          <a:prstGeom prst="rect">
            <a:avLst/>
          </a:prstGeom>
          <a:noFill/>
          <a:ln w="38100" cap="flat" cmpd="sng" algn="ctr">
            <a:solidFill>
              <a:srgbClr val="C0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ctr" latinLnBrk="0" hangingPunct="1">
              <a:lnSpc>
                <a:spcPct val="100000"/>
              </a:lnSpc>
              <a:spcBef>
                <a:spcPct val="0"/>
              </a:spcBef>
              <a:spcAft>
                <a:spcPct val="0"/>
              </a:spcAft>
              <a:buClrTx/>
              <a:buSzTx/>
              <a:buFontTx/>
              <a:buNone/>
              <a:tabLst/>
            </a:pPr>
            <a:endParaRPr kumimoji="1" lang="ja-JP" altLang="en-US" sz="1600" b="0" i="0" u="none" strike="noStrike" cap="none" normalizeH="0" baseline="0" dirty="0">
              <a:ln>
                <a:noFill/>
              </a:ln>
              <a:effectLst/>
              <a:latin typeface="Meiryo UI" panose="020B0604030504040204" pitchFamily="50" charset="-128"/>
              <a:ea typeface="Meiryo UI" panose="020B0604030504040204" pitchFamily="50" charset="-128"/>
            </a:endParaRPr>
          </a:p>
        </p:txBody>
      </p:sp>
      <p:pic>
        <p:nvPicPr>
          <p:cNvPr id="23" name="図 22">
            <a:extLst>
              <a:ext uri="{FF2B5EF4-FFF2-40B4-BE49-F238E27FC236}">
                <a16:creationId xmlns:a16="http://schemas.microsoft.com/office/drawing/2014/main" id="{983CC91F-E912-4775-AD00-C54C01A5A01A}"/>
              </a:ext>
            </a:extLst>
          </p:cNvPr>
          <p:cNvPicPr>
            <a:picLocks noChangeAspect="1"/>
          </p:cNvPicPr>
          <p:nvPr/>
        </p:nvPicPr>
        <p:blipFill>
          <a:blip r:embed="rId4"/>
          <a:stretch>
            <a:fillRect/>
          </a:stretch>
        </p:blipFill>
        <p:spPr>
          <a:xfrm>
            <a:off x="5246716" y="2727528"/>
            <a:ext cx="653470" cy="287532"/>
          </a:xfrm>
          <a:prstGeom prst="rect">
            <a:avLst/>
          </a:prstGeom>
        </p:spPr>
      </p:pic>
      <p:sp>
        <p:nvSpPr>
          <p:cNvPr id="24" name="正方形/長方形 23">
            <a:extLst>
              <a:ext uri="{FF2B5EF4-FFF2-40B4-BE49-F238E27FC236}">
                <a16:creationId xmlns:a16="http://schemas.microsoft.com/office/drawing/2014/main" id="{DDDB62E3-E3AA-4A40-BC7B-024F61947952}"/>
              </a:ext>
            </a:extLst>
          </p:cNvPr>
          <p:cNvSpPr/>
          <p:nvPr/>
        </p:nvSpPr>
        <p:spPr bwMode="gray">
          <a:xfrm>
            <a:off x="5900186" y="2727528"/>
            <a:ext cx="1627917" cy="344889"/>
          </a:xfrm>
          <a:prstGeom prst="rect">
            <a:avLst/>
          </a:prstGeom>
          <a:solidFill>
            <a:srgbClr val="FFFFFF"/>
          </a:solidFill>
          <a:ln w="9525" cap="flat" cmpd="sng" algn="ctr">
            <a:noFill/>
            <a:prstDash val="solid"/>
            <a:round/>
            <a:headEnd type="none" w="med" len="med"/>
            <a:tailEnd type="none" w="med" len="med"/>
          </a:ln>
          <a:effectLst/>
          <a:extLs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txBody>
          <a:bodyPr vert="horz" wrap="none" lIns="91440" tIns="45720" rIns="91440" bIns="45720" numCol="1" rtlCol="0" anchor="ctr" anchorCtr="0" compatLnSpc="1">
            <a:prstTxWarp prst="textNoShape">
              <a:avLst/>
            </a:prstTxWarp>
          </a:bodyPr>
          <a:lstStyle/>
          <a:p>
            <a:pPr marL="0" marR="0" indent="0" algn="ctr" defTabSz="914400" rtl="0" eaLnBrk="1" fontAlgn="ctr" latinLnBrk="0" hangingPunct="1">
              <a:lnSpc>
                <a:spcPct val="100000"/>
              </a:lnSpc>
              <a:spcBef>
                <a:spcPct val="0"/>
              </a:spcBef>
              <a:spcAft>
                <a:spcPct val="0"/>
              </a:spcAft>
              <a:buClrTx/>
              <a:buSzTx/>
              <a:buFontTx/>
              <a:buNone/>
              <a:tabLst/>
            </a:pPr>
            <a:endParaRPr kumimoji="1" lang="ja-JP" altLang="en-US" sz="1600" b="0" i="0" u="none" strike="noStrike" cap="none" normalizeH="0" baseline="0" dirty="0">
              <a:ln>
                <a:noFill/>
              </a:ln>
              <a:effectLst/>
              <a:latin typeface="Meiryo UI" panose="020B0604030504040204" pitchFamily="50" charset="-128"/>
              <a:ea typeface="Meiryo UI" panose="020B0604030504040204" pitchFamily="50" charset="-128"/>
            </a:endParaRPr>
          </a:p>
        </p:txBody>
      </p:sp>
      <p:sp>
        <p:nvSpPr>
          <p:cNvPr id="25" name="吹き出し: 線 24">
            <a:extLst>
              <a:ext uri="{FF2B5EF4-FFF2-40B4-BE49-F238E27FC236}">
                <a16:creationId xmlns:a16="http://schemas.microsoft.com/office/drawing/2014/main" id="{90BADBED-D974-4579-B751-6A0E832155CD}"/>
              </a:ext>
            </a:extLst>
          </p:cNvPr>
          <p:cNvSpPr/>
          <p:nvPr/>
        </p:nvSpPr>
        <p:spPr bwMode="gray">
          <a:xfrm>
            <a:off x="6010127" y="2711623"/>
            <a:ext cx="2285939" cy="461665"/>
          </a:xfrm>
          <a:prstGeom prst="borderCallout1">
            <a:avLst>
              <a:gd name="adj1" fmla="val 47837"/>
              <a:gd name="adj2" fmla="val 14"/>
              <a:gd name="adj3" fmla="val 34202"/>
              <a:gd name="adj4" fmla="val -8889"/>
            </a:avLst>
          </a:prstGeom>
          <a:solidFill>
            <a:srgbClr val="FFFFFF"/>
          </a:solidFill>
          <a:ln w="9525" cap="flat" cmpd="sng" algn="ctr">
            <a:solidFill>
              <a:srgbClr val="C0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0" marR="0" indent="0" algn="l" defTabSz="914400" rtl="0" eaLnBrk="1" fontAlgn="ctr" latinLnBrk="0" hangingPunct="1">
              <a:lnSpc>
                <a:spcPct val="100000"/>
              </a:lnSpc>
              <a:spcBef>
                <a:spcPct val="0"/>
              </a:spcBef>
              <a:spcAft>
                <a:spcPct val="0"/>
              </a:spcAft>
              <a:buClrTx/>
              <a:buSzTx/>
              <a:buFontTx/>
              <a:buNone/>
              <a:tabLst/>
            </a:pPr>
            <a:r>
              <a:rPr kumimoji="1" lang="ja-JP" altLang="en-US" sz="800" b="0" i="0" u="none" strike="noStrike" cap="none" normalizeH="0" baseline="0" dirty="0">
                <a:ln>
                  <a:noFill/>
                </a:ln>
                <a:effectLst/>
                <a:latin typeface="Meiryo UI" panose="020B0604030504040204" pitchFamily="50" charset="-128"/>
                <a:ea typeface="Meiryo UI" panose="020B0604030504040204" pitchFamily="50" charset="-128"/>
              </a:rPr>
              <a:t>①“＠</a:t>
            </a:r>
            <a:r>
              <a:rPr kumimoji="1" lang="en-US" altLang="ja-JP" sz="800" b="0" i="0" u="none" strike="noStrike" cap="none" normalizeH="0" baseline="0" dirty="0">
                <a:ln>
                  <a:noFill/>
                </a:ln>
                <a:effectLst/>
                <a:latin typeface="Meiryo UI" panose="020B0604030504040204" pitchFamily="50" charset="-128"/>
                <a:ea typeface="Meiryo UI" panose="020B0604030504040204" pitchFamily="50" charset="-128"/>
              </a:rPr>
              <a:t>Team</a:t>
            </a:r>
            <a:r>
              <a:rPr kumimoji="1" lang="ja-JP" altLang="en-US" sz="800" b="0" i="0" u="none" strike="noStrike" cap="none" normalizeH="0" baseline="0" dirty="0">
                <a:ln>
                  <a:noFill/>
                </a:ln>
                <a:effectLst/>
                <a:latin typeface="Meiryo UI" panose="020B0604030504040204" pitchFamily="50" charset="-128"/>
                <a:ea typeface="Meiryo UI" panose="020B0604030504040204" pitchFamily="50" charset="-128"/>
              </a:rPr>
              <a:t>“と入力し、候補が表示</a:t>
            </a:r>
            <a:endParaRPr lang="en-US" altLang="ja-JP" sz="800" dirty="0">
              <a:latin typeface="Meiryo UI" panose="020B0604030504040204" pitchFamily="50" charset="-128"/>
              <a:ea typeface="Meiryo UI" panose="020B0604030504040204" pitchFamily="50" charset="-128"/>
            </a:endParaRPr>
          </a:p>
          <a:p>
            <a:pPr algn="l"/>
            <a:r>
              <a:rPr lang="ja-JP" altLang="en-US" sz="800" dirty="0">
                <a:latin typeface="Meiryo UI" panose="020B0604030504040204" pitchFamily="50" charset="-128"/>
                <a:ea typeface="Meiryo UI" panose="020B0604030504040204" pitchFamily="50" charset="-128"/>
              </a:rPr>
              <a:t>②候補より、</a:t>
            </a:r>
            <a:r>
              <a:rPr lang="ja-JP" altLang="en-US" sz="800" dirty="0">
                <a:solidFill>
                  <a:schemeClr val="tx1"/>
                </a:solidFill>
                <a:latin typeface="Meiryo UI" panose="020B0604030504040204" pitchFamily="50" charset="-128"/>
                <a:ea typeface="Meiryo UI" panose="020B0604030504040204" pitchFamily="50" charset="-128"/>
              </a:rPr>
              <a:t>“</a:t>
            </a:r>
            <a:r>
              <a:rPr lang="en-US" altLang="ja-JP" sz="800" dirty="0">
                <a:solidFill>
                  <a:schemeClr val="tx1"/>
                </a:solidFill>
                <a:latin typeface="Meiryo UI" panose="020B0604030504040204" pitchFamily="50" charset="-128"/>
                <a:ea typeface="Meiryo UI" panose="020B0604030504040204" pitchFamily="50" charset="-128"/>
              </a:rPr>
              <a:t>@Activate Management TM</a:t>
            </a:r>
          </a:p>
          <a:p>
            <a:pPr marL="0" marR="0" indent="0" algn="l" defTabSz="914400" rtl="0" eaLnBrk="1" fontAlgn="ctr" latinLnBrk="0" hangingPunct="1">
              <a:lnSpc>
                <a:spcPct val="100000"/>
              </a:lnSpc>
              <a:spcBef>
                <a:spcPct val="0"/>
              </a:spcBef>
              <a:spcAft>
                <a:spcPct val="0"/>
              </a:spcAft>
              <a:buClrTx/>
              <a:buSzTx/>
              <a:buFontTx/>
              <a:buNone/>
              <a:tabLst/>
            </a:pPr>
            <a:r>
              <a:rPr lang="ja-JP" altLang="en-US" sz="800" dirty="0">
                <a:solidFill>
                  <a:schemeClr val="tx1"/>
                </a:solidFill>
                <a:latin typeface="Meiryo UI" panose="020B0604030504040204" pitchFamily="50" charset="-128"/>
                <a:ea typeface="Meiryo UI" panose="020B0604030504040204" pitchFamily="50" charset="-128"/>
              </a:rPr>
              <a:t>”</a:t>
            </a:r>
            <a:r>
              <a:rPr lang="ja-JP" altLang="en-US" sz="800" dirty="0">
                <a:latin typeface="Meiryo UI" panose="020B0604030504040204" pitchFamily="50" charset="-128"/>
                <a:ea typeface="Meiryo UI" panose="020B0604030504040204" pitchFamily="50" charset="-128"/>
              </a:rPr>
              <a:t>チームを指定</a:t>
            </a:r>
            <a:endParaRPr kumimoji="1" lang="en-US" altLang="ja-JP" sz="800" b="0" i="0" u="none" strike="noStrike" cap="none" normalizeH="0" baseline="0" dirty="0">
              <a:ln>
                <a:noFill/>
              </a:ln>
              <a:effectLst/>
              <a:latin typeface="Meiryo UI" panose="020B0604030504040204" pitchFamily="50" charset="-128"/>
              <a:ea typeface="Meiryo UI" panose="020B0604030504040204" pitchFamily="50" charset="-128"/>
            </a:endParaRPr>
          </a:p>
        </p:txBody>
      </p:sp>
      <p:graphicFrame>
        <p:nvGraphicFramePr>
          <p:cNvPr id="26" name="表 2">
            <a:extLst>
              <a:ext uri="{FF2B5EF4-FFF2-40B4-BE49-F238E27FC236}">
                <a16:creationId xmlns:a16="http://schemas.microsoft.com/office/drawing/2014/main" id="{6892A736-C684-4A18-A639-BF41FF02256D}"/>
              </a:ext>
            </a:extLst>
          </p:cNvPr>
          <p:cNvGraphicFramePr>
            <a:graphicFrameLocks noGrp="1"/>
          </p:cNvGraphicFramePr>
          <p:nvPr>
            <p:extLst>
              <p:ext uri="{D42A27DB-BD31-4B8C-83A1-F6EECF244321}">
                <p14:modId xmlns:p14="http://schemas.microsoft.com/office/powerpoint/2010/main" val="2698274951"/>
              </p:ext>
            </p:extLst>
          </p:nvPr>
        </p:nvGraphicFramePr>
        <p:xfrm>
          <a:off x="697048" y="1516223"/>
          <a:ext cx="3698046" cy="1495280"/>
        </p:xfrm>
        <a:graphic>
          <a:graphicData uri="http://schemas.openxmlformats.org/drawingml/2006/table">
            <a:tbl>
              <a:tblPr firstRow="1" bandRow="1">
                <a:tableStyleId>{00A15C55-8517-42AA-B614-E9B94910E393}</a:tableStyleId>
              </a:tblPr>
              <a:tblGrid>
                <a:gridCol w="577388">
                  <a:extLst>
                    <a:ext uri="{9D8B030D-6E8A-4147-A177-3AD203B41FA5}">
                      <a16:colId xmlns:a16="http://schemas.microsoft.com/office/drawing/2014/main" val="4229135214"/>
                    </a:ext>
                  </a:extLst>
                </a:gridCol>
                <a:gridCol w="3120658">
                  <a:extLst>
                    <a:ext uri="{9D8B030D-6E8A-4147-A177-3AD203B41FA5}">
                      <a16:colId xmlns:a16="http://schemas.microsoft.com/office/drawing/2014/main" val="2607537423"/>
                    </a:ext>
                  </a:extLst>
                </a:gridCol>
              </a:tblGrid>
              <a:tr h="370840">
                <a:tc>
                  <a:txBody>
                    <a:bodyPr/>
                    <a:lstStyle/>
                    <a:p>
                      <a:pPr algn="ctr"/>
                      <a:r>
                        <a:rPr kumimoji="1" lang="ja-JP" altLang="en-US" sz="1000" b="1" dirty="0">
                          <a:solidFill>
                            <a:srgbClr val="FFFFFF"/>
                          </a:solidFill>
                        </a:rPr>
                        <a:t>チャネル</a:t>
                      </a:r>
                      <a:endParaRPr kumimoji="1" lang="ja-JP" altLang="en-US" sz="1000" b="1" dirty="0">
                        <a:solidFill>
                          <a:srgbClr val="FFFFFF"/>
                        </a:solidFill>
                        <a:latin typeface="Meiryo UI" panose="020B0604030504040204" pitchFamily="50" charset="-128"/>
                        <a:ea typeface="Meiryo UI" panose="020B0604030504040204" pitchFamily="50" charset="-128"/>
                      </a:endParaRPr>
                    </a:p>
                  </a:txBody>
                  <a:tcPr marL="72000" marR="72000" marT="36000" marB="3600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ja-JP" sz="1000" kern="0" dirty="0"/>
                        <a:t>30_Activate</a:t>
                      </a:r>
                      <a:r>
                        <a:rPr lang="ja-JP" altLang="en-US" sz="1000" kern="0" dirty="0"/>
                        <a:t>構成管理</a:t>
                      </a:r>
                      <a:endParaRPr lang="en-US" altLang="ja-JP" sz="1000" kern="0" dirty="0">
                        <a:latin typeface="Meiryo UI" panose="020B0604030504040204" pitchFamily="50" charset="-128"/>
                        <a:ea typeface="Meiryo UI" panose="020B0604030504040204" pitchFamily="50" charset="-128"/>
                      </a:endParaRPr>
                    </a:p>
                  </a:txBody>
                  <a:tcPr marL="72000" marR="72000" marT="36000" marB="36000" anchor="ctr"/>
                </a:tc>
                <a:extLst>
                  <a:ext uri="{0D108BD9-81ED-4DB2-BD59-A6C34878D82A}">
                    <a16:rowId xmlns:a16="http://schemas.microsoft.com/office/drawing/2014/main" val="2428502835"/>
                  </a:ext>
                </a:extLst>
              </a:tr>
              <a:tr h="370840">
                <a:tc>
                  <a:txBody>
                    <a:bodyPr/>
                    <a:lstStyle/>
                    <a:p>
                      <a:pPr algn="ctr"/>
                      <a:r>
                        <a:rPr kumimoji="1" lang="ja-JP" altLang="en-US" sz="1000" b="1" dirty="0">
                          <a:solidFill>
                            <a:srgbClr val="FFFFFF"/>
                          </a:solidFill>
                        </a:rPr>
                        <a:t>件名</a:t>
                      </a:r>
                      <a:endParaRPr kumimoji="1" lang="ja-JP" altLang="en-US" sz="1000" b="1" dirty="0">
                        <a:solidFill>
                          <a:srgbClr val="FFFFFF"/>
                        </a:solidFill>
                        <a:latin typeface="Meiryo UI" panose="020B0604030504040204" pitchFamily="50" charset="-128"/>
                        <a:ea typeface="Meiryo UI" panose="020B0604030504040204" pitchFamily="50" charset="-128"/>
                      </a:endParaRPr>
                    </a:p>
                  </a:txBody>
                  <a:tcPr marL="72000" marR="72000" marT="36000" marB="36000" anchor="ctr">
                    <a:solidFill>
                      <a:srgbClr val="2400B0"/>
                    </a:solidFill>
                  </a:tcPr>
                </a:tc>
                <a:tc>
                  <a:txBody>
                    <a:bodyPr/>
                    <a:lstStyle/>
                    <a:p>
                      <a:r>
                        <a:rPr lang="ja-JP" altLang="en-US" sz="1000" kern="0" dirty="0"/>
                        <a:t>台帳</a:t>
                      </a:r>
                      <a:r>
                        <a:rPr lang="en-US" altLang="ja-JP" sz="1000" kern="0" dirty="0"/>
                        <a:t>No</a:t>
                      </a:r>
                      <a:r>
                        <a:rPr lang="ja-JP" altLang="en-US" sz="1000" kern="0" dirty="0"/>
                        <a:t>・修正ドキュメント名　を記載</a:t>
                      </a:r>
                      <a:endParaRPr kumimoji="1" lang="ja-JP" altLang="en-US" sz="1000" dirty="0">
                        <a:latin typeface="Meiryo UI" panose="020B0604030504040204" pitchFamily="50" charset="-128"/>
                        <a:ea typeface="Meiryo UI" panose="020B0604030504040204" pitchFamily="50" charset="-128"/>
                      </a:endParaRPr>
                    </a:p>
                  </a:txBody>
                  <a:tcPr marL="72000" marR="72000" marT="36000" marB="36000" anchor="ctr"/>
                </a:tc>
                <a:extLst>
                  <a:ext uri="{0D108BD9-81ED-4DB2-BD59-A6C34878D82A}">
                    <a16:rowId xmlns:a16="http://schemas.microsoft.com/office/drawing/2014/main" val="516840153"/>
                  </a:ext>
                </a:extLst>
              </a:tr>
              <a:tr h="370840">
                <a:tc>
                  <a:txBody>
                    <a:bodyPr/>
                    <a:lstStyle/>
                    <a:p>
                      <a:pPr algn="ctr"/>
                      <a:r>
                        <a:rPr kumimoji="1" lang="ja-JP" altLang="en-US" sz="1000" b="1" dirty="0">
                          <a:solidFill>
                            <a:srgbClr val="FFFFFF"/>
                          </a:solidFill>
                        </a:rPr>
                        <a:t>宛先</a:t>
                      </a:r>
                      <a:endParaRPr kumimoji="1" lang="ja-JP" altLang="en-US" sz="1000" b="1" dirty="0">
                        <a:solidFill>
                          <a:srgbClr val="FFFFFF"/>
                        </a:solidFill>
                        <a:latin typeface="Meiryo UI" panose="020B0604030504040204" pitchFamily="50" charset="-128"/>
                        <a:ea typeface="Meiryo UI" panose="020B0604030504040204" pitchFamily="50" charset="-128"/>
                      </a:endParaRPr>
                    </a:p>
                  </a:txBody>
                  <a:tcPr marL="72000" marR="72000" marT="36000" marB="36000" anchor="ctr">
                    <a:solidFill>
                      <a:srgbClr val="2400B0"/>
                    </a:solidFill>
                  </a:tcPr>
                </a:tc>
                <a:tc>
                  <a:txBody>
                    <a:bodyPr/>
                    <a:lstStyle/>
                    <a:p>
                      <a:r>
                        <a:rPr kumimoji="1" lang="en-US" altLang="ja-JP" sz="1000" dirty="0"/>
                        <a:t>@Activate Management TM</a:t>
                      </a:r>
                    </a:p>
                    <a:p>
                      <a:r>
                        <a:rPr kumimoji="1" lang="ja-JP" altLang="en-US" sz="1000" dirty="0"/>
                        <a:t>　 </a:t>
                      </a:r>
                      <a:r>
                        <a:rPr kumimoji="1" lang="en-US" altLang="ja-JP" sz="1000" dirty="0"/>
                        <a:t>(Activate </a:t>
                      </a:r>
                      <a:r>
                        <a:rPr kumimoji="1" lang="ja-JP" altLang="en-US" sz="1000" dirty="0"/>
                        <a:t>管理チーム</a:t>
                      </a:r>
                      <a:r>
                        <a:rPr kumimoji="1" lang="en-US" altLang="ja-JP" sz="1000" dirty="0"/>
                        <a:t>)</a:t>
                      </a:r>
                      <a:endParaRPr kumimoji="1" lang="ja-JP" altLang="en-US" sz="1000" dirty="0">
                        <a:latin typeface="Meiryo UI" panose="020B0604030504040204" pitchFamily="50" charset="-128"/>
                        <a:ea typeface="Meiryo UI" panose="020B0604030504040204" pitchFamily="50" charset="-128"/>
                      </a:endParaRPr>
                    </a:p>
                  </a:txBody>
                  <a:tcPr marL="72000" marR="72000" marT="36000" marB="36000" anchor="ctr"/>
                </a:tc>
                <a:extLst>
                  <a:ext uri="{0D108BD9-81ED-4DB2-BD59-A6C34878D82A}">
                    <a16:rowId xmlns:a16="http://schemas.microsoft.com/office/drawing/2014/main" val="342077619"/>
                  </a:ext>
                </a:extLst>
              </a:tr>
              <a:tr h="370840">
                <a:tc>
                  <a:txBody>
                    <a:bodyPr/>
                    <a:lstStyle/>
                    <a:p>
                      <a:pPr algn="ctr"/>
                      <a:r>
                        <a:rPr kumimoji="1" lang="ja-JP" altLang="en-US" sz="1000" b="1" dirty="0">
                          <a:solidFill>
                            <a:srgbClr val="FFFFFF"/>
                          </a:solidFill>
                        </a:rPr>
                        <a:t>内容</a:t>
                      </a:r>
                      <a:endParaRPr kumimoji="1" lang="ja-JP" altLang="en-US" sz="1000" b="1" dirty="0">
                        <a:solidFill>
                          <a:srgbClr val="FFFFFF"/>
                        </a:solidFill>
                        <a:latin typeface="Meiryo UI" panose="020B0604030504040204" pitchFamily="50" charset="-128"/>
                        <a:ea typeface="Meiryo UI" panose="020B0604030504040204" pitchFamily="50" charset="-128"/>
                      </a:endParaRPr>
                    </a:p>
                  </a:txBody>
                  <a:tcPr marL="72000" marR="72000" marT="36000" marB="36000" anchor="ctr">
                    <a:solidFill>
                      <a:srgbClr val="2400B0"/>
                    </a:solidFill>
                  </a:tcPr>
                </a:tc>
                <a:tc>
                  <a:txBody>
                    <a:bodyPr/>
                    <a:lstStyle/>
                    <a:p>
                      <a:r>
                        <a:rPr kumimoji="1" lang="ja-JP" altLang="en-US" sz="1000" dirty="0"/>
                        <a:t>更新が必要な理由</a:t>
                      </a:r>
                      <a:endParaRPr kumimoji="1" lang="ja-JP" altLang="en-US" sz="1000" dirty="0">
                        <a:latin typeface="Meiryo UI" panose="020B0604030504040204" pitchFamily="50" charset="-128"/>
                        <a:ea typeface="Meiryo UI" panose="020B0604030504040204" pitchFamily="50" charset="-128"/>
                      </a:endParaRPr>
                    </a:p>
                  </a:txBody>
                  <a:tcPr marL="72000" marR="72000" marT="36000" marB="36000" anchor="ctr"/>
                </a:tc>
                <a:extLst>
                  <a:ext uri="{0D108BD9-81ED-4DB2-BD59-A6C34878D82A}">
                    <a16:rowId xmlns:a16="http://schemas.microsoft.com/office/drawing/2014/main" val="1441475568"/>
                  </a:ext>
                </a:extLst>
              </a:tr>
            </a:tbl>
          </a:graphicData>
        </a:graphic>
      </p:graphicFrame>
      <p:sp>
        <p:nvSpPr>
          <p:cNvPr id="27" name="コンテンツ プレースホルダー 2">
            <a:extLst>
              <a:ext uri="{FF2B5EF4-FFF2-40B4-BE49-F238E27FC236}">
                <a16:creationId xmlns:a16="http://schemas.microsoft.com/office/drawing/2014/main" id="{50C6207E-E4EA-4507-B088-38FBF196588F}"/>
              </a:ext>
            </a:extLst>
          </p:cNvPr>
          <p:cNvSpPr txBox="1">
            <a:spLocks/>
          </p:cNvSpPr>
          <p:nvPr/>
        </p:nvSpPr>
        <p:spPr bwMode="gray">
          <a:xfrm>
            <a:off x="5005387" y="1172968"/>
            <a:ext cx="3431695" cy="232821"/>
          </a:xfrm>
          <a:prstGeom prst="rect">
            <a:avLst/>
          </a:prstGeom>
          <a:noFill/>
          <a:ln>
            <a:noFill/>
          </a:ln>
          <a:effectLst/>
        </p:spPr>
        <p:txBody>
          <a:bodyPr vert="horz" wrap="square" lIns="0" tIns="0" rIns="0" bIns="0" numCol="1" anchor="t" anchorCtr="0" compatLnSpc="1">
            <a:prstTxWarp prst="textNoShape">
              <a:avLst/>
            </a:prstTxWarp>
          </a:bodyPr>
          <a:lstStyle>
            <a:lvl1pPr marL="266700" indent="-266700" algn="l" defTabSz="809625" rtl="0" eaLnBrk="0" fontAlgn="ctr" hangingPunct="0">
              <a:lnSpc>
                <a:spcPct val="110000"/>
              </a:lnSpc>
              <a:spcBef>
                <a:spcPct val="20000"/>
              </a:spcBef>
              <a:spcAft>
                <a:spcPct val="10000"/>
              </a:spcAft>
              <a:buClr>
                <a:srgbClr val="C80202"/>
              </a:buClr>
              <a:buFont typeface="Wingdings" pitchFamily="2" charset="2"/>
              <a:buChar char="n"/>
              <a:defRPr kumimoji="1" sz="2000">
                <a:solidFill>
                  <a:schemeClr val="tx1"/>
                </a:solidFill>
                <a:latin typeface="メイリオ" panose="020B0604030504040204" pitchFamily="50" charset="-128"/>
                <a:ea typeface="メイリオ" panose="020B0604030504040204" pitchFamily="50" charset="-128"/>
                <a:cs typeface="メイリオ" panose="020B0604030504040204" pitchFamily="50" charset="-128"/>
              </a:defRPr>
            </a:lvl1pPr>
            <a:lvl2pPr marL="514350" indent="-246063" algn="l" defTabSz="809625" rtl="0" eaLnBrk="0" fontAlgn="ctr" hangingPunct="0">
              <a:lnSpc>
                <a:spcPct val="110000"/>
              </a:lnSpc>
              <a:spcBef>
                <a:spcPct val="20000"/>
              </a:spcBef>
              <a:spcAft>
                <a:spcPct val="10000"/>
              </a:spcAft>
              <a:buClr>
                <a:srgbClr val="87867E"/>
              </a:buClr>
              <a:buFont typeface="Wingdings" pitchFamily="2" charset="2"/>
              <a:buChar char="n"/>
              <a:defRPr kumimoji="1" sz="1600">
                <a:solidFill>
                  <a:schemeClr val="tx1"/>
                </a:solidFill>
                <a:latin typeface="メイリオ" panose="020B0604030504040204" pitchFamily="50" charset="-128"/>
                <a:ea typeface="メイリオ" panose="020B0604030504040204" pitchFamily="50" charset="-128"/>
                <a:cs typeface="メイリオ" panose="020B0604030504040204" pitchFamily="50" charset="-128"/>
              </a:defRPr>
            </a:lvl2pPr>
            <a:lvl3pPr marL="536575" indent="377825" algn="l" defTabSz="809625" rtl="0" eaLnBrk="0" fontAlgn="ctr" hangingPunct="0">
              <a:lnSpc>
                <a:spcPct val="110000"/>
              </a:lnSpc>
              <a:spcBef>
                <a:spcPct val="20000"/>
              </a:spcBef>
              <a:spcAft>
                <a:spcPct val="10000"/>
              </a:spcAft>
              <a:buClr>
                <a:srgbClr val="808080"/>
              </a:buClr>
              <a:buFont typeface="Wingdings" pitchFamily="2" charset="2"/>
              <a:defRPr kumimoji="1" sz="1600">
                <a:solidFill>
                  <a:schemeClr val="tx1"/>
                </a:solidFill>
                <a:latin typeface="FUJI-新ゴ R" pitchFamily="50" charset="-128"/>
                <a:ea typeface="FUJI-新ゴ R" pitchFamily="50" charset="-128"/>
                <a:cs typeface="Meiryo UI" pitchFamily="50" charset="-128"/>
              </a:defRPr>
            </a:lvl3pPr>
            <a:lvl4pPr marL="717550" indent="-136525" algn="l" defTabSz="809625" rtl="0" eaLnBrk="0" fontAlgn="base" hangingPunct="0">
              <a:lnSpc>
                <a:spcPct val="110000"/>
              </a:lnSpc>
              <a:spcBef>
                <a:spcPct val="20000"/>
              </a:spcBef>
              <a:spcAft>
                <a:spcPct val="10000"/>
              </a:spcAft>
              <a:buClr>
                <a:srgbClr val="87867E"/>
              </a:buClr>
              <a:buSzPct val="50000"/>
              <a:buFont typeface="Wingdings" pitchFamily="2" charset="2"/>
              <a:buChar char="l"/>
              <a:defRPr kumimoji="1" sz="1400">
                <a:solidFill>
                  <a:schemeClr val="tx1"/>
                </a:solidFill>
                <a:latin typeface="FUJI-新ゴ R" pitchFamily="50" charset="-128"/>
                <a:ea typeface="FUJI-新ゴ R" pitchFamily="50" charset="-128"/>
                <a:cs typeface="Meiryo UI" pitchFamily="50" charset="-128"/>
              </a:defRPr>
            </a:lvl4pPr>
            <a:lvl5pPr marL="2057400" indent="-228600" algn="l" defTabSz="809625" rtl="0" eaLnBrk="0" fontAlgn="base" hangingPunct="0">
              <a:spcBef>
                <a:spcPct val="20000"/>
              </a:spcBef>
              <a:spcAft>
                <a:spcPct val="0"/>
              </a:spcAft>
              <a:buChar char="»"/>
              <a:defRPr kumimoji="1" sz="2000">
                <a:solidFill>
                  <a:schemeClr val="tx1"/>
                </a:solidFill>
                <a:latin typeface="FUJI-新ゴ R" panose="020B0400000000000000" pitchFamily="50" charset="-128"/>
                <a:ea typeface="FUJI-新ゴ R" panose="020B0400000000000000" pitchFamily="50" charset="-128"/>
                <a:cs typeface="ＭＳ Ｐゴシック" pitchFamily="50" charset="-128"/>
              </a:defRPr>
            </a:lvl5pPr>
            <a:lvl6pPr marL="2514600" indent="-228600" algn="l" defTabSz="809625" rtl="0" fontAlgn="base">
              <a:spcBef>
                <a:spcPct val="20000"/>
              </a:spcBef>
              <a:spcAft>
                <a:spcPct val="0"/>
              </a:spcAft>
              <a:buChar char="»"/>
              <a:defRPr kumimoji="1" sz="2000">
                <a:solidFill>
                  <a:schemeClr val="tx1"/>
                </a:solidFill>
                <a:latin typeface="+mn-lt"/>
                <a:ea typeface="+mn-ea"/>
              </a:defRPr>
            </a:lvl6pPr>
            <a:lvl7pPr marL="2971800" indent="-228600" algn="l" defTabSz="809625" rtl="0" fontAlgn="base">
              <a:spcBef>
                <a:spcPct val="20000"/>
              </a:spcBef>
              <a:spcAft>
                <a:spcPct val="0"/>
              </a:spcAft>
              <a:buChar char="»"/>
              <a:defRPr kumimoji="1" sz="2000">
                <a:solidFill>
                  <a:schemeClr val="tx1"/>
                </a:solidFill>
                <a:latin typeface="+mn-lt"/>
                <a:ea typeface="+mn-ea"/>
              </a:defRPr>
            </a:lvl7pPr>
            <a:lvl8pPr marL="3429000" indent="-228600" algn="l" defTabSz="809625" rtl="0" fontAlgn="base">
              <a:spcBef>
                <a:spcPct val="20000"/>
              </a:spcBef>
              <a:spcAft>
                <a:spcPct val="0"/>
              </a:spcAft>
              <a:buChar char="»"/>
              <a:defRPr kumimoji="1" sz="2000">
                <a:solidFill>
                  <a:schemeClr val="tx1"/>
                </a:solidFill>
                <a:latin typeface="+mn-lt"/>
                <a:ea typeface="+mn-ea"/>
              </a:defRPr>
            </a:lvl8pPr>
            <a:lvl9pPr marL="3886200" indent="-228600" algn="l" defTabSz="809625" rtl="0" fontAlgn="base">
              <a:spcBef>
                <a:spcPct val="20000"/>
              </a:spcBef>
              <a:spcAft>
                <a:spcPct val="0"/>
              </a:spcAft>
              <a:buChar char="»"/>
              <a:defRPr kumimoji="1" sz="2000">
                <a:solidFill>
                  <a:schemeClr val="tx1"/>
                </a:solidFill>
                <a:latin typeface="+mn-lt"/>
                <a:ea typeface="+mn-ea"/>
              </a:defRPr>
            </a:lvl9pPr>
          </a:lstStyle>
          <a:p>
            <a:pPr marL="0" indent="0">
              <a:lnSpc>
                <a:spcPct val="100000"/>
              </a:lnSpc>
              <a:spcBef>
                <a:spcPts val="0"/>
              </a:spcBef>
              <a:spcAft>
                <a:spcPts val="0"/>
              </a:spcAft>
              <a:buNone/>
            </a:pPr>
            <a:r>
              <a:rPr lang="ja-JP" altLang="en-US" sz="1400" kern="0" dirty="0">
                <a:latin typeface="Meiryo UI" panose="020B0604030504040204" pitchFamily="50" charset="-128"/>
                <a:ea typeface="Meiryo UI" panose="020B0604030504040204" pitchFamily="50" charset="-128"/>
              </a:rPr>
              <a:t>例</a:t>
            </a:r>
            <a:r>
              <a:rPr lang="en-US" altLang="ja-JP" sz="1400" kern="0" dirty="0">
                <a:latin typeface="Meiryo UI" panose="020B0604030504040204" pitchFamily="50" charset="-128"/>
                <a:ea typeface="Meiryo UI" panose="020B0604030504040204" pitchFamily="50" charset="-128"/>
              </a:rPr>
              <a:t>)</a:t>
            </a:r>
            <a:r>
              <a:rPr lang="ja-JP" altLang="en-US" sz="1400" kern="0" dirty="0">
                <a:latin typeface="Meiryo UI" panose="020B0604030504040204" pitchFamily="50" charset="-128"/>
                <a:ea typeface="Meiryo UI" panose="020B0604030504040204" pitchFamily="50" charset="-128"/>
              </a:rPr>
              <a:t>チャネル選択後の依頼記載手順</a:t>
            </a:r>
            <a:endParaRPr lang="en-US" altLang="ja-JP" sz="1400" kern="0" dirty="0">
              <a:latin typeface="Meiryo UI" panose="020B0604030504040204" pitchFamily="50" charset="-128"/>
              <a:ea typeface="Meiryo UI" panose="020B0604030504040204" pitchFamily="50" charset="-128"/>
            </a:endParaRPr>
          </a:p>
        </p:txBody>
      </p:sp>
      <p:sp>
        <p:nvSpPr>
          <p:cNvPr id="28" name="正方形/長方形 27">
            <a:extLst>
              <a:ext uri="{FF2B5EF4-FFF2-40B4-BE49-F238E27FC236}">
                <a16:creationId xmlns:a16="http://schemas.microsoft.com/office/drawing/2014/main" id="{4AE68FE4-AB5E-4B9C-93B6-744549352FEC}"/>
              </a:ext>
            </a:extLst>
          </p:cNvPr>
          <p:cNvSpPr/>
          <p:nvPr/>
        </p:nvSpPr>
        <p:spPr bwMode="gray">
          <a:xfrm>
            <a:off x="5264926" y="2769518"/>
            <a:ext cx="564590" cy="163597"/>
          </a:xfrm>
          <a:prstGeom prst="rect">
            <a:avLst/>
          </a:prstGeom>
          <a:noFill/>
          <a:ln w="38100" cap="flat" cmpd="sng" algn="ctr">
            <a:solidFill>
              <a:srgbClr val="C0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ctr" latinLnBrk="0" hangingPunct="1">
              <a:lnSpc>
                <a:spcPct val="100000"/>
              </a:lnSpc>
              <a:spcBef>
                <a:spcPct val="0"/>
              </a:spcBef>
              <a:spcAft>
                <a:spcPct val="0"/>
              </a:spcAft>
              <a:buClrTx/>
              <a:buSzTx/>
              <a:buFontTx/>
              <a:buNone/>
              <a:tabLst/>
            </a:pPr>
            <a:endParaRPr kumimoji="1" lang="ja-JP" altLang="en-US" sz="1600" b="0" i="0" u="none" strike="noStrike" cap="none" normalizeH="0" baseline="0" dirty="0">
              <a:ln>
                <a:noFill/>
              </a:ln>
              <a:effectLst/>
              <a:latin typeface="Meiryo UI" panose="020B0604030504040204" pitchFamily="50" charset="-128"/>
              <a:ea typeface="Meiryo UI" panose="020B0604030504040204" pitchFamily="50" charset="-128"/>
            </a:endParaRPr>
          </a:p>
        </p:txBody>
      </p:sp>
    </p:spTree>
    <p:extLst>
      <p:ext uri="{BB962C8B-B14F-4D97-AF65-F5344CB8AC3E}">
        <p14:creationId xmlns:p14="http://schemas.microsoft.com/office/powerpoint/2010/main" val="3333306650"/>
      </p:ext>
    </p:extLst>
  </p:cSld>
  <p:clrMapOvr>
    <a:masterClrMapping/>
  </p:clrMapOvr>
  <p:transition advClick="0" advTm="10000"/>
</p:sld>
</file>

<file path=ppt/slides/slide1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35874" name="Rectangle 2"/>
          <p:cNvSpPr>
            <a:spLocks noGrp="1" noChangeArrowheads="1"/>
          </p:cNvSpPr>
          <p:nvPr>
            <p:ph type="title"/>
          </p:nvPr>
        </p:nvSpPr>
        <p:spPr/>
        <p:txBody>
          <a:bodyPr vert="horz" lIns="0" tIns="108000" rIns="0" bIns="0" rtlCol="0" anchor="ctr">
            <a:normAutofit fontScale="90000"/>
          </a:bodyPr>
          <a:lstStyle/>
          <a:p>
            <a:r>
              <a:rPr lang="zh-TW" altLang="en-US" sz="2800" dirty="0">
                <a:latin typeface="+mj-lt"/>
                <a:ea typeface="+mj-ea"/>
              </a:rPr>
              <a:t>構成管理実施手順</a:t>
            </a:r>
            <a:r>
              <a:rPr lang="ja-JP" altLang="en-US" sz="2800" dirty="0">
                <a:latin typeface="+mj-lt"/>
                <a:ea typeface="+mj-ea"/>
              </a:rPr>
              <a:t> </a:t>
            </a:r>
            <a:r>
              <a:rPr lang="en-US" altLang="ja-JP" sz="2800" dirty="0">
                <a:latin typeface="+mj-lt"/>
                <a:ea typeface="+mj-ea"/>
              </a:rPr>
              <a:t>-</a:t>
            </a:r>
            <a:r>
              <a:rPr lang="en-US" altLang="ja-JP" sz="2800" b="1" kern="0" dirty="0">
                <a:solidFill>
                  <a:schemeClr val="bg1"/>
                </a:solidFill>
                <a:latin typeface="Meiryo UI" panose="020B0604030504040204" pitchFamily="50" charset="-128"/>
                <a:ea typeface="Meiryo UI" panose="020B0604030504040204" pitchFamily="50" charset="-128"/>
              </a:rPr>
              <a:t>2.Activate</a:t>
            </a:r>
            <a:r>
              <a:rPr lang="ja-JP" altLang="en-US" sz="2800" b="1" kern="0" dirty="0">
                <a:solidFill>
                  <a:schemeClr val="bg1"/>
                </a:solidFill>
                <a:latin typeface="Meiryo UI" panose="020B0604030504040204" pitchFamily="50" charset="-128"/>
                <a:ea typeface="Meiryo UI" panose="020B0604030504040204" pitchFamily="50" charset="-128"/>
              </a:rPr>
              <a:t>更新検討（四半期）</a:t>
            </a:r>
            <a:r>
              <a:rPr lang="en-US" altLang="ja-JP" sz="2800" b="1" kern="0" dirty="0">
                <a:solidFill>
                  <a:schemeClr val="bg1"/>
                </a:solidFill>
                <a:latin typeface="Meiryo UI" panose="020B0604030504040204" pitchFamily="50" charset="-128"/>
                <a:ea typeface="Meiryo UI" panose="020B0604030504040204" pitchFamily="50" charset="-128"/>
              </a:rPr>
              <a:t>-</a:t>
            </a:r>
            <a:endParaRPr lang="en-US" altLang="ja-JP" sz="2800" dirty="0">
              <a:latin typeface="+mj-lt"/>
              <a:ea typeface="+mj-ea"/>
            </a:endParaRPr>
          </a:p>
        </p:txBody>
      </p:sp>
      <p:sp>
        <p:nvSpPr>
          <p:cNvPr id="4" name="フッター プレースホルダー 3"/>
          <p:cNvSpPr>
            <a:spLocks noGrp="1"/>
          </p:cNvSpPr>
          <p:nvPr>
            <p:ph type="ftr" sz="quarter" idx="10"/>
          </p:nvPr>
        </p:nvSpPr>
        <p:spPr/>
        <p:txBody>
          <a:bodyPr/>
          <a:lstStyle/>
          <a:p>
            <a:r>
              <a:rPr lang="en-US" altLang="ja-JP"/>
              <a:t>© 2022 Fujitsu Limited</a:t>
            </a:r>
            <a:endParaRPr lang="de-DE" altLang="ja-JP" dirty="0"/>
          </a:p>
        </p:txBody>
      </p:sp>
      <p:sp>
        <p:nvSpPr>
          <p:cNvPr id="43" name="コンテンツ プレースホルダー 2">
            <a:extLst>
              <a:ext uri="{FF2B5EF4-FFF2-40B4-BE49-F238E27FC236}">
                <a16:creationId xmlns:a16="http://schemas.microsoft.com/office/drawing/2014/main" id="{C82E036E-93D4-4F13-A932-D36F2ECE5193}"/>
              </a:ext>
            </a:extLst>
          </p:cNvPr>
          <p:cNvSpPr txBox="1">
            <a:spLocks/>
          </p:cNvSpPr>
          <p:nvPr/>
        </p:nvSpPr>
        <p:spPr bwMode="gray">
          <a:xfrm>
            <a:off x="394130" y="749574"/>
            <a:ext cx="8345618" cy="254315"/>
          </a:xfrm>
          <a:prstGeom prst="rect">
            <a:avLst/>
          </a:prstGeom>
          <a:noFill/>
          <a:ln>
            <a:noFill/>
          </a:ln>
          <a:effectLst/>
        </p:spPr>
        <p:txBody>
          <a:bodyPr vert="horz" wrap="square" lIns="0" tIns="0" rIns="0" bIns="0" numCol="1" anchor="ctr" anchorCtr="0" compatLnSpc="1">
            <a:prstTxWarp prst="textNoShape">
              <a:avLst/>
            </a:prstTxWarp>
          </a:bodyPr>
          <a:lstStyle>
            <a:lvl1pPr marL="266700" indent="-266700" algn="l" defTabSz="809625" rtl="0" eaLnBrk="0" fontAlgn="ctr" hangingPunct="0">
              <a:lnSpc>
                <a:spcPct val="110000"/>
              </a:lnSpc>
              <a:spcBef>
                <a:spcPct val="20000"/>
              </a:spcBef>
              <a:spcAft>
                <a:spcPct val="10000"/>
              </a:spcAft>
              <a:buClr>
                <a:srgbClr val="C80202"/>
              </a:buClr>
              <a:buFont typeface="Wingdings" pitchFamily="2" charset="2"/>
              <a:buChar char="n"/>
              <a:defRPr kumimoji="1" sz="2000">
                <a:solidFill>
                  <a:schemeClr val="tx1"/>
                </a:solidFill>
                <a:latin typeface="メイリオ" panose="020B0604030504040204" pitchFamily="50" charset="-128"/>
                <a:ea typeface="メイリオ" panose="020B0604030504040204" pitchFamily="50" charset="-128"/>
                <a:cs typeface="メイリオ" panose="020B0604030504040204" pitchFamily="50" charset="-128"/>
              </a:defRPr>
            </a:lvl1pPr>
            <a:lvl2pPr marL="514350" indent="-246063" algn="l" defTabSz="809625" rtl="0" eaLnBrk="0" fontAlgn="ctr" hangingPunct="0">
              <a:lnSpc>
                <a:spcPct val="110000"/>
              </a:lnSpc>
              <a:spcBef>
                <a:spcPct val="20000"/>
              </a:spcBef>
              <a:spcAft>
                <a:spcPct val="10000"/>
              </a:spcAft>
              <a:buClr>
                <a:srgbClr val="87867E"/>
              </a:buClr>
              <a:buFont typeface="Wingdings" pitchFamily="2" charset="2"/>
              <a:buChar char="n"/>
              <a:defRPr kumimoji="1" sz="1600">
                <a:solidFill>
                  <a:schemeClr val="tx1"/>
                </a:solidFill>
                <a:latin typeface="メイリオ" panose="020B0604030504040204" pitchFamily="50" charset="-128"/>
                <a:ea typeface="メイリオ" panose="020B0604030504040204" pitchFamily="50" charset="-128"/>
                <a:cs typeface="メイリオ" panose="020B0604030504040204" pitchFamily="50" charset="-128"/>
              </a:defRPr>
            </a:lvl2pPr>
            <a:lvl3pPr marL="536575" indent="377825" algn="l" defTabSz="809625" rtl="0" eaLnBrk="0" fontAlgn="ctr" hangingPunct="0">
              <a:lnSpc>
                <a:spcPct val="110000"/>
              </a:lnSpc>
              <a:spcBef>
                <a:spcPct val="20000"/>
              </a:spcBef>
              <a:spcAft>
                <a:spcPct val="10000"/>
              </a:spcAft>
              <a:buClr>
                <a:srgbClr val="808080"/>
              </a:buClr>
              <a:buFont typeface="Wingdings" pitchFamily="2" charset="2"/>
              <a:defRPr kumimoji="1" sz="1600">
                <a:solidFill>
                  <a:schemeClr val="tx1"/>
                </a:solidFill>
                <a:latin typeface="FUJI-新ゴ R" pitchFamily="50" charset="-128"/>
                <a:ea typeface="FUJI-新ゴ R" pitchFamily="50" charset="-128"/>
                <a:cs typeface="Meiryo UI" pitchFamily="50" charset="-128"/>
              </a:defRPr>
            </a:lvl3pPr>
            <a:lvl4pPr marL="717550" indent="-136525" algn="l" defTabSz="809625" rtl="0" eaLnBrk="0" fontAlgn="base" hangingPunct="0">
              <a:lnSpc>
                <a:spcPct val="110000"/>
              </a:lnSpc>
              <a:spcBef>
                <a:spcPct val="20000"/>
              </a:spcBef>
              <a:spcAft>
                <a:spcPct val="10000"/>
              </a:spcAft>
              <a:buClr>
                <a:srgbClr val="87867E"/>
              </a:buClr>
              <a:buSzPct val="50000"/>
              <a:buFont typeface="Wingdings" pitchFamily="2" charset="2"/>
              <a:buChar char="l"/>
              <a:defRPr kumimoji="1" sz="1400">
                <a:solidFill>
                  <a:schemeClr val="tx1"/>
                </a:solidFill>
                <a:latin typeface="FUJI-新ゴ R" pitchFamily="50" charset="-128"/>
                <a:ea typeface="FUJI-新ゴ R" pitchFamily="50" charset="-128"/>
                <a:cs typeface="Meiryo UI" pitchFamily="50" charset="-128"/>
              </a:defRPr>
            </a:lvl4pPr>
            <a:lvl5pPr marL="2057400" indent="-228600" algn="l" defTabSz="809625" rtl="0" eaLnBrk="0" fontAlgn="base" hangingPunct="0">
              <a:spcBef>
                <a:spcPct val="20000"/>
              </a:spcBef>
              <a:spcAft>
                <a:spcPct val="0"/>
              </a:spcAft>
              <a:buChar char="»"/>
              <a:defRPr kumimoji="1" sz="2000">
                <a:solidFill>
                  <a:schemeClr val="tx1"/>
                </a:solidFill>
                <a:latin typeface="FUJI-新ゴ R" panose="020B0400000000000000" pitchFamily="50" charset="-128"/>
                <a:ea typeface="FUJI-新ゴ R" panose="020B0400000000000000" pitchFamily="50" charset="-128"/>
                <a:cs typeface="ＭＳ Ｐゴシック" pitchFamily="50" charset="-128"/>
              </a:defRPr>
            </a:lvl5pPr>
            <a:lvl6pPr marL="2514600" indent="-228600" algn="l" defTabSz="809625" rtl="0" fontAlgn="base">
              <a:spcBef>
                <a:spcPct val="20000"/>
              </a:spcBef>
              <a:spcAft>
                <a:spcPct val="0"/>
              </a:spcAft>
              <a:buChar char="»"/>
              <a:defRPr kumimoji="1" sz="2000">
                <a:solidFill>
                  <a:schemeClr val="tx1"/>
                </a:solidFill>
                <a:latin typeface="+mn-lt"/>
                <a:ea typeface="+mn-ea"/>
              </a:defRPr>
            </a:lvl6pPr>
            <a:lvl7pPr marL="2971800" indent="-228600" algn="l" defTabSz="809625" rtl="0" fontAlgn="base">
              <a:spcBef>
                <a:spcPct val="20000"/>
              </a:spcBef>
              <a:spcAft>
                <a:spcPct val="0"/>
              </a:spcAft>
              <a:buChar char="»"/>
              <a:defRPr kumimoji="1" sz="2000">
                <a:solidFill>
                  <a:schemeClr val="tx1"/>
                </a:solidFill>
                <a:latin typeface="+mn-lt"/>
                <a:ea typeface="+mn-ea"/>
              </a:defRPr>
            </a:lvl7pPr>
            <a:lvl8pPr marL="3429000" indent="-228600" algn="l" defTabSz="809625" rtl="0" fontAlgn="base">
              <a:spcBef>
                <a:spcPct val="20000"/>
              </a:spcBef>
              <a:spcAft>
                <a:spcPct val="0"/>
              </a:spcAft>
              <a:buChar char="»"/>
              <a:defRPr kumimoji="1" sz="2000">
                <a:solidFill>
                  <a:schemeClr val="tx1"/>
                </a:solidFill>
                <a:latin typeface="+mn-lt"/>
                <a:ea typeface="+mn-ea"/>
              </a:defRPr>
            </a:lvl8pPr>
            <a:lvl9pPr marL="3886200" indent="-228600" algn="l" defTabSz="809625" rtl="0" fontAlgn="base">
              <a:spcBef>
                <a:spcPct val="20000"/>
              </a:spcBef>
              <a:spcAft>
                <a:spcPct val="0"/>
              </a:spcAft>
              <a:buChar char="»"/>
              <a:defRPr kumimoji="1" sz="2000">
                <a:solidFill>
                  <a:schemeClr val="tx1"/>
                </a:solidFill>
                <a:latin typeface="+mn-lt"/>
                <a:ea typeface="+mn-ea"/>
              </a:defRPr>
            </a:lvl9pPr>
          </a:lstStyle>
          <a:p>
            <a:pPr marL="0" indent="0">
              <a:buNone/>
            </a:pPr>
            <a:r>
              <a:rPr lang="en-US" altLang="ja-JP" sz="1600" b="1" u="sng" kern="0" dirty="0">
                <a:latin typeface="Meiryo UI" panose="020B0604030504040204" pitchFamily="50" charset="-128"/>
                <a:ea typeface="Meiryo UI" panose="020B0604030504040204" pitchFamily="50" charset="-128"/>
              </a:rPr>
              <a:t>2.Activate</a:t>
            </a:r>
            <a:r>
              <a:rPr lang="ja-JP" altLang="en-US" sz="1600" b="1" u="sng" kern="0" dirty="0">
                <a:latin typeface="Meiryo UI" panose="020B0604030504040204" pitchFamily="50" charset="-128"/>
                <a:ea typeface="Meiryo UI" panose="020B0604030504040204" pitchFamily="50" charset="-128"/>
              </a:rPr>
              <a:t>更新検討</a:t>
            </a:r>
            <a:r>
              <a:rPr lang="en-US" altLang="ja-JP" sz="1600" b="1" u="sng" kern="0" dirty="0">
                <a:latin typeface="Meiryo UI" panose="020B0604030504040204" pitchFamily="50" charset="-128"/>
                <a:ea typeface="Meiryo UI" panose="020B0604030504040204" pitchFamily="50" charset="-128"/>
              </a:rPr>
              <a:t>(</a:t>
            </a:r>
            <a:r>
              <a:rPr lang="ja-JP" altLang="en-US" sz="1600" b="1" u="sng" kern="0" dirty="0">
                <a:latin typeface="Meiryo UI" panose="020B0604030504040204" pitchFamily="50" charset="-128"/>
                <a:ea typeface="Meiryo UI" panose="020B0604030504040204" pitchFamily="50" charset="-128"/>
              </a:rPr>
              <a:t>四半期</a:t>
            </a:r>
            <a:r>
              <a:rPr lang="en-US" altLang="ja-JP" sz="1600" b="1" u="sng" kern="0" dirty="0">
                <a:latin typeface="Meiryo UI" panose="020B0604030504040204" pitchFamily="50" charset="-128"/>
                <a:ea typeface="Meiryo UI" panose="020B0604030504040204" pitchFamily="50" charset="-128"/>
              </a:rPr>
              <a:t>)</a:t>
            </a:r>
          </a:p>
        </p:txBody>
      </p:sp>
      <p:sp>
        <p:nvSpPr>
          <p:cNvPr id="44" name="コンテンツ プレースホルダー 2">
            <a:extLst>
              <a:ext uri="{FF2B5EF4-FFF2-40B4-BE49-F238E27FC236}">
                <a16:creationId xmlns:a16="http://schemas.microsoft.com/office/drawing/2014/main" id="{59C0CDD0-541C-4202-BB92-D30B18D4DF62}"/>
              </a:ext>
            </a:extLst>
          </p:cNvPr>
          <p:cNvSpPr txBox="1">
            <a:spLocks/>
          </p:cNvSpPr>
          <p:nvPr/>
        </p:nvSpPr>
        <p:spPr bwMode="gray">
          <a:xfrm>
            <a:off x="591898" y="1027186"/>
            <a:ext cx="7950082" cy="254315"/>
          </a:xfrm>
          <a:prstGeom prst="rect">
            <a:avLst/>
          </a:prstGeom>
          <a:noFill/>
          <a:ln>
            <a:noFill/>
          </a:ln>
          <a:effectLst/>
        </p:spPr>
        <p:txBody>
          <a:bodyPr vert="horz" wrap="square" lIns="0" tIns="0" rIns="0" bIns="0" numCol="1" anchor="t" anchorCtr="0" compatLnSpc="1">
            <a:prstTxWarp prst="textNoShape">
              <a:avLst/>
            </a:prstTxWarp>
          </a:bodyPr>
          <a:lstStyle>
            <a:lvl1pPr marL="266700" indent="-266700" algn="l" defTabSz="809625" rtl="0" eaLnBrk="0" fontAlgn="ctr" hangingPunct="0">
              <a:lnSpc>
                <a:spcPct val="110000"/>
              </a:lnSpc>
              <a:spcBef>
                <a:spcPct val="20000"/>
              </a:spcBef>
              <a:spcAft>
                <a:spcPct val="10000"/>
              </a:spcAft>
              <a:buClr>
                <a:srgbClr val="C80202"/>
              </a:buClr>
              <a:buFont typeface="Wingdings" pitchFamily="2" charset="2"/>
              <a:buChar char="n"/>
              <a:defRPr kumimoji="1" sz="2000">
                <a:solidFill>
                  <a:schemeClr val="tx1"/>
                </a:solidFill>
                <a:latin typeface="メイリオ" panose="020B0604030504040204" pitchFamily="50" charset="-128"/>
                <a:ea typeface="メイリオ" panose="020B0604030504040204" pitchFamily="50" charset="-128"/>
                <a:cs typeface="メイリオ" panose="020B0604030504040204" pitchFamily="50" charset="-128"/>
              </a:defRPr>
            </a:lvl1pPr>
            <a:lvl2pPr marL="514350" indent="-246063" algn="l" defTabSz="809625" rtl="0" eaLnBrk="0" fontAlgn="ctr" hangingPunct="0">
              <a:lnSpc>
                <a:spcPct val="110000"/>
              </a:lnSpc>
              <a:spcBef>
                <a:spcPct val="20000"/>
              </a:spcBef>
              <a:spcAft>
                <a:spcPct val="10000"/>
              </a:spcAft>
              <a:buClr>
                <a:srgbClr val="87867E"/>
              </a:buClr>
              <a:buFont typeface="Wingdings" pitchFamily="2" charset="2"/>
              <a:buChar char="n"/>
              <a:defRPr kumimoji="1" sz="1600">
                <a:solidFill>
                  <a:schemeClr val="tx1"/>
                </a:solidFill>
                <a:latin typeface="メイリオ" panose="020B0604030504040204" pitchFamily="50" charset="-128"/>
                <a:ea typeface="メイリオ" panose="020B0604030504040204" pitchFamily="50" charset="-128"/>
                <a:cs typeface="メイリオ" panose="020B0604030504040204" pitchFamily="50" charset="-128"/>
              </a:defRPr>
            </a:lvl2pPr>
            <a:lvl3pPr marL="536575" indent="377825" algn="l" defTabSz="809625" rtl="0" eaLnBrk="0" fontAlgn="ctr" hangingPunct="0">
              <a:lnSpc>
                <a:spcPct val="110000"/>
              </a:lnSpc>
              <a:spcBef>
                <a:spcPct val="20000"/>
              </a:spcBef>
              <a:spcAft>
                <a:spcPct val="10000"/>
              </a:spcAft>
              <a:buClr>
                <a:srgbClr val="808080"/>
              </a:buClr>
              <a:buFont typeface="Wingdings" pitchFamily="2" charset="2"/>
              <a:defRPr kumimoji="1" sz="1600">
                <a:solidFill>
                  <a:schemeClr val="tx1"/>
                </a:solidFill>
                <a:latin typeface="FUJI-新ゴ R" pitchFamily="50" charset="-128"/>
                <a:ea typeface="FUJI-新ゴ R" pitchFamily="50" charset="-128"/>
                <a:cs typeface="Meiryo UI" pitchFamily="50" charset="-128"/>
              </a:defRPr>
            </a:lvl3pPr>
            <a:lvl4pPr marL="717550" indent="-136525" algn="l" defTabSz="809625" rtl="0" eaLnBrk="0" fontAlgn="base" hangingPunct="0">
              <a:lnSpc>
                <a:spcPct val="110000"/>
              </a:lnSpc>
              <a:spcBef>
                <a:spcPct val="20000"/>
              </a:spcBef>
              <a:spcAft>
                <a:spcPct val="10000"/>
              </a:spcAft>
              <a:buClr>
                <a:srgbClr val="87867E"/>
              </a:buClr>
              <a:buSzPct val="50000"/>
              <a:buFont typeface="Wingdings" pitchFamily="2" charset="2"/>
              <a:buChar char="l"/>
              <a:defRPr kumimoji="1" sz="1400">
                <a:solidFill>
                  <a:schemeClr val="tx1"/>
                </a:solidFill>
                <a:latin typeface="FUJI-新ゴ R" pitchFamily="50" charset="-128"/>
                <a:ea typeface="FUJI-新ゴ R" pitchFamily="50" charset="-128"/>
                <a:cs typeface="Meiryo UI" pitchFamily="50" charset="-128"/>
              </a:defRPr>
            </a:lvl4pPr>
            <a:lvl5pPr marL="2057400" indent="-228600" algn="l" defTabSz="809625" rtl="0" eaLnBrk="0" fontAlgn="base" hangingPunct="0">
              <a:spcBef>
                <a:spcPct val="20000"/>
              </a:spcBef>
              <a:spcAft>
                <a:spcPct val="0"/>
              </a:spcAft>
              <a:buChar char="»"/>
              <a:defRPr kumimoji="1" sz="2000">
                <a:solidFill>
                  <a:schemeClr val="tx1"/>
                </a:solidFill>
                <a:latin typeface="FUJI-新ゴ R" panose="020B0400000000000000" pitchFamily="50" charset="-128"/>
                <a:ea typeface="FUJI-新ゴ R" panose="020B0400000000000000" pitchFamily="50" charset="-128"/>
                <a:cs typeface="ＭＳ Ｐゴシック" pitchFamily="50" charset="-128"/>
              </a:defRPr>
            </a:lvl5pPr>
            <a:lvl6pPr marL="2514600" indent="-228600" algn="l" defTabSz="809625" rtl="0" fontAlgn="base">
              <a:spcBef>
                <a:spcPct val="20000"/>
              </a:spcBef>
              <a:spcAft>
                <a:spcPct val="0"/>
              </a:spcAft>
              <a:buChar char="»"/>
              <a:defRPr kumimoji="1" sz="2000">
                <a:solidFill>
                  <a:schemeClr val="tx1"/>
                </a:solidFill>
                <a:latin typeface="+mn-lt"/>
                <a:ea typeface="+mn-ea"/>
              </a:defRPr>
            </a:lvl6pPr>
            <a:lvl7pPr marL="2971800" indent="-228600" algn="l" defTabSz="809625" rtl="0" fontAlgn="base">
              <a:spcBef>
                <a:spcPct val="20000"/>
              </a:spcBef>
              <a:spcAft>
                <a:spcPct val="0"/>
              </a:spcAft>
              <a:buChar char="»"/>
              <a:defRPr kumimoji="1" sz="2000">
                <a:solidFill>
                  <a:schemeClr val="tx1"/>
                </a:solidFill>
                <a:latin typeface="+mn-lt"/>
                <a:ea typeface="+mn-ea"/>
              </a:defRPr>
            </a:lvl7pPr>
            <a:lvl8pPr marL="3429000" indent="-228600" algn="l" defTabSz="809625" rtl="0" fontAlgn="base">
              <a:spcBef>
                <a:spcPct val="20000"/>
              </a:spcBef>
              <a:spcAft>
                <a:spcPct val="0"/>
              </a:spcAft>
              <a:buChar char="»"/>
              <a:defRPr kumimoji="1" sz="2000">
                <a:solidFill>
                  <a:schemeClr val="tx1"/>
                </a:solidFill>
                <a:latin typeface="+mn-lt"/>
                <a:ea typeface="+mn-ea"/>
              </a:defRPr>
            </a:lvl8pPr>
            <a:lvl9pPr marL="3886200" indent="-228600" algn="l" defTabSz="809625" rtl="0" fontAlgn="base">
              <a:spcBef>
                <a:spcPct val="20000"/>
              </a:spcBef>
              <a:spcAft>
                <a:spcPct val="0"/>
              </a:spcAft>
              <a:buChar char="»"/>
              <a:defRPr kumimoji="1" sz="2000">
                <a:solidFill>
                  <a:schemeClr val="tx1"/>
                </a:solidFill>
                <a:latin typeface="+mn-lt"/>
                <a:ea typeface="+mn-ea"/>
              </a:defRPr>
            </a:lvl9pPr>
          </a:lstStyle>
          <a:p>
            <a:pPr>
              <a:buFont typeface="Arial" panose="020B0604020202020204" pitchFamily="34" charset="0"/>
              <a:buChar char="•"/>
            </a:pPr>
            <a:r>
              <a:rPr lang="ja-JP" altLang="en-US" sz="1400" kern="0" dirty="0">
                <a:latin typeface="Meiryo UI" panose="020B0604030504040204" pitchFamily="50" charset="-128"/>
                <a:ea typeface="Meiryo UI" panose="020B0604030504040204" pitchFamily="50" charset="-128"/>
              </a:rPr>
              <a:t>更新依頼があった内容について管理者が</a:t>
            </a:r>
            <a:r>
              <a:rPr lang="en-US" altLang="ja-JP" sz="1400" kern="0" dirty="0">
                <a:latin typeface="Meiryo UI" panose="020B0604030504040204" pitchFamily="50" charset="-128"/>
                <a:ea typeface="Meiryo UI" panose="020B0604030504040204" pitchFamily="50" charset="-128"/>
              </a:rPr>
              <a:t>Activate</a:t>
            </a:r>
            <a:r>
              <a:rPr lang="ja-JP" altLang="en-US" sz="1400" kern="0" dirty="0">
                <a:latin typeface="Meiryo UI" panose="020B0604030504040204" pitchFamily="50" charset="-128"/>
                <a:ea typeface="Meiryo UI" panose="020B0604030504040204" pitchFamily="50" charset="-128"/>
              </a:rPr>
              <a:t>への更新対象を選定。</a:t>
            </a:r>
            <a:endParaRPr lang="en-US" altLang="ja-JP" sz="1400" kern="0" dirty="0">
              <a:latin typeface="Meiryo UI" panose="020B0604030504040204" pitchFamily="50" charset="-128"/>
              <a:ea typeface="Meiryo UI" panose="020B0604030504040204" pitchFamily="50" charset="-128"/>
            </a:endParaRPr>
          </a:p>
        </p:txBody>
      </p:sp>
      <p:pic>
        <p:nvPicPr>
          <p:cNvPr id="45" name="図 44">
            <a:extLst>
              <a:ext uri="{FF2B5EF4-FFF2-40B4-BE49-F238E27FC236}">
                <a16:creationId xmlns:a16="http://schemas.microsoft.com/office/drawing/2014/main" id="{4B83A27B-E538-482D-992B-59498F668F63}"/>
              </a:ext>
            </a:extLst>
          </p:cNvPr>
          <p:cNvPicPr>
            <a:picLocks noChangeAspect="1"/>
          </p:cNvPicPr>
          <p:nvPr/>
        </p:nvPicPr>
        <p:blipFill rotWithShape="1">
          <a:blip r:embed="rId3"/>
          <a:srcRect l="32992" t="31384" r="8819" b="60553"/>
          <a:stretch/>
        </p:blipFill>
        <p:spPr>
          <a:xfrm>
            <a:off x="867730" y="2562955"/>
            <a:ext cx="7364557" cy="483466"/>
          </a:xfrm>
          <a:prstGeom prst="rect">
            <a:avLst/>
          </a:prstGeom>
        </p:spPr>
      </p:pic>
      <p:sp>
        <p:nvSpPr>
          <p:cNvPr id="46" name="四角形: 角を丸くする 45">
            <a:extLst>
              <a:ext uri="{FF2B5EF4-FFF2-40B4-BE49-F238E27FC236}">
                <a16:creationId xmlns:a16="http://schemas.microsoft.com/office/drawing/2014/main" id="{FCC9AA2B-548D-42C0-BDF0-07CD684F076C}"/>
              </a:ext>
            </a:extLst>
          </p:cNvPr>
          <p:cNvSpPr/>
          <p:nvPr/>
        </p:nvSpPr>
        <p:spPr bwMode="gray">
          <a:xfrm>
            <a:off x="820917" y="2476281"/>
            <a:ext cx="7505173" cy="622150"/>
          </a:xfrm>
          <a:prstGeom prst="roundRect">
            <a:avLst/>
          </a:prstGeom>
          <a:noFill/>
          <a:ln w="19050" cap="flat" cmpd="sng" algn="ctr">
            <a:solidFill>
              <a:srgbClr val="0070C0"/>
            </a:solidFill>
            <a:prstDash val="dash"/>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ctr" latinLnBrk="0" hangingPunct="1">
              <a:lnSpc>
                <a:spcPct val="100000"/>
              </a:lnSpc>
              <a:spcBef>
                <a:spcPct val="0"/>
              </a:spcBef>
              <a:spcAft>
                <a:spcPct val="0"/>
              </a:spcAft>
              <a:buClrTx/>
              <a:buSzTx/>
              <a:buFontTx/>
              <a:buNone/>
              <a:tabLst/>
            </a:pPr>
            <a:endParaRPr kumimoji="1" lang="ja-JP" altLang="en-US" sz="1600" b="0" i="0" u="none" strike="noStrike" cap="none" normalizeH="0" baseline="0" dirty="0">
              <a:ln>
                <a:noFill/>
              </a:ln>
              <a:effectLst/>
              <a:latin typeface="Meiryo UI" panose="020B0604030504040204" pitchFamily="50" charset="-128"/>
              <a:ea typeface="Meiryo UI" panose="020B0604030504040204" pitchFamily="50" charset="-128"/>
            </a:endParaRPr>
          </a:p>
        </p:txBody>
      </p:sp>
      <p:sp>
        <p:nvSpPr>
          <p:cNvPr id="47" name="コンテンツ プレースホルダー 2">
            <a:extLst>
              <a:ext uri="{FF2B5EF4-FFF2-40B4-BE49-F238E27FC236}">
                <a16:creationId xmlns:a16="http://schemas.microsoft.com/office/drawing/2014/main" id="{DEF4DF8E-0640-498C-9548-E1F77AC911BC}"/>
              </a:ext>
            </a:extLst>
          </p:cNvPr>
          <p:cNvSpPr txBox="1">
            <a:spLocks/>
          </p:cNvSpPr>
          <p:nvPr/>
        </p:nvSpPr>
        <p:spPr bwMode="gray">
          <a:xfrm>
            <a:off x="1627661" y="1907679"/>
            <a:ext cx="5966124" cy="254315"/>
          </a:xfrm>
          <a:prstGeom prst="rect">
            <a:avLst/>
          </a:prstGeom>
          <a:noFill/>
          <a:ln>
            <a:noFill/>
          </a:ln>
          <a:effectLst/>
        </p:spPr>
        <p:txBody>
          <a:bodyPr vert="horz" wrap="square" lIns="0" tIns="0" rIns="0" bIns="0" numCol="1" anchor="ctr" anchorCtr="0" compatLnSpc="1">
            <a:prstTxWarp prst="textNoShape">
              <a:avLst/>
            </a:prstTxWarp>
          </a:bodyPr>
          <a:lstStyle>
            <a:lvl1pPr marL="266700" indent="-266700" algn="l" defTabSz="809625" rtl="0" eaLnBrk="0" fontAlgn="ctr" hangingPunct="0">
              <a:lnSpc>
                <a:spcPct val="110000"/>
              </a:lnSpc>
              <a:spcBef>
                <a:spcPct val="20000"/>
              </a:spcBef>
              <a:spcAft>
                <a:spcPct val="10000"/>
              </a:spcAft>
              <a:buClr>
                <a:srgbClr val="C80202"/>
              </a:buClr>
              <a:buFont typeface="Wingdings" pitchFamily="2" charset="2"/>
              <a:buChar char="n"/>
              <a:defRPr kumimoji="1" sz="2000">
                <a:solidFill>
                  <a:schemeClr val="tx1"/>
                </a:solidFill>
                <a:latin typeface="メイリオ" panose="020B0604030504040204" pitchFamily="50" charset="-128"/>
                <a:ea typeface="メイリオ" panose="020B0604030504040204" pitchFamily="50" charset="-128"/>
                <a:cs typeface="メイリオ" panose="020B0604030504040204" pitchFamily="50" charset="-128"/>
              </a:defRPr>
            </a:lvl1pPr>
            <a:lvl2pPr marL="514350" indent="-246063" algn="l" defTabSz="809625" rtl="0" eaLnBrk="0" fontAlgn="ctr" hangingPunct="0">
              <a:lnSpc>
                <a:spcPct val="110000"/>
              </a:lnSpc>
              <a:spcBef>
                <a:spcPct val="20000"/>
              </a:spcBef>
              <a:spcAft>
                <a:spcPct val="10000"/>
              </a:spcAft>
              <a:buClr>
                <a:srgbClr val="87867E"/>
              </a:buClr>
              <a:buFont typeface="Wingdings" pitchFamily="2" charset="2"/>
              <a:buChar char="n"/>
              <a:defRPr kumimoji="1" sz="1600">
                <a:solidFill>
                  <a:schemeClr val="tx1"/>
                </a:solidFill>
                <a:latin typeface="メイリオ" panose="020B0604030504040204" pitchFamily="50" charset="-128"/>
                <a:ea typeface="メイリオ" panose="020B0604030504040204" pitchFamily="50" charset="-128"/>
                <a:cs typeface="メイリオ" panose="020B0604030504040204" pitchFamily="50" charset="-128"/>
              </a:defRPr>
            </a:lvl2pPr>
            <a:lvl3pPr marL="536575" indent="377825" algn="l" defTabSz="809625" rtl="0" eaLnBrk="0" fontAlgn="ctr" hangingPunct="0">
              <a:lnSpc>
                <a:spcPct val="110000"/>
              </a:lnSpc>
              <a:spcBef>
                <a:spcPct val="20000"/>
              </a:spcBef>
              <a:spcAft>
                <a:spcPct val="10000"/>
              </a:spcAft>
              <a:buClr>
                <a:srgbClr val="808080"/>
              </a:buClr>
              <a:buFont typeface="Wingdings" pitchFamily="2" charset="2"/>
              <a:defRPr kumimoji="1" sz="1600">
                <a:solidFill>
                  <a:schemeClr val="tx1"/>
                </a:solidFill>
                <a:latin typeface="FUJI-新ゴ R" pitchFamily="50" charset="-128"/>
                <a:ea typeface="FUJI-新ゴ R" pitchFamily="50" charset="-128"/>
                <a:cs typeface="Meiryo UI" pitchFamily="50" charset="-128"/>
              </a:defRPr>
            </a:lvl3pPr>
            <a:lvl4pPr marL="717550" indent="-136525" algn="l" defTabSz="809625" rtl="0" eaLnBrk="0" fontAlgn="base" hangingPunct="0">
              <a:lnSpc>
                <a:spcPct val="110000"/>
              </a:lnSpc>
              <a:spcBef>
                <a:spcPct val="20000"/>
              </a:spcBef>
              <a:spcAft>
                <a:spcPct val="10000"/>
              </a:spcAft>
              <a:buClr>
                <a:srgbClr val="87867E"/>
              </a:buClr>
              <a:buSzPct val="50000"/>
              <a:buFont typeface="Wingdings" pitchFamily="2" charset="2"/>
              <a:buChar char="l"/>
              <a:defRPr kumimoji="1" sz="1400">
                <a:solidFill>
                  <a:schemeClr val="tx1"/>
                </a:solidFill>
                <a:latin typeface="FUJI-新ゴ R" pitchFamily="50" charset="-128"/>
                <a:ea typeface="FUJI-新ゴ R" pitchFamily="50" charset="-128"/>
                <a:cs typeface="Meiryo UI" pitchFamily="50" charset="-128"/>
              </a:defRPr>
            </a:lvl4pPr>
            <a:lvl5pPr marL="2057400" indent="-228600" algn="l" defTabSz="809625" rtl="0" eaLnBrk="0" fontAlgn="base" hangingPunct="0">
              <a:spcBef>
                <a:spcPct val="20000"/>
              </a:spcBef>
              <a:spcAft>
                <a:spcPct val="0"/>
              </a:spcAft>
              <a:buChar char="»"/>
              <a:defRPr kumimoji="1" sz="2000">
                <a:solidFill>
                  <a:schemeClr val="tx1"/>
                </a:solidFill>
                <a:latin typeface="FUJI-新ゴ R" panose="020B0400000000000000" pitchFamily="50" charset="-128"/>
                <a:ea typeface="FUJI-新ゴ R" panose="020B0400000000000000" pitchFamily="50" charset="-128"/>
                <a:cs typeface="ＭＳ Ｐゴシック" pitchFamily="50" charset="-128"/>
              </a:defRPr>
            </a:lvl5pPr>
            <a:lvl6pPr marL="2514600" indent="-228600" algn="l" defTabSz="809625" rtl="0" fontAlgn="base">
              <a:spcBef>
                <a:spcPct val="20000"/>
              </a:spcBef>
              <a:spcAft>
                <a:spcPct val="0"/>
              </a:spcAft>
              <a:buChar char="»"/>
              <a:defRPr kumimoji="1" sz="2000">
                <a:solidFill>
                  <a:schemeClr val="tx1"/>
                </a:solidFill>
                <a:latin typeface="+mn-lt"/>
                <a:ea typeface="+mn-ea"/>
              </a:defRPr>
            </a:lvl6pPr>
            <a:lvl7pPr marL="2971800" indent="-228600" algn="l" defTabSz="809625" rtl="0" fontAlgn="base">
              <a:spcBef>
                <a:spcPct val="20000"/>
              </a:spcBef>
              <a:spcAft>
                <a:spcPct val="0"/>
              </a:spcAft>
              <a:buChar char="»"/>
              <a:defRPr kumimoji="1" sz="2000">
                <a:solidFill>
                  <a:schemeClr val="tx1"/>
                </a:solidFill>
                <a:latin typeface="+mn-lt"/>
                <a:ea typeface="+mn-ea"/>
              </a:defRPr>
            </a:lvl7pPr>
            <a:lvl8pPr marL="3429000" indent="-228600" algn="l" defTabSz="809625" rtl="0" fontAlgn="base">
              <a:spcBef>
                <a:spcPct val="20000"/>
              </a:spcBef>
              <a:spcAft>
                <a:spcPct val="0"/>
              </a:spcAft>
              <a:buChar char="»"/>
              <a:defRPr kumimoji="1" sz="2000">
                <a:solidFill>
                  <a:schemeClr val="tx1"/>
                </a:solidFill>
                <a:latin typeface="+mn-lt"/>
                <a:ea typeface="+mn-ea"/>
              </a:defRPr>
            </a:lvl8pPr>
            <a:lvl9pPr marL="3886200" indent="-228600" algn="l" defTabSz="809625" rtl="0" fontAlgn="base">
              <a:spcBef>
                <a:spcPct val="20000"/>
              </a:spcBef>
              <a:spcAft>
                <a:spcPct val="0"/>
              </a:spcAft>
              <a:buChar char="»"/>
              <a:defRPr kumimoji="1" sz="2000">
                <a:solidFill>
                  <a:schemeClr val="tx1"/>
                </a:solidFill>
                <a:latin typeface="+mn-lt"/>
                <a:ea typeface="+mn-ea"/>
              </a:defRPr>
            </a:lvl9pPr>
          </a:lstStyle>
          <a:p>
            <a:pPr marL="0" indent="0">
              <a:buNone/>
            </a:pPr>
            <a:r>
              <a:rPr lang="ja-JP" altLang="en-US" sz="1400" kern="0" dirty="0">
                <a:latin typeface="Meiryo UI" panose="020B0604030504040204" pitchFamily="50" charset="-128"/>
                <a:ea typeface="Meiryo UI" panose="020B0604030504040204" pitchFamily="50" charset="-128"/>
              </a:rPr>
              <a:t>①記載内容を確認</a:t>
            </a:r>
            <a:endParaRPr lang="en-US" altLang="ja-JP" sz="1400" kern="0" dirty="0">
              <a:latin typeface="Meiryo UI" panose="020B0604030504040204" pitchFamily="50" charset="-128"/>
              <a:ea typeface="Meiryo UI" panose="020B0604030504040204" pitchFamily="50" charset="-128"/>
            </a:endParaRPr>
          </a:p>
        </p:txBody>
      </p:sp>
      <p:sp>
        <p:nvSpPr>
          <p:cNvPr id="48" name="矢印: 下 47">
            <a:extLst>
              <a:ext uri="{FF2B5EF4-FFF2-40B4-BE49-F238E27FC236}">
                <a16:creationId xmlns:a16="http://schemas.microsoft.com/office/drawing/2014/main" id="{DEC83430-7AE3-49F5-BF5A-A6FED8A0C1A7}"/>
              </a:ext>
            </a:extLst>
          </p:cNvPr>
          <p:cNvSpPr/>
          <p:nvPr/>
        </p:nvSpPr>
        <p:spPr bwMode="gray">
          <a:xfrm>
            <a:off x="1163297" y="1820729"/>
            <a:ext cx="375687" cy="638837"/>
          </a:xfrm>
          <a:prstGeom prst="downArrow">
            <a:avLst/>
          </a:prstGeom>
          <a:solidFill>
            <a:srgbClr val="0070C0"/>
          </a:solidFill>
          <a:ln w="9525"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ctr" latinLnBrk="0" hangingPunct="1">
              <a:lnSpc>
                <a:spcPct val="100000"/>
              </a:lnSpc>
              <a:spcBef>
                <a:spcPct val="0"/>
              </a:spcBef>
              <a:spcAft>
                <a:spcPct val="0"/>
              </a:spcAft>
              <a:buClrTx/>
              <a:buSzTx/>
              <a:buFontTx/>
              <a:buNone/>
              <a:tabLst/>
            </a:pPr>
            <a:endParaRPr kumimoji="1" lang="ja-JP" altLang="en-US" sz="1600" b="0" i="0" u="none" strike="noStrike" cap="none" normalizeH="0" baseline="0" dirty="0">
              <a:ln>
                <a:noFill/>
              </a:ln>
              <a:effectLst/>
              <a:latin typeface="Meiryo UI" panose="020B0604030504040204" pitchFamily="50" charset="-128"/>
              <a:ea typeface="Meiryo UI" panose="020B0604030504040204" pitchFamily="50" charset="-128"/>
            </a:endParaRPr>
          </a:p>
        </p:txBody>
      </p:sp>
      <p:sp>
        <p:nvSpPr>
          <p:cNvPr id="49" name="コンテンツ プレースホルダー 2">
            <a:extLst>
              <a:ext uri="{FF2B5EF4-FFF2-40B4-BE49-F238E27FC236}">
                <a16:creationId xmlns:a16="http://schemas.microsoft.com/office/drawing/2014/main" id="{A942E055-FDD3-485E-853F-8E396B2AC3E3}"/>
              </a:ext>
            </a:extLst>
          </p:cNvPr>
          <p:cNvSpPr txBox="1">
            <a:spLocks/>
          </p:cNvSpPr>
          <p:nvPr/>
        </p:nvSpPr>
        <p:spPr bwMode="gray">
          <a:xfrm>
            <a:off x="1639192" y="3255901"/>
            <a:ext cx="6564754" cy="254315"/>
          </a:xfrm>
          <a:prstGeom prst="rect">
            <a:avLst/>
          </a:prstGeom>
          <a:noFill/>
          <a:ln>
            <a:noFill/>
          </a:ln>
          <a:effectLst/>
        </p:spPr>
        <p:txBody>
          <a:bodyPr vert="horz" wrap="square" lIns="0" tIns="0" rIns="0" bIns="0" numCol="1" anchor="ctr" anchorCtr="0" compatLnSpc="1">
            <a:prstTxWarp prst="textNoShape">
              <a:avLst/>
            </a:prstTxWarp>
          </a:bodyPr>
          <a:lstStyle>
            <a:lvl1pPr marL="266700" indent="-266700" algn="l" defTabSz="809625" rtl="0" eaLnBrk="0" fontAlgn="ctr" hangingPunct="0">
              <a:lnSpc>
                <a:spcPct val="110000"/>
              </a:lnSpc>
              <a:spcBef>
                <a:spcPct val="20000"/>
              </a:spcBef>
              <a:spcAft>
                <a:spcPct val="10000"/>
              </a:spcAft>
              <a:buClr>
                <a:srgbClr val="C80202"/>
              </a:buClr>
              <a:buFont typeface="Wingdings" pitchFamily="2" charset="2"/>
              <a:buChar char="n"/>
              <a:defRPr kumimoji="1" sz="2000">
                <a:solidFill>
                  <a:schemeClr val="tx1"/>
                </a:solidFill>
                <a:latin typeface="メイリオ" panose="020B0604030504040204" pitchFamily="50" charset="-128"/>
                <a:ea typeface="メイリオ" panose="020B0604030504040204" pitchFamily="50" charset="-128"/>
                <a:cs typeface="メイリオ" panose="020B0604030504040204" pitchFamily="50" charset="-128"/>
              </a:defRPr>
            </a:lvl1pPr>
            <a:lvl2pPr marL="514350" indent="-246063" algn="l" defTabSz="809625" rtl="0" eaLnBrk="0" fontAlgn="ctr" hangingPunct="0">
              <a:lnSpc>
                <a:spcPct val="110000"/>
              </a:lnSpc>
              <a:spcBef>
                <a:spcPct val="20000"/>
              </a:spcBef>
              <a:spcAft>
                <a:spcPct val="10000"/>
              </a:spcAft>
              <a:buClr>
                <a:srgbClr val="87867E"/>
              </a:buClr>
              <a:buFont typeface="Wingdings" pitchFamily="2" charset="2"/>
              <a:buChar char="n"/>
              <a:defRPr kumimoji="1" sz="1600">
                <a:solidFill>
                  <a:schemeClr val="tx1"/>
                </a:solidFill>
                <a:latin typeface="メイリオ" panose="020B0604030504040204" pitchFamily="50" charset="-128"/>
                <a:ea typeface="メイリオ" panose="020B0604030504040204" pitchFamily="50" charset="-128"/>
                <a:cs typeface="メイリオ" panose="020B0604030504040204" pitchFamily="50" charset="-128"/>
              </a:defRPr>
            </a:lvl2pPr>
            <a:lvl3pPr marL="536575" indent="377825" algn="l" defTabSz="809625" rtl="0" eaLnBrk="0" fontAlgn="ctr" hangingPunct="0">
              <a:lnSpc>
                <a:spcPct val="110000"/>
              </a:lnSpc>
              <a:spcBef>
                <a:spcPct val="20000"/>
              </a:spcBef>
              <a:spcAft>
                <a:spcPct val="10000"/>
              </a:spcAft>
              <a:buClr>
                <a:srgbClr val="808080"/>
              </a:buClr>
              <a:buFont typeface="Wingdings" pitchFamily="2" charset="2"/>
              <a:defRPr kumimoji="1" sz="1600">
                <a:solidFill>
                  <a:schemeClr val="tx1"/>
                </a:solidFill>
                <a:latin typeface="FUJI-新ゴ R" pitchFamily="50" charset="-128"/>
                <a:ea typeface="FUJI-新ゴ R" pitchFamily="50" charset="-128"/>
                <a:cs typeface="Meiryo UI" pitchFamily="50" charset="-128"/>
              </a:defRPr>
            </a:lvl3pPr>
            <a:lvl4pPr marL="717550" indent="-136525" algn="l" defTabSz="809625" rtl="0" eaLnBrk="0" fontAlgn="base" hangingPunct="0">
              <a:lnSpc>
                <a:spcPct val="110000"/>
              </a:lnSpc>
              <a:spcBef>
                <a:spcPct val="20000"/>
              </a:spcBef>
              <a:spcAft>
                <a:spcPct val="10000"/>
              </a:spcAft>
              <a:buClr>
                <a:srgbClr val="87867E"/>
              </a:buClr>
              <a:buSzPct val="50000"/>
              <a:buFont typeface="Wingdings" pitchFamily="2" charset="2"/>
              <a:buChar char="l"/>
              <a:defRPr kumimoji="1" sz="1400">
                <a:solidFill>
                  <a:schemeClr val="tx1"/>
                </a:solidFill>
                <a:latin typeface="FUJI-新ゴ R" pitchFamily="50" charset="-128"/>
                <a:ea typeface="FUJI-新ゴ R" pitchFamily="50" charset="-128"/>
                <a:cs typeface="Meiryo UI" pitchFamily="50" charset="-128"/>
              </a:defRPr>
            </a:lvl4pPr>
            <a:lvl5pPr marL="2057400" indent="-228600" algn="l" defTabSz="809625" rtl="0" eaLnBrk="0" fontAlgn="base" hangingPunct="0">
              <a:spcBef>
                <a:spcPct val="20000"/>
              </a:spcBef>
              <a:spcAft>
                <a:spcPct val="0"/>
              </a:spcAft>
              <a:buChar char="»"/>
              <a:defRPr kumimoji="1" sz="2000">
                <a:solidFill>
                  <a:schemeClr val="tx1"/>
                </a:solidFill>
                <a:latin typeface="FUJI-新ゴ R" panose="020B0400000000000000" pitchFamily="50" charset="-128"/>
                <a:ea typeface="FUJI-新ゴ R" panose="020B0400000000000000" pitchFamily="50" charset="-128"/>
                <a:cs typeface="ＭＳ Ｐゴシック" pitchFamily="50" charset="-128"/>
              </a:defRPr>
            </a:lvl5pPr>
            <a:lvl6pPr marL="2514600" indent="-228600" algn="l" defTabSz="809625" rtl="0" fontAlgn="base">
              <a:spcBef>
                <a:spcPct val="20000"/>
              </a:spcBef>
              <a:spcAft>
                <a:spcPct val="0"/>
              </a:spcAft>
              <a:buChar char="»"/>
              <a:defRPr kumimoji="1" sz="2000">
                <a:solidFill>
                  <a:schemeClr val="tx1"/>
                </a:solidFill>
                <a:latin typeface="+mn-lt"/>
                <a:ea typeface="+mn-ea"/>
              </a:defRPr>
            </a:lvl6pPr>
            <a:lvl7pPr marL="2971800" indent="-228600" algn="l" defTabSz="809625" rtl="0" fontAlgn="base">
              <a:spcBef>
                <a:spcPct val="20000"/>
              </a:spcBef>
              <a:spcAft>
                <a:spcPct val="0"/>
              </a:spcAft>
              <a:buChar char="»"/>
              <a:defRPr kumimoji="1" sz="2000">
                <a:solidFill>
                  <a:schemeClr val="tx1"/>
                </a:solidFill>
                <a:latin typeface="+mn-lt"/>
                <a:ea typeface="+mn-ea"/>
              </a:defRPr>
            </a:lvl7pPr>
            <a:lvl8pPr marL="3429000" indent="-228600" algn="l" defTabSz="809625" rtl="0" fontAlgn="base">
              <a:spcBef>
                <a:spcPct val="20000"/>
              </a:spcBef>
              <a:spcAft>
                <a:spcPct val="0"/>
              </a:spcAft>
              <a:buChar char="»"/>
              <a:defRPr kumimoji="1" sz="2000">
                <a:solidFill>
                  <a:schemeClr val="tx1"/>
                </a:solidFill>
                <a:latin typeface="+mn-lt"/>
                <a:ea typeface="+mn-ea"/>
              </a:defRPr>
            </a:lvl8pPr>
            <a:lvl9pPr marL="3886200" indent="-228600" algn="l" defTabSz="809625" rtl="0" fontAlgn="base">
              <a:spcBef>
                <a:spcPct val="20000"/>
              </a:spcBef>
              <a:spcAft>
                <a:spcPct val="0"/>
              </a:spcAft>
              <a:buChar char="»"/>
              <a:defRPr kumimoji="1" sz="2000">
                <a:solidFill>
                  <a:schemeClr val="tx1"/>
                </a:solidFill>
                <a:latin typeface="+mn-lt"/>
                <a:ea typeface="+mn-ea"/>
              </a:defRPr>
            </a:lvl9pPr>
          </a:lstStyle>
          <a:p>
            <a:pPr marL="0" indent="0">
              <a:buNone/>
            </a:pPr>
            <a:r>
              <a:rPr lang="ja-JP" altLang="en-US" sz="1400" kern="0" dirty="0">
                <a:latin typeface="Meiryo UI" panose="020B0604030504040204" pitchFamily="50" charset="-128"/>
                <a:ea typeface="Meiryo UI" panose="020B0604030504040204" pitchFamily="50" charset="-128"/>
              </a:rPr>
              <a:t>②次期リリース</a:t>
            </a:r>
            <a:r>
              <a:rPr lang="en-US" altLang="ja-JP" sz="1400" kern="0" dirty="0">
                <a:latin typeface="Meiryo UI" panose="020B0604030504040204" pitchFamily="50" charset="-128"/>
                <a:ea typeface="Meiryo UI" panose="020B0604030504040204" pitchFamily="50" charset="-128"/>
              </a:rPr>
              <a:t>Activate</a:t>
            </a:r>
            <a:r>
              <a:rPr lang="ja-JP" altLang="en-US" sz="1400" kern="0" dirty="0">
                <a:latin typeface="Meiryo UI" panose="020B0604030504040204" pitchFamily="50" charset="-128"/>
                <a:ea typeface="Meiryo UI" panose="020B0604030504040204" pitchFamily="50" charset="-128"/>
              </a:rPr>
              <a:t>の更新対象として、</a:t>
            </a:r>
            <a:r>
              <a:rPr lang="en-US" altLang="ja-JP" sz="1400" kern="0" dirty="0">
                <a:latin typeface="Meiryo UI" panose="020B0604030504040204" pitchFamily="50" charset="-128"/>
                <a:ea typeface="Meiryo UI" panose="020B0604030504040204" pitchFamily="50" charset="-128"/>
              </a:rPr>
              <a:t>”</a:t>
            </a:r>
            <a:r>
              <a:rPr lang="ja-JP" altLang="en-US" sz="1400" kern="0" dirty="0">
                <a:latin typeface="Meiryo UI" panose="020B0604030504040204" pitchFamily="50" charset="-128"/>
                <a:ea typeface="Meiryo UI" panose="020B0604030504040204" pitchFamily="50" charset="-128"/>
              </a:rPr>
              <a:t>承認</a:t>
            </a:r>
            <a:r>
              <a:rPr lang="en-US" altLang="ja-JP" sz="1400" kern="0" dirty="0">
                <a:latin typeface="Meiryo UI" panose="020B0604030504040204" pitchFamily="50" charset="-128"/>
                <a:ea typeface="Meiryo UI" panose="020B0604030504040204" pitchFamily="50" charset="-128"/>
              </a:rPr>
              <a:t>”</a:t>
            </a:r>
            <a:r>
              <a:rPr lang="ja-JP" altLang="en-US" sz="1400" kern="0" dirty="0">
                <a:latin typeface="Meiryo UI" panose="020B0604030504040204" pitchFamily="50" charset="-128"/>
                <a:ea typeface="Meiryo UI" panose="020B0604030504040204" pitchFamily="50" charset="-128"/>
              </a:rPr>
              <a:t>・</a:t>
            </a:r>
            <a:r>
              <a:rPr lang="en-US" altLang="ja-JP" sz="1400" kern="0" dirty="0">
                <a:latin typeface="Meiryo UI" panose="020B0604030504040204" pitchFamily="50" charset="-128"/>
                <a:ea typeface="Meiryo UI" panose="020B0604030504040204" pitchFamily="50" charset="-128"/>
              </a:rPr>
              <a:t>”</a:t>
            </a:r>
            <a:r>
              <a:rPr lang="ja-JP" altLang="en-US" sz="1400" kern="0" dirty="0">
                <a:latin typeface="Meiryo UI" panose="020B0604030504040204" pitchFamily="50" charset="-128"/>
                <a:ea typeface="Meiryo UI" panose="020B0604030504040204" pitchFamily="50" charset="-128"/>
              </a:rPr>
              <a:t>保留</a:t>
            </a:r>
            <a:r>
              <a:rPr lang="en-US" altLang="ja-JP" sz="1400" kern="0" dirty="0">
                <a:latin typeface="Meiryo UI" panose="020B0604030504040204" pitchFamily="50" charset="-128"/>
                <a:ea typeface="Meiryo UI" panose="020B0604030504040204" pitchFamily="50" charset="-128"/>
              </a:rPr>
              <a:t>”</a:t>
            </a:r>
            <a:r>
              <a:rPr lang="ja-JP" altLang="en-US" sz="1400" kern="0" dirty="0">
                <a:latin typeface="Meiryo UI" panose="020B0604030504040204" pitchFamily="50" charset="-128"/>
                <a:ea typeface="Meiryo UI" panose="020B0604030504040204" pitchFamily="50" charset="-128"/>
              </a:rPr>
              <a:t>・“却下”を記載</a:t>
            </a:r>
            <a:endParaRPr lang="en-US" altLang="ja-JP" sz="1400" kern="0" dirty="0">
              <a:latin typeface="Meiryo UI" panose="020B0604030504040204" pitchFamily="50" charset="-128"/>
              <a:ea typeface="Meiryo UI" panose="020B0604030504040204" pitchFamily="50" charset="-128"/>
            </a:endParaRPr>
          </a:p>
        </p:txBody>
      </p:sp>
      <p:sp>
        <p:nvSpPr>
          <p:cNvPr id="50" name="コンテンツ プレースホルダー 2">
            <a:extLst>
              <a:ext uri="{FF2B5EF4-FFF2-40B4-BE49-F238E27FC236}">
                <a16:creationId xmlns:a16="http://schemas.microsoft.com/office/drawing/2014/main" id="{18B66C18-A849-4A1C-95E5-C85C72349823}"/>
              </a:ext>
            </a:extLst>
          </p:cNvPr>
          <p:cNvSpPr txBox="1">
            <a:spLocks/>
          </p:cNvSpPr>
          <p:nvPr/>
        </p:nvSpPr>
        <p:spPr bwMode="gray">
          <a:xfrm>
            <a:off x="3347864" y="776875"/>
            <a:ext cx="5112568" cy="254315"/>
          </a:xfrm>
          <a:prstGeom prst="rect">
            <a:avLst/>
          </a:prstGeom>
          <a:noFill/>
          <a:ln>
            <a:noFill/>
          </a:ln>
          <a:effectLst/>
        </p:spPr>
        <p:txBody>
          <a:bodyPr vert="horz" wrap="square" lIns="0" tIns="0" rIns="0" bIns="0" numCol="1" anchor="ctr" anchorCtr="0" compatLnSpc="1">
            <a:prstTxWarp prst="textNoShape">
              <a:avLst/>
            </a:prstTxWarp>
          </a:bodyPr>
          <a:lstStyle>
            <a:lvl1pPr marL="266700" indent="-266700" algn="l" defTabSz="809625" rtl="0" eaLnBrk="0" fontAlgn="ctr" hangingPunct="0">
              <a:lnSpc>
                <a:spcPct val="110000"/>
              </a:lnSpc>
              <a:spcBef>
                <a:spcPct val="20000"/>
              </a:spcBef>
              <a:spcAft>
                <a:spcPct val="10000"/>
              </a:spcAft>
              <a:buClr>
                <a:srgbClr val="C80202"/>
              </a:buClr>
              <a:buFont typeface="Wingdings" pitchFamily="2" charset="2"/>
              <a:buChar char="n"/>
              <a:defRPr kumimoji="1" sz="2000">
                <a:solidFill>
                  <a:schemeClr val="tx1"/>
                </a:solidFill>
                <a:latin typeface="メイリオ" panose="020B0604030504040204" pitchFamily="50" charset="-128"/>
                <a:ea typeface="メイリオ" panose="020B0604030504040204" pitchFamily="50" charset="-128"/>
                <a:cs typeface="メイリオ" panose="020B0604030504040204" pitchFamily="50" charset="-128"/>
              </a:defRPr>
            </a:lvl1pPr>
            <a:lvl2pPr marL="514350" indent="-246063" algn="l" defTabSz="809625" rtl="0" eaLnBrk="0" fontAlgn="ctr" hangingPunct="0">
              <a:lnSpc>
                <a:spcPct val="110000"/>
              </a:lnSpc>
              <a:spcBef>
                <a:spcPct val="20000"/>
              </a:spcBef>
              <a:spcAft>
                <a:spcPct val="10000"/>
              </a:spcAft>
              <a:buClr>
                <a:srgbClr val="87867E"/>
              </a:buClr>
              <a:buFont typeface="Wingdings" pitchFamily="2" charset="2"/>
              <a:buChar char="n"/>
              <a:defRPr kumimoji="1" sz="1600">
                <a:solidFill>
                  <a:schemeClr val="tx1"/>
                </a:solidFill>
                <a:latin typeface="メイリオ" panose="020B0604030504040204" pitchFamily="50" charset="-128"/>
                <a:ea typeface="メイリオ" panose="020B0604030504040204" pitchFamily="50" charset="-128"/>
                <a:cs typeface="メイリオ" panose="020B0604030504040204" pitchFamily="50" charset="-128"/>
              </a:defRPr>
            </a:lvl2pPr>
            <a:lvl3pPr marL="536575" indent="377825" algn="l" defTabSz="809625" rtl="0" eaLnBrk="0" fontAlgn="ctr" hangingPunct="0">
              <a:lnSpc>
                <a:spcPct val="110000"/>
              </a:lnSpc>
              <a:spcBef>
                <a:spcPct val="20000"/>
              </a:spcBef>
              <a:spcAft>
                <a:spcPct val="10000"/>
              </a:spcAft>
              <a:buClr>
                <a:srgbClr val="808080"/>
              </a:buClr>
              <a:buFont typeface="Wingdings" pitchFamily="2" charset="2"/>
              <a:defRPr kumimoji="1" sz="1600">
                <a:solidFill>
                  <a:schemeClr val="tx1"/>
                </a:solidFill>
                <a:latin typeface="FUJI-新ゴ R" pitchFamily="50" charset="-128"/>
                <a:ea typeface="FUJI-新ゴ R" pitchFamily="50" charset="-128"/>
                <a:cs typeface="Meiryo UI" pitchFamily="50" charset="-128"/>
              </a:defRPr>
            </a:lvl3pPr>
            <a:lvl4pPr marL="717550" indent="-136525" algn="l" defTabSz="809625" rtl="0" eaLnBrk="0" fontAlgn="base" hangingPunct="0">
              <a:lnSpc>
                <a:spcPct val="110000"/>
              </a:lnSpc>
              <a:spcBef>
                <a:spcPct val="20000"/>
              </a:spcBef>
              <a:spcAft>
                <a:spcPct val="10000"/>
              </a:spcAft>
              <a:buClr>
                <a:srgbClr val="87867E"/>
              </a:buClr>
              <a:buSzPct val="50000"/>
              <a:buFont typeface="Wingdings" pitchFamily="2" charset="2"/>
              <a:buChar char="l"/>
              <a:defRPr kumimoji="1" sz="1400">
                <a:solidFill>
                  <a:schemeClr val="tx1"/>
                </a:solidFill>
                <a:latin typeface="FUJI-新ゴ R" pitchFamily="50" charset="-128"/>
                <a:ea typeface="FUJI-新ゴ R" pitchFamily="50" charset="-128"/>
                <a:cs typeface="Meiryo UI" pitchFamily="50" charset="-128"/>
              </a:defRPr>
            </a:lvl4pPr>
            <a:lvl5pPr marL="2057400" indent="-228600" algn="l" defTabSz="809625" rtl="0" eaLnBrk="0" fontAlgn="base" hangingPunct="0">
              <a:spcBef>
                <a:spcPct val="20000"/>
              </a:spcBef>
              <a:spcAft>
                <a:spcPct val="0"/>
              </a:spcAft>
              <a:buChar char="»"/>
              <a:defRPr kumimoji="1" sz="2000">
                <a:solidFill>
                  <a:schemeClr val="tx1"/>
                </a:solidFill>
                <a:latin typeface="FUJI-新ゴ R" panose="020B0400000000000000" pitchFamily="50" charset="-128"/>
                <a:ea typeface="FUJI-新ゴ R" panose="020B0400000000000000" pitchFamily="50" charset="-128"/>
                <a:cs typeface="ＭＳ Ｐゴシック" pitchFamily="50" charset="-128"/>
              </a:defRPr>
            </a:lvl5pPr>
            <a:lvl6pPr marL="2514600" indent="-228600" algn="l" defTabSz="809625" rtl="0" fontAlgn="base">
              <a:spcBef>
                <a:spcPct val="20000"/>
              </a:spcBef>
              <a:spcAft>
                <a:spcPct val="0"/>
              </a:spcAft>
              <a:buChar char="»"/>
              <a:defRPr kumimoji="1" sz="2000">
                <a:solidFill>
                  <a:schemeClr val="tx1"/>
                </a:solidFill>
                <a:latin typeface="+mn-lt"/>
                <a:ea typeface="+mn-ea"/>
              </a:defRPr>
            </a:lvl6pPr>
            <a:lvl7pPr marL="2971800" indent="-228600" algn="l" defTabSz="809625" rtl="0" fontAlgn="base">
              <a:spcBef>
                <a:spcPct val="20000"/>
              </a:spcBef>
              <a:spcAft>
                <a:spcPct val="0"/>
              </a:spcAft>
              <a:buChar char="»"/>
              <a:defRPr kumimoji="1" sz="2000">
                <a:solidFill>
                  <a:schemeClr val="tx1"/>
                </a:solidFill>
                <a:latin typeface="+mn-lt"/>
                <a:ea typeface="+mn-ea"/>
              </a:defRPr>
            </a:lvl7pPr>
            <a:lvl8pPr marL="3429000" indent="-228600" algn="l" defTabSz="809625" rtl="0" fontAlgn="base">
              <a:spcBef>
                <a:spcPct val="20000"/>
              </a:spcBef>
              <a:spcAft>
                <a:spcPct val="0"/>
              </a:spcAft>
              <a:buChar char="»"/>
              <a:defRPr kumimoji="1" sz="2000">
                <a:solidFill>
                  <a:schemeClr val="tx1"/>
                </a:solidFill>
                <a:latin typeface="+mn-lt"/>
                <a:ea typeface="+mn-ea"/>
              </a:defRPr>
            </a:lvl8pPr>
            <a:lvl9pPr marL="3886200" indent="-228600" algn="l" defTabSz="809625" rtl="0" fontAlgn="base">
              <a:spcBef>
                <a:spcPct val="20000"/>
              </a:spcBef>
              <a:spcAft>
                <a:spcPct val="0"/>
              </a:spcAft>
              <a:buChar char="»"/>
              <a:defRPr kumimoji="1" sz="2000">
                <a:solidFill>
                  <a:schemeClr val="tx1"/>
                </a:solidFill>
                <a:latin typeface="+mn-lt"/>
                <a:ea typeface="+mn-ea"/>
              </a:defRPr>
            </a:lvl9pPr>
          </a:lstStyle>
          <a:p>
            <a:pPr marL="0" indent="0">
              <a:buNone/>
            </a:pPr>
            <a:r>
              <a:rPr lang="ja-JP" altLang="en-US" sz="1600" b="1" kern="0" dirty="0">
                <a:latin typeface="Meiryo UI" panose="020B0604030504040204" pitchFamily="50" charset="-128"/>
                <a:ea typeface="Meiryo UI" panose="020B0604030504040204" pitchFamily="50" charset="-128"/>
              </a:rPr>
              <a:t>対象者：管理者</a:t>
            </a:r>
            <a:endParaRPr lang="en-US" altLang="ja-JP" sz="1600" b="1" kern="0" dirty="0">
              <a:latin typeface="Meiryo UI" panose="020B0604030504040204" pitchFamily="50" charset="-128"/>
              <a:ea typeface="Meiryo UI" panose="020B0604030504040204" pitchFamily="50" charset="-128"/>
            </a:endParaRPr>
          </a:p>
        </p:txBody>
      </p:sp>
      <p:pic>
        <p:nvPicPr>
          <p:cNvPr id="51" name="図 50">
            <a:extLst>
              <a:ext uri="{FF2B5EF4-FFF2-40B4-BE49-F238E27FC236}">
                <a16:creationId xmlns:a16="http://schemas.microsoft.com/office/drawing/2014/main" id="{9A9187D4-19F7-4E51-AC18-BF485447B467}"/>
              </a:ext>
            </a:extLst>
          </p:cNvPr>
          <p:cNvPicPr>
            <a:picLocks noChangeAspect="1"/>
          </p:cNvPicPr>
          <p:nvPr/>
        </p:nvPicPr>
        <p:blipFill rotWithShape="1">
          <a:blip r:embed="rId4"/>
          <a:srcRect l="8462" t="25161" r="9838" b="67603"/>
          <a:stretch/>
        </p:blipFill>
        <p:spPr>
          <a:xfrm>
            <a:off x="867730" y="1332943"/>
            <a:ext cx="7470686" cy="358086"/>
          </a:xfrm>
          <a:prstGeom prst="rect">
            <a:avLst/>
          </a:prstGeom>
        </p:spPr>
      </p:pic>
      <p:sp>
        <p:nvSpPr>
          <p:cNvPr id="6" name="スライド番号プレースホルダー 5">
            <a:extLst>
              <a:ext uri="{FF2B5EF4-FFF2-40B4-BE49-F238E27FC236}">
                <a16:creationId xmlns:a16="http://schemas.microsoft.com/office/drawing/2014/main" id="{9B7F7FA5-ADC6-44DA-AEC7-F85CAE046E36}"/>
              </a:ext>
            </a:extLst>
          </p:cNvPr>
          <p:cNvSpPr>
            <a:spLocks noGrp="1"/>
          </p:cNvSpPr>
          <p:nvPr>
            <p:ph type="sldNum" sz="quarter" idx="11"/>
          </p:nvPr>
        </p:nvSpPr>
        <p:spPr/>
        <p:txBody>
          <a:bodyPr/>
          <a:lstStyle/>
          <a:p>
            <a:fld id="{72E657AC-4808-49C2-85C9-9B8A09B04136}" type="slidenum">
              <a:rPr lang="de-DE" altLang="ja-JP" smtClean="0"/>
              <a:pPr/>
              <a:t>11</a:t>
            </a:fld>
            <a:endParaRPr lang="de-DE" altLang="ja-JP"/>
          </a:p>
        </p:txBody>
      </p:sp>
      <p:graphicFrame>
        <p:nvGraphicFramePr>
          <p:cNvPr id="15" name="表 2">
            <a:extLst>
              <a:ext uri="{FF2B5EF4-FFF2-40B4-BE49-F238E27FC236}">
                <a16:creationId xmlns:a16="http://schemas.microsoft.com/office/drawing/2014/main" id="{7EACFEE0-6951-4B43-BF0C-D52A502221AA}"/>
              </a:ext>
            </a:extLst>
          </p:cNvPr>
          <p:cNvGraphicFramePr>
            <a:graphicFrameLocks noGrp="1"/>
          </p:cNvGraphicFramePr>
          <p:nvPr>
            <p:extLst>
              <p:ext uri="{D42A27DB-BD31-4B8C-83A1-F6EECF244321}">
                <p14:modId xmlns:p14="http://schemas.microsoft.com/office/powerpoint/2010/main" val="3683147584"/>
              </p:ext>
            </p:extLst>
          </p:nvPr>
        </p:nvGraphicFramePr>
        <p:xfrm>
          <a:off x="868962" y="3738464"/>
          <a:ext cx="8014363" cy="376800"/>
        </p:xfrm>
        <a:graphic>
          <a:graphicData uri="http://schemas.openxmlformats.org/drawingml/2006/table">
            <a:tbl>
              <a:tblPr firstRow="1" bandRow="1">
                <a:tableStyleId>{00A15C55-8517-42AA-B614-E9B94910E393}</a:tableStyleId>
              </a:tblPr>
              <a:tblGrid>
                <a:gridCol w="1082213">
                  <a:extLst>
                    <a:ext uri="{9D8B030D-6E8A-4147-A177-3AD203B41FA5}">
                      <a16:colId xmlns:a16="http://schemas.microsoft.com/office/drawing/2014/main" val="4229135214"/>
                    </a:ext>
                  </a:extLst>
                </a:gridCol>
                <a:gridCol w="6932150">
                  <a:extLst>
                    <a:ext uri="{9D8B030D-6E8A-4147-A177-3AD203B41FA5}">
                      <a16:colId xmlns:a16="http://schemas.microsoft.com/office/drawing/2014/main" val="2607537423"/>
                    </a:ext>
                  </a:extLst>
                </a:gridCol>
              </a:tblGrid>
              <a:tr h="353288">
                <a:tc>
                  <a:txBody>
                    <a:bodyPr/>
                    <a:lstStyle/>
                    <a:p>
                      <a:pPr algn="ctr"/>
                      <a:r>
                        <a:rPr lang="ja-JP" altLang="en-US" sz="1000" b="1" kern="0" dirty="0">
                          <a:solidFill>
                            <a:srgbClr val="FFFFFF"/>
                          </a:solidFill>
                        </a:rPr>
                        <a:t>ドキュメント更新依頼台帳　</a:t>
                      </a:r>
                      <a:endParaRPr kumimoji="1" lang="ja-JP" altLang="en-US" sz="1000" b="1" dirty="0">
                        <a:solidFill>
                          <a:srgbClr val="FFFFFF"/>
                        </a:solidFill>
                        <a:latin typeface="Meiryo UI" panose="020B0604030504040204" pitchFamily="50" charset="-128"/>
                        <a:ea typeface="Meiryo UI" panose="020B0604030504040204" pitchFamily="50" charset="-128"/>
                      </a:endParaRPr>
                    </a:p>
                  </a:txBody>
                  <a:tcPr marL="72000" marR="72000" marT="36000" marB="36000" anchor="ctr"/>
                </a:tc>
                <a:tc>
                  <a:txBody>
                    <a:bodyPr/>
                    <a:lstStyle/>
                    <a:p>
                      <a:r>
                        <a:rPr lang="en-US" altLang="ja-JP" sz="800" dirty="0" err="1">
                          <a:latin typeface="Meiryo UI" panose="020B0604030504040204" pitchFamily="50" charset="-128"/>
                          <a:ea typeface="Meiryo UI" panose="020B0604030504040204" pitchFamily="50" charset="-128"/>
                        </a:rPr>
                        <a:t>jp_SAP</a:t>
                      </a:r>
                      <a:r>
                        <a:rPr lang="ja-JP" altLang="en-US" sz="800" dirty="0">
                          <a:latin typeface="Meiryo UI" panose="020B0604030504040204" pitchFamily="50" charset="-128"/>
                          <a:ea typeface="Meiryo UI" panose="020B0604030504040204" pitchFamily="50" charset="-128"/>
                        </a:rPr>
                        <a:t>デリバリナレッジマネジメント</a:t>
                      </a:r>
                      <a:r>
                        <a:rPr lang="en-US" altLang="ja-JP" sz="800" dirty="0">
                          <a:latin typeface="Meiryo UI" panose="020B0604030504040204" pitchFamily="50" charset="-128"/>
                          <a:ea typeface="Meiryo UI" panose="020B0604030504040204" pitchFamily="50" charset="-128"/>
                        </a:rPr>
                        <a:t>/21_Activate2.0</a:t>
                      </a:r>
                      <a:r>
                        <a:rPr lang="ja-JP" altLang="en-US" sz="800" dirty="0">
                          <a:latin typeface="Meiryo UI" panose="020B0604030504040204" pitchFamily="50" charset="-128"/>
                          <a:ea typeface="Meiryo UI" panose="020B0604030504040204" pitchFamily="50" charset="-128"/>
                        </a:rPr>
                        <a:t>構成管理</a:t>
                      </a:r>
                      <a:r>
                        <a:rPr lang="en-US" altLang="ja-JP" sz="800" dirty="0">
                          <a:latin typeface="Meiryo UI" panose="020B0604030504040204" pitchFamily="50" charset="-128"/>
                          <a:ea typeface="Meiryo UI" panose="020B0604030504040204" pitchFamily="50" charset="-128"/>
                        </a:rPr>
                        <a:t>(</a:t>
                      </a:r>
                      <a:r>
                        <a:rPr lang="ja-JP" altLang="en-US" sz="800" dirty="0">
                          <a:latin typeface="Meiryo UI" panose="020B0604030504040204" pitchFamily="50" charset="-128"/>
                          <a:ea typeface="Meiryo UI" panose="020B0604030504040204" pitchFamily="50" charset="-128"/>
                        </a:rPr>
                        <a:t>緊急依頼＆更新通知）</a:t>
                      </a:r>
                      <a:r>
                        <a:rPr lang="en-US" altLang="ja-JP" sz="800" dirty="0">
                          <a:latin typeface="Meiryo UI" panose="020B0604030504040204" pitchFamily="50" charset="-128"/>
                          <a:ea typeface="Meiryo UI" panose="020B0604030504040204" pitchFamily="50" charset="-128"/>
                        </a:rPr>
                        <a:t>/Activate3.0 </a:t>
                      </a:r>
                      <a:r>
                        <a:rPr lang="ja-JP" altLang="en-US" sz="800" dirty="0">
                          <a:latin typeface="Meiryo UI" panose="020B0604030504040204" pitchFamily="50" charset="-128"/>
                          <a:ea typeface="Meiryo UI" panose="020B0604030504040204" pitchFamily="50" charset="-128"/>
                        </a:rPr>
                        <a:t>ドキュメント更新依頼台帳</a:t>
                      </a:r>
                      <a:r>
                        <a:rPr lang="en-US" altLang="ja-JP" sz="800" dirty="0">
                          <a:latin typeface="Meiryo UI" panose="020B0604030504040204" pitchFamily="50" charset="-128"/>
                          <a:ea typeface="Meiryo UI" panose="020B0604030504040204" pitchFamily="50" charset="-128"/>
                        </a:rPr>
                        <a:t>_V3.0-00.xlsx</a:t>
                      </a:r>
                      <a:endParaRPr lang="ja-JP" altLang="en-US" sz="800" dirty="0">
                        <a:latin typeface="Meiryo UI" panose="020B0604030504040204" pitchFamily="50" charset="-128"/>
                        <a:ea typeface="Meiryo UI" panose="020B0604030504040204" pitchFamily="50" charset="-128"/>
                      </a:endParaRPr>
                    </a:p>
                    <a:p>
                      <a:r>
                        <a:rPr lang="en-US" altLang="ja-JP" sz="800" dirty="0">
                          <a:hlinkClick r:id="rId5" tooltip="https://fujitsu.sharepoint.com/:x:/r/teams/msteams_c8e71e/Shared%20Documents/21_Activate2.0%E6%A7%8B%E6%88%90%E7%AE%A1%E7%90%86(%E7%B7%8A%E6%80%A5%E4%BE%9D%E9%A0%BC%EF%BC%86%E6%9B%B4%E6%96%B0%E9%80%9A%E7%9F%A5%EF%BC%89/Activate3.0%20%E3%83%89%E3%82%AD%E3%83%A5%E3%83%A1%E3%83%B3%E3%83%88%E6%9B%B4%E6%96%B0%E4%BE%9D%E9%A0%BC%E5%8F%B0%E5%B8%B3_V3.0-00.xlsx?d=wd6e46dd7157943d4aa354db4a984d1a0&amp;csf=1&amp;web=1&amp;e=MMr1h3"/>
                        </a:rPr>
                        <a:t>Activate3.0 </a:t>
                      </a:r>
                      <a:r>
                        <a:rPr lang="ja-JP" altLang="en-US" sz="800" dirty="0">
                          <a:hlinkClick r:id="rId5" tooltip="https://fujitsu.sharepoint.com/:x:/r/teams/msteams_c8e71e/Shared%20Documents/21_Activate2.0%E6%A7%8B%E6%88%90%E7%AE%A1%E7%90%86(%E7%B7%8A%E6%80%A5%E4%BE%9D%E9%A0%BC%EF%BC%86%E6%9B%B4%E6%96%B0%E9%80%9A%E7%9F%A5%EF%BC%89/Activate3.0%20%E3%83%89%E3%82%AD%E3%83%A5%E3%83%A1%E3%83%B3%E3%83%88%E6%9B%B4%E6%96%B0%E4%BE%9D%E9%A0%BC%E5%8F%B0%E5%B8%B3_V3.0-00.xlsx?d=wd6e46dd7157943d4aa354db4a984d1a0&amp;csf=1&amp;web=1&amp;e=MMr1h3"/>
                        </a:rPr>
                        <a:t>ドキュメント更新依頼台帳</a:t>
                      </a:r>
                      <a:r>
                        <a:rPr lang="en-US" altLang="ja-JP" sz="800" dirty="0">
                          <a:hlinkClick r:id="rId5" tooltip="https://fujitsu.sharepoint.com/:x:/r/teams/msteams_c8e71e/Shared%20Documents/21_Activate2.0%E6%A7%8B%E6%88%90%E7%AE%A1%E7%90%86(%E7%B7%8A%E6%80%A5%E4%BE%9D%E9%A0%BC%EF%BC%86%E6%9B%B4%E6%96%B0%E9%80%9A%E7%9F%A5%EF%BC%89/Activate3.0%20%E3%83%89%E3%82%AD%E3%83%A5%E3%83%A1%E3%83%B3%E3%83%88%E6%9B%B4%E6%96%B0%E4%BE%9D%E9%A0%BC%E5%8F%B0%E5%B8%B3_V3.0-00.xlsx?d=wd6e46dd7157943d4aa354db4a984d1a0&amp;csf=1&amp;web=1&amp;e=MMr1h3"/>
                        </a:rPr>
                        <a:t>_V3.0-00.xlsx</a:t>
                      </a:r>
                      <a:endParaRPr lang="en-US" altLang="ja-JP" sz="800" dirty="0">
                        <a:latin typeface="Meiryo UI" panose="020B0604030504040204" pitchFamily="50" charset="-128"/>
                        <a:ea typeface="Meiryo UI" panose="020B0604030504040204" pitchFamily="50" charset="-128"/>
                      </a:endParaRPr>
                    </a:p>
                  </a:txBody>
                  <a:tcPr marL="72000" marR="72000" marT="36000" marB="36000" anchor="ctr"/>
                </a:tc>
                <a:extLst>
                  <a:ext uri="{0D108BD9-81ED-4DB2-BD59-A6C34878D82A}">
                    <a16:rowId xmlns:a16="http://schemas.microsoft.com/office/drawing/2014/main" val="2428502835"/>
                  </a:ext>
                </a:extLst>
              </a:tr>
            </a:tbl>
          </a:graphicData>
        </a:graphic>
      </p:graphicFrame>
    </p:spTree>
    <p:extLst>
      <p:ext uri="{BB962C8B-B14F-4D97-AF65-F5344CB8AC3E}">
        <p14:creationId xmlns:p14="http://schemas.microsoft.com/office/powerpoint/2010/main" val="3604944691"/>
      </p:ext>
    </p:extLst>
  </p:cSld>
  <p:clrMapOvr>
    <a:masterClrMapping/>
  </p:clrMapOvr>
  <p:transition advClick="0" advTm="10000"/>
</p:sld>
</file>

<file path=ppt/slides/slide1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35874" name="Rectangle 2"/>
          <p:cNvSpPr>
            <a:spLocks noGrp="1" noChangeArrowheads="1"/>
          </p:cNvSpPr>
          <p:nvPr>
            <p:ph type="title"/>
          </p:nvPr>
        </p:nvSpPr>
        <p:spPr/>
        <p:txBody>
          <a:bodyPr vert="horz" lIns="0" tIns="108000" rIns="0" bIns="0" rtlCol="0" anchor="ctr">
            <a:normAutofit fontScale="90000"/>
          </a:bodyPr>
          <a:lstStyle/>
          <a:p>
            <a:r>
              <a:rPr lang="zh-TW" altLang="en-US" sz="2800" dirty="0">
                <a:latin typeface="+mj-lt"/>
                <a:ea typeface="+mj-ea"/>
              </a:rPr>
              <a:t>構成管理実施手順</a:t>
            </a:r>
            <a:r>
              <a:rPr lang="ja-JP" altLang="en-US" sz="2800" dirty="0">
                <a:latin typeface="+mj-lt"/>
                <a:ea typeface="+mj-ea"/>
              </a:rPr>
              <a:t> </a:t>
            </a:r>
            <a:r>
              <a:rPr lang="en-US" altLang="ja-JP" sz="2800" dirty="0">
                <a:latin typeface="+mj-lt"/>
                <a:ea typeface="+mj-ea"/>
              </a:rPr>
              <a:t>-3</a:t>
            </a:r>
            <a:r>
              <a:rPr lang="en-US" altLang="ja-JP" sz="2800" b="1" kern="0" dirty="0">
                <a:solidFill>
                  <a:schemeClr val="bg1"/>
                </a:solidFill>
                <a:latin typeface="Meiryo UI" panose="020B0604030504040204" pitchFamily="50" charset="-128"/>
                <a:ea typeface="Meiryo UI" panose="020B0604030504040204" pitchFamily="50" charset="-128"/>
              </a:rPr>
              <a:t>.Activate</a:t>
            </a:r>
            <a:r>
              <a:rPr lang="ja-JP" altLang="en-US" sz="2800" b="1" kern="0" dirty="0">
                <a:solidFill>
                  <a:schemeClr val="bg1"/>
                </a:solidFill>
                <a:latin typeface="Meiryo UI" panose="020B0604030504040204" pitchFamily="50" charset="-128"/>
                <a:ea typeface="Meiryo UI" panose="020B0604030504040204" pitchFamily="50" charset="-128"/>
              </a:rPr>
              <a:t>更新（四半期）</a:t>
            </a:r>
            <a:r>
              <a:rPr lang="en-US" altLang="ja-JP" sz="2800" b="1" kern="0" dirty="0">
                <a:solidFill>
                  <a:schemeClr val="bg1"/>
                </a:solidFill>
                <a:latin typeface="Meiryo UI" panose="020B0604030504040204" pitchFamily="50" charset="-128"/>
                <a:ea typeface="Meiryo UI" panose="020B0604030504040204" pitchFamily="50" charset="-128"/>
              </a:rPr>
              <a:t>-</a:t>
            </a:r>
            <a:endParaRPr lang="en-US" altLang="ja-JP" sz="2800" dirty="0">
              <a:latin typeface="+mj-lt"/>
              <a:ea typeface="+mj-ea"/>
            </a:endParaRPr>
          </a:p>
        </p:txBody>
      </p:sp>
      <p:sp>
        <p:nvSpPr>
          <p:cNvPr id="15" name="コンテンツ プレースホルダー 2">
            <a:extLst>
              <a:ext uri="{FF2B5EF4-FFF2-40B4-BE49-F238E27FC236}">
                <a16:creationId xmlns:a16="http://schemas.microsoft.com/office/drawing/2014/main" id="{9406E921-6801-4E6C-96D2-CF2CF4DC807F}"/>
              </a:ext>
            </a:extLst>
          </p:cNvPr>
          <p:cNvSpPr txBox="1">
            <a:spLocks/>
          </p:cNvSpPr>
          <p:nvPr/>
        </p:nvSpPr>
        <p:spPr bwMode="gray">
          <a:xfrm>
            <a:off x="394130" y="749574"/>
            <a:ext cx="8345618" cy="254315"/>
          </a:xfrm>
          <a:prstGeom prst="rect">
            <a:avLst/>
          </a:prstGeom>
          <a:noFill/>
          <a:ln>
            <a:noFill/>
          </a:ln>
          <a:effectLst/>
        </p:spPr>
        <p:txBody>
          <a:bodyPr vert="horz" wrap="square" lIns="0" tIns="0" rIns="0" bIns="0" numCol="1" anchor="ctr" anchorCtr="0" compatLnSpc="1">
            <a:prstTxWarp prst="textNoShape">
              <a:avLst/>
            </a:prstTxWarp>
          </a:bodyPr>
          <a:lstStyle>
            <a:lvl1pPr marL="266700" indent="-266700" algn="l" defTabSz="809625" rtl="0" eaLnBrk="0" fontAlgn="ctr" hangingPunct="0">
              <a:lnSpc>
                <a:spcPct val="110000"/>
              </a:lnSpc>
              <a:spcBef>
                <a:spcPct val="20000"/>
              </a:spcBef>
              <a:spcAft>
                <a:spcPct val="10000"/>
              </a:spcAft>
              <a:buClr>
                <a:srgbClr val="C80202"/>
              </a:buClr>
              <a:buFont typeface="Wingdings" pitchFamily="2" charset="2"/>
              <a:buChar char="n"/>
              <a:defRPr kumimoji="1" sz="2000">
                <a:solidFill>
                  <a:schemeClr val="tx1"/>
                </a:solidFill>
                <a:latin typeface="メイリオ" panose="020B0604030504040204" pitchFamily="50" charset="-128"/>
                <a:ea typeface="メイリオ" panose="020B0604030504040204" pitchFamily="50" charset="-128"/>
                <a:cs typeface="メイリオ" panose="020B0604030504040204" pitchFamily="50" charset="-128"/>
              </a:defRPr>
            </a:lvl1pPr>
            <a:lvl2pPr marL="514350" indent="-246063" algn="l" defTabSz="809625" rtl="0" eaLnBrk="0" fontAlgn="ctr" hangingPunct="0">
              <a:lnSpc>
                <a:spcPct val="110000"/>
              </a:lnSpc>
              <a:spcBef>
                <a:spcPct val="20000"/>
              </a:spcBef>
              <a:spcAft>
                <a:spcPct val="10000"/>
              </a:spcAft>
              <a:buClr>
                <a:srgbClr val="87867E"/>
              </a:buClr>
              <a:buFont typeface="Wingdings" pitchFamily="2" charset="2"/>
              <a:buChar char="n"/>
              <a:defRPr kumimoji="1" sz="1600">
                <a:solidFill>
                  <a:schemeClr val="tx1"/>
                </a:solidFill>
                <a:latin typeface="メイリオ" panose="020B0604030504040204" pitchFamily="50" charset="-128"/>
                <a:ea typeface="メイリオ" panose="020B0604030504040204" pitchFamily="50" charset="-128"/>
                <a:cs typeface="メイリオ" panose="020B0604030504040204" pitchFamily="50" charset="-128"/>
              </a:defRPr>
            </a:lvl2pPr>
            <a:lvl3pPr marL="536575" indent="377825" algn="l" defTabSz="809625" rtl="0" eaLnBrk="0" fontAlgn="ctr" hangingPunct="0">
              <a:lnSpc>
                <a:spcPct val="110000"/>
              </a:lnSpc>
              <a:spcBef>
                <a:spcPct val="20000"/>
              </a:spcBef>
              <a:spcAft>
                <a:spcPct val="10000"/>
              </a:spcAft>
              <a:buClr>
                <a:srgbClr val="808080"/>
              </a:buClr>
              <a:buFont typeface="Wingdings" pitchFamily="2" charset="2"/>
              <a:defRPr kumimoji="1" sz="1600">
                <a:solidFill>
                  <a:schemeClr val="tx1"/>
                </a:solidFill>
                <a:latin typeface="FUJI-新ゴ R" pitchFamily="50" charset="-128"/>
                <a:ea typeface="FUJI-新ゴ R" pitchFamily="50" charset="-128"/>
                <a:cs typeface="Meiryo UI" pitchFamily="50" charset="-128"/>
              </a:defRPr>
            </a:lvl3pPr>
            <a:lvl4pPr marL="717550" indent="-136525" algn="l" defTabSz="809625" rtl="0" eaLnBrk="0" fontAlgn="base" hangingPunct="0">
              <a:lnSpc>
                <a:spcPct val="110000"/>
              </a:lnSpc>
              <a:spcBef>
                <a:spcPct val="20000"/>
              </a:spcBef>
              <a:spcAft>
                <a:spcPct val="10000"/>
              </a:spcAft>
              <a:buClr>
                <a:srgbClr val="87867E"/>
              </a:buClr>
              <a:buSzPct val="50000"/>
              <a:buFont typeface="Wingdings" pitchFamily="2" charset="2"/>
              <a:buChar char="l"/>
              <a:defRPr kumimoji="1" sz="1400">
                <a:solidFill>
                  <a:schemeClr val="tx1"/>
                </a:solidFill>
                <a:latin typeface="FUJI-新ゴ R" pitchFamily="50" charset="-128"/>
                <a:ea typeface="FUJI-新ゴ R" pitchFamily="50" charset="-128"/>
                <a:cs typeface="Meiryo UI" pitchFamily="50" charset="-128"/>
              </a:defRPr>
            </a:lvl4pPr>
            <a:lvl5pPr marL="2057400" indent="-228600" algn="l" defTabSz="809625" rtl="0" eaLnBrk="0" fontAlgn="base" hangingPunct="0">
              <a:spcBef>
                <a:spcPct val="20000"/>
              </a:spcBef>
              <a:spcAft>
                <a:spcPct val="0"/>
              </a:spcAft>
              <a:buChar char="»"/>
              <a:defRPr kumimoji="1" sz="2000">
                <a:solidFill>
                  <a:schemeClr val="tx1"/>
                </a:solidFill>
                <a:latin typeface="FUJI-新ゴ R" panose="020B0400000000000000" pitchFamily="50" charset="-128"/>
                <a:ea typeface="FUJI-新ゴ R" panose="020B0400000000000000" pitchFamily="50" charset="-128"/>
                <a:cs typeface="ＭＳ Ｐゴシック" pitchFamily="50" charset="-128"/>
              </a:defRPr>
            </a:lvl5pPr>
            <a:lvl6pPr marL="2514600" indent="-228600" algn="l" defTabSz="809625" rtl="0" fontAlgn="base">
              <a:spcBef>
                <a:spcPct val="20000"/>
              </a:spcBef>
              <a:spcAft>
                <a:spcPct val="0"/>
              </a:spcAft>
              <a:buChar char="»"/>
              <a:defRPr kumimoji="1" sz="2000">
                <a:solidFill>
                  <a:schemeClr val="tx1"/>
                </a:solidFill>
                <a:latin typeface="+mn-lt"/>
                <a:ea typeface="+mn-ea"/>
              </a:defRPr>
            </a:lvl6pPr>
            <a:lvl7pPr marL="2971800" indent="-228600" algn="l" defTabSz="809625" rtl="0" fontAlgn="base">
              <a:spcBef>
                <a:spcPct val="20000"/>
              </a:spcBef>
              <a:spcAft>
                <a:spcPct val="0"/>
              </a:spcAft>
              <a:buChar char="»"/>
              <a:defRPr kumimoji="1" sz="2000">
                <a:solidFill>
                  <a:schemeClr val="tx1"/>
                </a:solidFill>
                <a:latin typeface="+mn-lt"/>
                <a:ea typeface="+mn-ea"/>
              </a:defRPr>
            </a:lvl7pPr>
            <a:lvl8pPr marL="3429000" indent="-228600" algn="l" defTabSz="809625" rtl="0" fontAlgn="base">
              <a:spcBef>
                <a:spcPct val="20000"/>
              </a:spcBef>
              <a:spcAft>
                <a:spcPct val="0"/>
              </a:spcAft>
              <a:buChar char="»"/>
              <a:defRPr kumimoji="1" sz="2000">
                <a:solidFill>
                  <a:schemeClr val="tx1"/>
                </a:solidFill>
                <a:latin typeface="+mn-lt"/>
                <a:ea typeface="+mn-ea"/>
              </a:defRPr>
            </a:lvl8pPr>
            <a:lvl9pPr marL="3886200" indent="-228600" algn="l" defTabSz="809625" rtl="0" fontAlgn="base">
              <a:spcBef>
                <a:spcPct val="20000"/>
              </a:spcBef>
              <a:spcAft>
                <a:spcPct val="0"/>
              </a:spcAft>
              <a:buChar char="»"/>
              <a:defRPr kumimoji="1" sz="2000">
                <a:solidFill>
                  <a:schemeClr val="tx1"/>
                </a:solidFill>
                <a:latin typeface="+mn-lt"/>
                <a:ea typeface="+mn-ea"/>
              </a:defRPr>
            </a:lvl9pPr>
          </a:lstStyle>
          <a:p>
            <a:pPr marL="0" indent="0">
              <a:buNone/>
            </a:pPr>
            <a:r>
              <a:rPr lang="en-US" altLang="ja-JP" sz="1600" b="1" u="sng" kern="0" dirty="0">
                <a:latin typeface="Meiryo UI" panose="020B0604030504040204" pitchFamily="50" charset="-128"/>
                <a:ea typeface="Meiryo UI" panose="020B0604030504040204" pitchFamily="50" charset="-128"/>
              </a:rPr>
              <a:t>3.Activate</a:t>
            </a:r>
            <a:r>
              <a:rPr lang="ja-JP" altLang="en-US" sz="1600" b="1" u="sng" kern="0" dirty="0">
                <a:latin typeface="Meiryo UI" panose="020B0604030504040204" pitchFamily="50" charset="-128"/>
                <a:ea typeface="Meiryo UI" panose="020B0604030504040204" pitchFamily="50" charset="-128"/>
              </a:rPr>
              <a:t>更新</a:t>
            </a:r>
            <a:r>
              <a:rPr lang="en-US" altLang="ja-JP" sz="1600" b="1" u="sng" kern="0" dirty="0">
                <a:latin typeface="Meiryo UI" panose="020B0604030504040204" pitchFamily="50" charset="-128"/>
                <a:ea typeface="Meiryo UI" panose="020B0604030504040204" pitchFamily="50" charset="-128"/>
              </a:rPr>
              <a:t>(</a:t>
            </a:r>
            <a:r>
              <a:rPr lang="ja-JP" altLang="en-US" sz="1600" b="1" u="sng" kern="0" dirty="0">
                <a:latin typeface="Meiryo UI" panose="020B0604030504040204" pitchFamily="50" charset="-128"/>
                <a:ea typeface="Meiryo UI" panose="020B0604030504040204" pitchFamily="50" charset="-128"/>
              </a:rPr>
              <a:t>四半期</a:t>
            </a:r>
            <a:r>
              <a:rPr lang="en-US" altLang="ja-JP" sz="1600" b="1" u="sng" kern="0" dirty="0">
                <a:latin typeface="Meiryo UI" panose="020B0604030504040204" pitchFamily="50" charset="-128"/>
                <a:ea typeface="Meiryo UI" panose="020B0604030504040204" pitchFamily="50" charset="-128"/>
              </a:rPr>
              <a:t>)</a:t>
            </a:r>
          </a:p>
        </p:txBody>
      </p:sp>
      <p:sp>
        <p:nvSpPr>
          <p:cNvPr id="16" name="コンテンツ プレースホルダー 2">
            <a:extLst>
              <a:ext uri="{FF2B5EF4-FFF2-40B4-BE49-F238E27FC236}">
                <a16:creationId xmlns:a16="http://schemas.microsoft.com/office/drawing/2014/main" id="{89751EB1-E236-4B8A-BD93-1ED6AB154EBF}"/>
              </a:ext>
            </a:extLst>
          </p:cNvPr>
          <p:cNvSpPr txBox="1">
            <a:spLocks/>
          </p:cNvSpPr>
          <p:nvPr/>
        </p:nvSpPr>
        <p:spPr bwMode="gray">
          <a:xfrm>
            <a:off x="591898" y="1022515"/>
            <a:ext cx="7950082" cy="254315"/>
          </a:xfrm>
          <a:prstGeom prst="rect">
            <a:avLst/>
          </a:prstGeom>
          <a:noFill/>
          <a:ln>
            <a:noFill/>
          </a:ln>
          <a:effectLst/>
        </p:spPr>
        <p:txBody>
          <a:bodyPr vert="horz" wrap="square" lIns="0" tIns="0" rIns="0" bIns="0" numCol="1" anchor="t" anchorCtr="0" compatLnSpc="1">
            <a:prstTxWarp prst="textNoShape">
              <a:avLst/>
            </a:prstTxWarp>
          </a:bodyPr>
          <a:lstStyle>
            <a:lvl1pPr marL="266700" indent="-266700" algn="l" defTabSz="809625" rtl="0" eaLnBrk="0" fontAlgn="ctr" hangingPunct="0">
              <a:lnSpc>
                <a:spcPct val="110000"/>
              </a:lnSpc>
              <a:spcBef>
                <a:spcPct val="20000"/>
              </a:spcBef>
              <a:spcAft>
                <a:spcPct val="10000"/>
              </a:spcAft>
              <a:buClr>
                <a:srgbClr val="C80202"/>
              </a:buClr>
              <a:buFont typeface="Wingdings" pitchFamily="2" charset="2"/>
              <a:buChar char="n"/>
              <a:defRPr kumimoji="1" sz="2000">
                <a:solidFill>
                  <a:schemeClr val="tx1"/>
                </a:solidFill>
                <a:latin typeface="メイリオ" panose="020B0604030504040204" pitchFamily="50" charset="-128"/>
                <a:ea typeface="メイリオ" panose="020B0604030504040204" pitchFamily="50" charset="-128"/>
                <a:cs typeface="メイリオ" panose="020B0604030504040204" pitchFamily="50" charset="-128"/>
              </a:defRPr>
            </a:lvl1pPr>
            <a:lvl2pPr marL="514350" indent="-246063" algn="l" defTabSz="809625" rtl="0" eaLnBrk="0" fontAlgn="ctr" hangingPunct="0">
              <a:lnSpc>
                <a:spcPct val="110000"/>
              </a:lnSpc>
              <a:spcBef>
                <a:spcPct val="20000"/>
              </a:spcBef>
              <a:spcAft>
                <a:spcPct val="10000"/>
              </a:spcAft>
              <a:buClr>
                <a:srgbClr val="87867E"/>
              </a:buClr>
              <a:buFont typeface="Wingdings" pitchFamily="2" charset="2"/>
              <a:buChar char="n"/>
              <a:defRPr kumimoji="1" sz="1600">
                <a:solidFill>
                  <a:schemeClr val="tx1"/>
                </a:solidFill>
                <a:latin typeface="メイリオ" panose="020B0604030504040204" pitchFamily="50" charset="-128"/>
                <a:ea typeface="メイリオ" panose="020B0604030504040204" pitchFamily="50" charset="-128"/>
                <a:cs typeface="メイリオ" panose="020B0604030504040204" pitchFamily="50" charset="-128"/>
              </a:defRPr>
            </a:lvl2pPr>
            <a:lvl3pPr marL="536575" indent="377825" algn="l" defTabSz="809625" rtl="0" eaLnBrk="0" fontAlgn="ctr" hangingPunct="0">
              <a:lnSpc>
                <a:spcPct val="110000"/>
              </a:lnSpc>
              <a:spcBef>
                <a:spcPct val="20000"/>
              </a:spcBef>
              <a:spcAft>
                <a:spcPct val="10000"/>
              </a:spcAft>
              <a:buClr>
                <a:srgbClr val="808080"/>
              </a:buClr>
              <a:buFont typeface="Wingdings" pitchFamily="2" charset="2"/>
              <a:defRPr kumimoji="1" sz="1600">
                <a:solidFill>
                  <a:schemeClr val="tx1"/>
                </a:solidFill>
                <a:latin typeface="FUJI-新ゴ R" pitchFamily="50" charset="-128"/>
                <a:ea typeface="FUJI-新ゴ R" pitchFamily="50" charset="-128"/>
                <a:cs typeface="Meiryo UI" pitchFamily="50" charset="-128"/>
              </a:defRPr>
            </a:lvl3pPr>
            <a:lvl4pPr marL="717550" indent="-136525" algn="l" defTabSz="809625" rtl="0" eaLnBrk="0" fontAlgn="base" hangingPunct="0">
              <a:lnSpc>
                <a:spcPct val="110000"/>
              </a:lnSpc>
              <a:spcBef>
                <a:spcPct val="20000"/>
              </a:spcBef>
              <a:spcAft>
                <a:spcPct val="10000"/>
              </a:spcAft>
              <a:buClr>
                <a:srgbClr val="87867E"/>
              </a:buClr>
              <a:buSzPct val="50000"/>
              <a:buFont typeface="Wingdings" pitchFamily="2" charset="2"/>
              <a:buChar char="l"/>
              <a:defRPr kumimoji="1" sz="1400">
                <a:solidFill>
                  <a:schemeClr val="tx1"/>
                </a:solidFill>
                <a:latin typeface="FUJI-新ゴ R" pitchFamily="50" charset="-128"/>
                <a:ea typeface="FUJI-新ゴ R" pitchFamily="50" charset="-128"/>
                <a:cs typeface="Meiryo UI" pitchFamily="50" charset="-128"/>
              </a:defRPr>
            </a:lvl4pPr>
            <a:lvl5pPr marL="2057400" indent="-228600" algn="l" defTabSz="809625" rtl="0" eaLnBrk="0" fontAlgn="base" hangingPunct="0">
              <a:spcBef>
                <a:spcPct val="20000"/>
              </a:spcBef>
              <a:spcAft>
                <a:spcPct val="0"/>
              </a:spcAft>
              <a:buChar char="»"/>
              <a:defRPr kumimoji="1" sz="2000">
                <a:solidFill>
                  <a:schemeClr val="tx1"/>
                </a:solidFill>
                <a:latin typeface="FUJI-新ゴ R" panose="020B0400000000000000" pitchFamily="50" charset="-128"/>
                <a:ea typeface="FUJI-新ゴ R" panose="020B0400000000000000" pitchFamily="50" charset="-128"/>
                <a:cs typeface="ＭＳ Ｐゴシック" pitchFamily="50" charset="-128"/>
              </a:defRPr>
            </a:lvl5pPr>
            <a:lvl6pPr marL="2514600" indent="-228600" algn="l" defTabSz="809625" rtl="0" fontAlgn="base">
              <a:spcBef>
                <a:spcPct val="20000"/>
              </a:spcBef>
              <a:spcAft>
                <a:spcPct val="0"/>
              </a:spcAft>
              <a:buChar char="»"/>
              <a:defRPr kumimoji="1" sz="2000">
                <a:solidFill>
                  <a:schemeClr val="tx1"/>
                </a:solidFill>
                <a:latin typeface="+mn-lt"/>
                <a:ea typeface="+mn-ea"/>
              </a:defRPr>
            </a:lvl6pPr>
            <a:lvl7pPr marL="2971800" indent="-228600" algn="l" defTabSz="809625" rtl="0" fontAlgn="base">
              <a:spcBef>
                <a:spcPct val="20000"/>
              </a:spcBef>
              <a:spcAft>
                <a:spcPct val="0"/>
              </a:spcAft>
              <a:buChar char="»"/>
              <a:defRPr kumimoji="1" sz="2000">
                <a:solidFill>
                  <a:schemeClr val="tx1"/>
                </a:solidFill>
                <a:latin typeface="+mn-lt"/>
                <a:ea typeface="+mn-ea"/>
              </a:defRPr>
            </a:lvl7pPr>
            <a:lvl8pPr marL="3429000" indent="-228600" algn="l" defTabSz="809625" rtl="0" fontAlgn="base">
              <a:spcBef>
                <a:spcPct val="20000"/>
              </a:spcBef>
              <a:spcAft>
                <a:spcPct val="0"/>
              </a:spcAft>
              <a:buChar char="»"/>
              <a:defRPr kumimoji="1" sz="2000">
                <a:solidFill>
                  <a:schemeClr val="tx1"/>
                </a:solidFill>
                <a:latin typeface="+mn-lt"/>
                <a:ea typeface="+mn-ea"/>
              </a:defRPr>
            </a:lvl8pPr>
            <a:lvl9pPr marL="3886200" indent="-228600" algn="l" defTabSz="809625" rtl="0" fontAlgn="base">
              <a:spcBef>
                <a:spcPct val="20000"/>
              </a:spcBef>
              <a:spcAft>
                <a:spcPct val="0"/>
              </a:spcAft>
              <a:buChar char="»"/>
              <a:defRPr kumimoji="1" sz="2000">
                <a:solidFill>
                  <a:schemeClr val="tx1"/>
                </a:solidFill>
                <a:latin typeface="+mn-lt"/>
                <a:ea typeface="+mn-ea"/>
              </a:defRPr>
            </a:lvl9pPr>
          </a:lstStyle>
          <a:p>
            <a:pPr>
              <a:buFont typeface="Arial" panose="020B0604020202020204" pitchFamily="34" charset="0"/>
              <a:buChar char="•"/>
            </a:pPr>
            <a:r>
              <a:rPr lang="ja-JP" altLang="en-US" sz="1400" kern="0" dirty="0">
                <a:latin typeface="Meiryo UI" panose="020B0604030504040204" pitchFamily="50" charset="-128"/>
                <a:ea typeface="Meiryo UI" panose="020B0604030504040204" pitchFamily="50" charset="-128"/>
              </a:rPr>
              <a:t>管理者によって承認された更新依頼事項を次期リリースドキュメントへ反映。</a:t>
            </a:r>
            <a:endParaRPr lang="en-US" altLang="ja-JP" sz="1400" kern="0" dirty="0">
              <a:latin typeface="Meiryo UI" panose="020B0604030504040204" pitchFamily="50" charset="-128"/>
              <a:ea typeface="Meiryo UI" panose="020B0604030504040204" pitchFamily="50" charset="-128"/>
            </a:endParaRPr>
          </a:p>
        </p:txBody>
      </p:sp>
      <p:sp>
        <p:nvSpPr>
          <p:cNvPr id="17" name="四角形: 角を丸くする 16">
            <a:extLst>
              <a:ext uri="{FF2B5EF4-FFF2-40B4-BE49-F238E27FC236}">
                <a16:creationId xmlns:a16="http://schemas.microsoft.com/office/drawing/2014/main" id="{F39EDF7E-DAC2-46E9-BDE8-2DF01BA5FF9C}"/>
              </a:ext>
            </a:extLst>
          </p:cNvPr>
          <p:cNvSpPr/>
          <p:nvPr/>
        </p:nvSpPr>
        <p:spPr bwMode="gray">
          <a:xfrm>
            <a:off x="1086240" y="3311461"/>
            <a:ext cx="3960812" cy="565709"/>
          </a:xfrm>
          <a:prstGeom prst="roundRect">
            <a:avLst/>
          </a:prstGeom>
          <a:noFill/>
          <a:ln w="19050" cap="flat" cmpd="sng" algn="ctr">
            <a:solidFill>
              <a:srgbClr val="0070C0"/>
            </a:solidFill>
            <a:prstDash val="dash"/>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ctr" latinLnBrk="0" hangingPunct="1">
              <a:lnSpc>
                <a:spcPct val="100000"/>
              </a:lnSpc>
              <a:spcBef>
                <a:spcPct val="0"/>
              </a:spcBef>
              <a:spcAft>
                <a:spcPct val="0"/>
              </a:spcAft>
              <a:buClrTx/>
              <a:buSzTx/>
              <a:buFontTx/>
              <a:buNone/>
              <a:tabLst/>
            </a:pPr>
            <a:endParaRPr kumimoji="1" lang="ja-JP" altLang="en-US" sz="1600" b="0" i="0" u="none" strike="noStrike" cap="none" normalizeH="0" baseline="0" dirty="0">
              <a:ln>
                <a:noFill/>
              </a:ln>
              <a:effectLst/>
              <a:latin typeface="Meiryo UI" panose="020B0604030504040204" pitchFamily="50" charset="-128"/>
              <a:ea typeface="Meiryo UI" panose="020B0604030504040204" pitchFamily="50" charset="-128"/>
            </a:endParaRPr>
          </a:p>
        </p:txBody>
      </p:sp>
      <p:sp>
        <p:nvSpPr>
          <p:cNvPr id="18" name="矢印: 下 17">
            <a:extLst>
              <a:ext uri="{FF2B5EF4-FFF2-40B4-BE49-F238E27FC236}">
                <a16:creationId xmlns:a16="http://schemas.microsoft.com/office/drawing/2014/main" id="{7FAA9779-87E1-473D-B0FB-5F7C3F310A8B}"/>
              </a:ext>
            </a:extLst>
          </p:cNvPr>
          <p:cNvSpPr/>
          <p:nvPr/>
        </p:nvSpPr>
        <p:spPr bwMode="gray">
          <a:xfrm>
            <a:off x="960240" y="1619187"/>
            <a:ext cx="375687" cy="376864"/>
          </a:xfrm>
          <a:prstGeom prst="downArrow">
            <a:avLst/>
          </a:prstGeom>
          <a:solidFill>
            <a:srgbClr val="0070C0"/>
          </a:solidFill>
          <a:ln w="9525"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ctr" latinLnBrk="0" hangingPunct="1">
              <a:lnSpc>
                <a:spcPct val="100000"/>
              </a:lnSpc>
              <a:spcBef>
                <a:spcPct val="0"/>
              </a:spcBef>
              <a:spcAft>
                <a:spcPct val="0"/>
              </a:spcAft>
              <a:buClrTx/>
              <a:buSzTx/>
              <a:buFontTx/>
              <a:buNone/>
              <a:tabLst/>
            </a:pPr>
            <a:endParaRPr kumimoji="1" lang="ja-JP" altLang="en-US" sz="1600" b="0" i="0" u="none" strike="noStrike" cap="none" normalizeH="0" baseline="0" dirty="0">
              <a:ln>
                <a:noFill/>
              </a:ln>
              <a:effectLst/>
              <a:latin typeface="Meiryo UI" panose="020B0604030504040204" pitchFamily="50" charset="-128"/>
              <a:ea typeface="Meiryo UI" panose="020B0604030504040204" pitchFamily="50" charset="-128"/>
            </a:endParaRPr>
          </a:p>
        </p:txBody>
      </p:sp>
      <p:pic>
        <p:nvPicPr>
          <p:cNvPr id="19" name="図 18">
            <a:extLst>
              <a:ext uri="{FF2B5EF4-FFF2-40B4-BE49-F238E27FC236}">
                <a16:creationId xmlns:a16="http://schemas.microsoft.com/office/drawing/2014/main" id="{2EB077CA-539C-4808-953C-797A38B6E36B}"/>
              </a:ext>
            </a:extLst>
          </p:cNvPr>
          <p:cNvPicPr>
            <a:picLocks noChangeAspect="1"/>
          </p:cNvPicPr>
          <p:nvPr/>
        </p:nvPicPr>
        <p:blipFill rotWithShape="1">
          <a:blip r:embed="rId3"/>
          <a:srcRect l="5999" t="29076" r="1467" b="65117"/>
          <a:stretch/>
        </p:blipFill>
        <p:spPr>
          <a:xfrm>
            <a:off x="891112" y="1282226"/>
            <a:ext cx="7213715" cy="247600"/>
          </a:xfrm>
          <a:prstGeom prst="rect">
            <a:avLst/>
          </a:prstGeom>
        </p:spPr>
      </p:pic>
      <p:sp>
        <p:nvSpPr>
          <p:cNvPr id="20" name="コンテンツ プレースホルダー 2">
            <a:extLst>
              <a:ext uri="{FF2B5EF4-FFF2-40B4-BE49-F238E27FC236}">
                <a16:creationId xmlns:a16="http://schemas.microsoft.com/office/drawing/2014/main" id="{F8DD91CB-A9FD-4F54-8C61-01C2E4B684BF}"/>
              </a:ext>
            </a:extLst>
          </p:cNvPr>
          <p:cNvSpPr txBox="1">
            <a:spLocks/>
          </p:cNvSpPr>
          <p:nvPr/>
        </p:nvSpPr>
        <p:spPr bwMode="gray">
          <a:xfrm>
            <a:off x="1496284" y="1637773"/>
            <a:ext cx="5966124" cy="254315"/>
          </a:xfrm>
          <a:prstGeom prst="rect">
            <a:avLst/>
          </a:prstGeom>
          <a:noFill/>
          <a:ln>
            <a:noFill/>
          </a:ln>
          <a:effectLst/>
        </p:spPr>
        <p:txBody>
          <a:bodyPr vert="horz" wrap="square" lIns="0" tIns="0" rIns="0" bIns="0" numCol="1" anchor="ctr" anchorCtr="0" compatLnSpc="1">
            <a:prstTxWarp prst="textNoShape">
              <a:avLst/>
            </a:prstTxWarp>
          </a:bodyPr>
          <a:lstStyle>
            <a:lvl1pPr marL="266700" indent="-266700" algn="l" defTabSz="809625" rtl="0" eaLnBrk="0" fontAlgn="ctr" hangingPunct="0">
              <a:lnSpc>
                <a:spcPct val="110000"/>
              </a:lnSpc>
              <a:spcBef>
                <a:spcPct val="20000"/>
              </a:spcBef>
              <a:spcAft>
                <a:spcPct val="10000"/>
              </a:spcAft>
              <a:buClr>
                <a:srgbClr val="C80202"/>
              </a:buClr>
              <a:buFont typeface="Wingdings" pitchFamily="2" charset="2"/>
              <a:buChar char="n"/>
              <a:defRPr kumimoji="1" sz="2000">
                <a:solidFill>
                  <a:schemeClr val="tx1"/>
                </a:solidFill>
                <a:latin typeface="メイリオ" panose="020B0604030504040204" pitchFamily="50" charset="-128"/>
                <a:ea typeface="メイリオ" panose="020B0604030504040204" pitchFamily="50" charset="-128"/>
                <a:cs typeface="メイリオ" panose="020B0604030504040204" pitchFamily="50" charset="-128"/>
              </a:defRPr>
            </a:lvl1pPr>
            <a:lvl2pPr marL="514350" indent="-246063" algn="l" defTabSz="809625" rtl="0" eaLnBrk="0" fontAlgn="ctr" hangingPunct="0">
              <a:lnSpc>
                <a:spcPct val="110000"/>
              </a:lnSpc>
              <a:spcBef>
                <a:spcPct val="20000"/>
              </a:spcBef>
              <a:spcAft>
                <a:spcPct val="10000"/>
              </a:spcAft>
              <a:buClr>
                <a:srgbClr val="87867E"/>
              </a:buClr>
              <a:buFont typeface="Wingdings" pitchFamily="2" charset="2"/>
              <a:buChar char="n"/>
              <a:defRPr kumimoji="1" sz="1600">
                <a:solidFill>
                  <a:schemeClr val="tx1"/>
                </a:solidFill>
                <a:latin typeface="メイリオ" panose="020B0604030504040204" pitchFamily="50" charset="-128"/>
                <a:ea typeface="メイリオ" panose="020B0604030504040204" pitchFamily="50" charset="-128"/>
                <a:cs typeface="メイリオ" panose="020B0604030504040204" pitchFamily="50" charset="-128"/>
              </a:defRPr>
            </a:lvl2pPr>
            <a:lvl3pPr marL="536575" indent="377825" algn="l" defTabSz="809625" rtl="0" eaLnBrk="0" fontAlgn="ctr" hangingPunct="0">
              <a:lnSpc>
                <a:spcPct val="110000"/>
              </a:lnSpc>
              <a:spcBef>
                <a:spcPct val="20000"/>
              </a:spcBef>
              <a:spcAft>
                <a:spcPct val="10000"/>
              </a:spcAft>
              <a:buClr>
                <a:srgbClr val="808080"/>
              </a:buClr>
              <a:buFont typeface="Wingdings" pitchFamily="2" charset="2"/>
              <a:defRPr kumimoji="1" sz="1600">
                <a:solidFill>
                  <a:schemeClr val="tx1"/>
                </a:solidFill>
                <a:latin typeface="FUJI-新ゴ R" pitchFamily="50" charset="-128"/>
                <a:ea typeface="FUJI-新ゴ R" pitchFamily="50" charset="-128"/>
                <a:cs typeface="Meiryo UI" pitchFamily="50" charset="-128"/>
              </a:defRPr>
            </a:lvl3pPr>
            <a:lvl4pPr marL="717550" indent="-136525" algn="l" defTabSz="809625" rtl="0" eaLnBrk="0" fontAlgn="base" hangingPunct="0">
              <a:lnSpc>
                <a:spcPct val="110000"/>
              </a:lnSpc>
              <a:spcBef>
                <a:spcPct val="20000"/>
              </a:spcBef>
              <a:spcAft>
                <a:spcPct val="10000"/>
              </a:spcAft>
              <a:buClr>
                <a:srgbClr val="87867E"/>
              </a:buClr>
              <a:buSzPct val="50000"/>
              <a:buFont typeface="Wingdings" pitchFamily="2" charset="2"/>
              <a:buChar char="l"/>
              <a:defRPr kumimoji="1" sz="1400">
                <a:solidFill>
                  <a:schemeClr val="tx1"/>
                </a:solidFill>
                <a:latin typeface="FUJI-新ゴ R" pitchFamily="50" charset="-128"/>
                <a:ea typeface="FUJI-新ゴ R" pitchFamily="50" charset="-128"/>
                <a:cs typeface="Meiryo UI" pitchFamily="50" charset="-128"/>
              </a:defRPr>
            </a:lvl4pPr>
            <a:lvl5pPr marL="2057400" indent="-228600" algn="l" defTabSz="809625" rtl="0" eaLnBrk="0" fontAlgn="base" hangingPunct="0">
              <a:spcBef>
                <a:spcPct val="20000"/>
              </a:spcBef>
              <a:spcAft>
                <a:spcPct val="0"/>
              </a:spcAft>
              <a:buChar char="»"/>
              <a:defRPr kumimoji="1" sz="2000">
                <a:solidFill>
                  <a:schemeClr val="tx1"/>
                </a:solidFill>
                <a:latin typeface="FUJI-新ゴ R" panose="020B0400000000000000" pitchFamily="50" charset="-128"/>
                <a:ea typeface="FUJI-新ゴ R" panose="020B0400000000000000" pitchFamily="50" charset="-128"/>
                <a:cs typeface="ＭＳ Ｐゴシック" pitchFamily="50" charset="-128"/>
              </a:defRPr>
            </a:lvl5pPr>
            <a:lvl6pPr marL="2514600" indent="-228600" algn="l" defTabSz="809625" rtl="0" fontAlgn="base">
              <a:spcBef>
                <a:spcPct val="20000"/>
              </a:spcBef>
              <a:spcAft>
                <a:spcPct val="0"/>
              </a:spcAft>
              <a:buChar char="»"/>
              <a:defRPr kumimoji="1" sz="2000">
                <a:solidFill>
                  <a:schemeClr val="tx1"/>
                </a:solidFill>
                <a:latin typeface="+mn-lt"/>
                <a:ea typeface="+mn-ea"/>
              </a:defRPr>
            </a:lvl6pPr>
            <a:lvl7pPr marL="2971800" indent="-228600" algn="l" defTabSz="809625" rtl="0" fontAlgn="base">
              <a:spcBef>
                <a:spcPct val="20000"/>
              </a:spcBef>
              <a:spcAft>
                <a:spcPct val="0"/>
              </a:spcAft>
              <a:buChar char="»"/>
              <a:defRPr kumimoji="1" sz="2000">
                <a:solidFill>
                  <a:schemeClr val="tx1"/>
                </a:solidFill>
                <a:latin typeface="+mn-lt"/>
                <a:ea typeface="+mn-ea"/>
              </a:defRPr>
            </a:lvl7pPr>
            <a:lvl8pPr marL="3429000" indent="-228600" algn="l" defTabSz="809625" rtl="0" fontAlgn="base">
              <a:spcBef>
                <a:spcPct val="20000"/>
              </a:spcBef>
              <a:spcAft>
                <a:spcPct val="0"/>
              </a:spcAft>
              <a:buChar char="»"/>
              <a:defRPr kumimoji="1" sz="2000">
                <a:solidFill>
                  <a:schemeClr val="tx1"/>
                </a:solidFill>
                <a:latin typeface="+mn-lt"/>
                <a:ea typeface="+mn-ea"/>
              </a:defRPr>
            </a:lvl8pPr>
            <a:lvl9pPr marL="3886200" indent="-228600" algn="l" defTabSz="809625" rtl="0" fontAlgn="base">
              <a:spcBef>
                <a:spcPct val="20000"/>
              </a:spcBef>
              <a:spcAft>
                <a:spcPct val="0"/>
              </a:spcAft>
              <a:buChar char="»"/>
              <a:defRPr kumimoji="1" sz="2000">
                <a:solidFill>
                  <a:schemeClr val="tx1"/>
                </a:solidFill>
                <a:latin typeface="+mn-lt"/>
                <a:ea typeface="+mn-ea"/>
              </a:defRPr>
            </a:lvl9pPr>
          </a:lstStyle>
          <a:p>
            <a:pPr marL="0" indent="0">
              <a:buNone/>
            </a:pPr>
            <a:r>
              <a:rPr lang="ja-JP" altLang="en-US" sz="1400" kern="0" dirty="0">
                <a:latin typeface="Meiryo UI" panose="020B0604030504040204" pitchFamily="50" charset="-128"/>
                <a:ea typeface="Meiryo UI" panose="020B0604030504040204" pitchFamily="50" charset="-128"/>
              </a:rPr>
              <a:t>①承認内容を確認し、リリース用ドキュメントを更新。</a:t>
            </a:r>
            <a:endParaRPr lang="en-US" altLang="ja-JP" sz="1400" kern="0" dirty="0">
              <a:latin typeface="Meiryo UI" panose="020B0604030504040204" pitchFamily="50" charset="-128"/>
              <a:ea typeface="Meiryo UI" panose="020B0604030504040204" pitchFamily="50" charset="-128"/>
            </a:endParaRPr>
          </a:p>
        </p:txBody>
      </p:sp>
      <p:sp>
        <p:nvSpPr>
          <p:cNvPr id="21" name="フローチャート: 書類 20">
            <a:extLst>
              <a:ext uri="{FF2B5EF4-FFF2-40B4-BE49-F238E27FC236}">
                <a16:creationId xmlns:a16="http://schemas.microsoft.com/office/drawing/2014/main" id="{41458581-54B0-470A-AF67-87910F5C2488}"/>
              </a:ext>
            </a:extLst>
          </p:cNvPr>
          <p:cNvSpPr/>
          <p:nvPr/>
        </p:nvSpPr>
        <p:spPr bwMode="gray">
          <a:xfrm>
            <a:off x="945416" y="2035835"/>
            <a:ext cx="904939" cy="565709"/>
          </a:xfrm>
          <a:prstGeom prst="flowChartDocument">
            <a:avLst/>
          </a:prstGeom>
          <a:solidFill>
            <a:schemeClr val="bg2">
              <a:lumMod val="20000"/>
              <a:lumOff val="80000"/>
            </a:schemeClr>
          </a:solidFill>
          <a:ln w="9525" cap="flat" cmpd="sng" algn="ctr">
            <a:solidFill>
              <a:srgbClr val="87867E"/>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ctr" latinLnBrk="0" hangingPunct="1">
              <a:lnSpc>
                <a:spcPct val="100000"/>
              </a:lnSpc>
              <a:spcBef>
                <a:spcPct val="0"/>
              </a:spcBef>
              <a:spcAft>
                <a:spcPct val="0"/>
              </a:spcAft>
              <a:buClrTx/>
              <a:buSzTx/>
              <a:buFontTx/>
              <a:buNone/>
              <a:tabLst/>
            </a:pPr>
            <a:r>
              <a:rPr kumimoji="1" lang="ja-JP" altLang="en-US" sz="700" b="0" i="0" u="none" strike="noStrike" cap="none" normalizeH="0" baseline="0" dirty="0">
                <a:ln>
                  <a:noFill/>
                </a:ln>
                <a:effectLst/>
                <a:latin typeface="Meiryo UI" panose="020B0604030504040204" pitchFamily="50" charset="-128"/>
                <a:ea typeface="Meiryo UI" panose="020B0604030504040204" pitchFamily="50" charset="-128"/>
              </a:rPr>
              <a:t>リリース前</a:t>
            </a:r>
            <a:endParaRPr kumimoji="1" lang="en-US" altLang="ja-JP" sz="700" b="0" i="0" u="none" strike="noStrike" cap="none" normalizeH="0" baseline="0" dirty="0">
              <a:ln>
                <a:noFill/>
              </a:ln>
              <a:effectLst/>
              <a:latin typeface="Meiryo UI" panose="020B0604030504040204" pitchFamily="50" charset="-128"/>
              <a:ea typeface="Meiryo UI" panose="020B0604030504040204" pitchFamily="50" charset="-128"/>
            </a:endParaRPr>
          </a:p>
          <a:p>
            <a:pPr marL="0" marR="0" indent="0" algn="ctr" defTabSz="914400" rtl="0" eaLnBrk="1" fontAlgn="ctr" latinLnBrk="0" hangingPunct="1">
              <a:lnSpc>
                <a:spcPct val="100000"/>
              </a:lnSpc>
              <a:spcBef>
                <a:spcPct val="0"/>
              </a:spcBef>
              <a:spcAft>
                <a:spcPct val="0"/>
              </a:spcAft>
              <a:buClrTx/>
              <a:buSzTx/>
              <a:buFontTx/>
              <a:buNone/>
              <a:tabLst/>
            </a:pPr>
            <a:r>
              <a:rPr lang="ja-JP" altLang="en-US" sz="700" dirty="0">
                <a:latin typeface="Meiryo UI" panose="020B0604030504040204" pitchFamily="50" charset="-128"/>
                <a:ea typeface="Meiryo UI" panose="020B0604030504040204" pitchFamily="50" charset="-128"/>
              </a:rPr>
              <a:t>更新ドキュメント</a:t>
            </a:r>
            <a:endParaRPr lang="en-US" altLang="ja-JP" sz="700" dirty="0">
              <a:latin typeface="Meiryo UI" panose="020B0604030504040204" pitchFamily="50" charset="-128"/>
              <a:ea typeface="Meiryo UI" panose="020B0604030504040204" pitchFamily="50" charset="-128"/>
            </a:endParaRPr>
          </a:p>
          <a:p>
            <a:pPr marL="0" marR="0" indent="0" algn="ctr" defTabSz="914400" rtl="0" eaLnBrk="1" fontAlgn="ctr" latinLnBrk="0" hangingPunct="1">
              <a:lnSpc>
                <a:spcPct val="100000"/>
              </a:lnSpc>
              <a:spcBef>
                <a:spcPct val="0"/>
              </a:spcBef>
              <a:spcAft>
                <a:spcPct val="0"/>
              </a:spcAft>
              <a:buClrTx/>
              <a:buSzTx/>
              <a:buFontTx/>
              <a:buNone/>
              <a:tabLst/>
            </a:pPr>
            <a:r>
              <a:rPr lang="en-US" altLang="ja-JP" sz="700" dirty="0">
                <a:latin typeface="Meiryo UI" panose="020B0604030504040204" pitchFamily="50" charset="-128"/>
                <a:ea typeface="Meiryo UI" panose="020B0604030504040204" pitchFamily="50" charset="-128"/>
              </a:rPr>
              <a:t>No1 </a:t>
            </a:r>
            <a:r>
              <a:rPr lang="ja-JP" altLang="en-US" sz="700" dirty="0">
                <a:latin typeface="Meiryo UI" panose="020B0604030504040204" pitchFamily="50" charset="-128"/>
                <a:ea typeface="Meiryo UI" panose="020B0604030504040204" pitchFamily="50" charset="-128"/>
              </a:rPr>
              <a:t>修正 </a:t>
            </a:r>
            <a:r>
              <a:rPr lang="en-US" altLang="ja-JP" sz="700" dirty="0">
                <a:latin typeface="Meiryo UI" panose="020B0604030504040204" pitchFamily="50" charset="-128"/>
                <a:ea typeface="Meiryo UI" panose="020B0604030504040204" pitchFamily="50" charset="-128"/>
              </a:rPr>
              <a:t>P7 </a:t>
            </a:r>
            <a:r>
              <a:rPr lang="ja-JP" altLang="en-US" sz="700" dirty="0">
                <a:latin typeface="Meiryo UI" panose="020B0604030504040204" pitchFamily="50" charset="-128"/>
                <a:ea typeface="Meiryo UI" panose="020B0604030504040204" pitchFamily="50" charset="-128"/>
              </a:rPr>
              <a:t>・・・</a:t>
            </a:r>
            <a:endParaRPr kumimoji="1" lang="en-US" altLang="ja-JP" sz="700" b="0" i="0" u="none" strike="noStrike" cap="none" normalizeH="0" baseline="0" dirty="0">
              <a:ln>
                <a:noFill/>
              </a:ln>
              <a:effectLst/>
              <a:latin typeface="Meiryo UI" panose="020B0604030504040204" pitchFamily="50" charset="-128"/>
              <a:ea typeface="Meiryo UI" panose="020B0604030504040204" pitchFamily="50" charset="-128"/>
            </a:endParaRPr>
          </a:p>
        </p:txBody>
      </p:sp>
      <p:sp>
        <p:nvSpPr>
          <p:cNvPr id="22" name="フローチャート: 書類 21">
            <a:extLst>
              <a:ext uri="{FF2B5EF4-FFF2-40B4-BE49-F238E27FC236}">
                <a16:creationId xmlns:a16="http://schemas.microsoft.com/office/drawing/2014/main" id="{978E0775-88CB-42DE-99A2-C3BA47DF2F70}"/>
              </a:ext>
            </a:extLst>
          </p:cNvPr>
          <p:cNvSpPr/>
          <p:nvPr/>
        </p:nvSpPr>
        <p:spPr bwMode="gray">
          <a:xfrm>
            <a:off x="4645633" y="2030460"/>
            <a:ext cx="904939" cy="565709"/>
          </a:xfrm>
          <a:prstGeom prst="flowChartDocument">
            <a:avLst/>
          </a:prstGeom>
          <a:solidFill>
            <a:schemeClr val="accent2">
              <a:lumMod val="20000"/>
              <a:lumOff val="80000"/>
            </a:schemeClr>
          </a:solidFill>
          <a:ln w="9525" cap="flat" cmpd="sng" algn="ctr">
            <a:solidFill>
              <a:srgbClr val="87867E"/>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ctr" latinLnBrk="0" hangingPunct="1">
              <a:lnSpc>
                <a:spcPct val="100000"/>
              </a:lnSpc>
              <a:spcBef>
                <a:spcPct val="0"/>
              </a:spcBef>
              <a:spcAft>
                <a:spcPct val="0"/>
              </a:spcAft>
              <a:buClrTx/>
              <a:buSzTx/>
              <a:buFontTx/>
              <a:buNone/>
              <a:tabLst/>
            </a:pPr>
            <a:r>
              <a:rPr kumimoji="1" lang="ja-JP" altLang="en-US" sz="700" b="0" i="0" u="none" strike="noStrike" cap="none" normalizeH="0" baseline="0" dirty="0">
                <a:ln>
                  <a:noFill/>
                </a:ln>
                <a:effectLst/>
                <a:latin typeface="Meiryo UI" panose="020B0604030504040204" pitchFamily="50" charset="-128"/>
                <a:ea typeface="Meiryo UI" panose="020B0604030504040204" pitchFamily="50" charset="-128"/>
              </a:rPr>
              <a:t>リリース用</a:t>
            </a:r>
            <a:endParaRPr kumimoji="1" lang="en-US" altLang="ja-JP" sz="700" b="0" i="0" u="none" strike="noStrike" cap="none" normalizeH="0" baseline="0" dirty="0">
              <a:ln>
                <a:noFill/>
              </a:ln>
              <a:effectLst/>
              <a:latin typeface="Meiryo UI" panose="020B0604030504040204" pitchFamily="50" charset="-128"/>
              <a:ea typeface="Meiryo UI" panose="020B0604030504040204" pitchFamily="50" charset="-128"/>
            </a:endParaRPr>
          </a:p>
          <a:p>
            <a:pPr marL="0" marR="0" indent="0" algn="ctr" defTabSz="914400" rtl="0" eaLnBrk="1" fontAlgn="ctr" latinLnBrk="0" hangingPunct="1">
              <a:lnSpc>
                <a:spcPct val="100000"/>
              </a:lnSpc>
              <a:spcBef>
                <a:spcPct val="0"/>
              </a:spcBef>
              <a:spcAft>
                <a:spcPct val="0"/>
              </a:spcAft>
              <a:buClrTx/>
              <a:buSzTx/>
              <a:buFontTx/>
              <a:buNone/>
              <a:tabLst/>
            </a:pPr>
            <a:r>
              <a:rPr kumimoji="1" lang="ja-JP" altLang="en-US" sz="700" b="0" i="0" u="none" strike="noStrike" cap="none" normalizeH="0" baseline="0" dirty="0">
                <a:ln>
                  <a:noFill/>
                </a:ln>
                <a:effectLst/>
                <a:latin typeface="Meiryo UI" panose="020B0604030504040204" pitchFamily="50" charset="-128"/>
                <a:ea typeface="Meiryo UI" panose="020B0604030504040204" pitchFamily="50" charset="-128"/>
              </a:rPr>
              <a:t>ドキュメント</a:t>
            </a:r>
          </a:p>
        </p:txBody>
      </p:sp>
      <p:pic>
        <p:nvPicPr>
          <p:cNvPr id="23" name="図 22" descr="アイコン&#10;&#10;自動的に生成された説明">
            <a:extLst>
              <a:ext uri="{FF2B5EF4-FFF2-40B4-BE49-F238E27FC236}">
                <a16:creationId xmlns:a16="http://schemas.microsoft.com/office/drawing/2014/main" id="{85655B4C-8DD4-4850-A5BB-FDBAC6528AF2}"/>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2917118" y="2112333"/>
            <a:ext cx="401961" cy="401961"/>
          </a:xfrm>
          <a:prstGeom prst="rect">
            <a:avLst/>
          </a:prstGeom>
        </p:spPr>
      </p:pic>
      <p:cxnSp>
        <p:nvCxnSpPr>
          <p:cNvPr id="24" name="直線矢印コネクタ 23">
            <a:extLst>
              <a:ext uri="{FF2B5EF4-FFF2-40B4-BE49-F238E27FC236}">
                <a16:creationId xmlns:a16="http://schemas.microsoft.com/office/drawing/2014/main" id="{2AA26A1C-F964-4ECD-9F34-555F8A68BB68}"/>
              </a:ext>
            </a:extLst>
          </p:cNvPr>
          <p:cNvCxnSpPr>
            <a:cxnSpLocks/>
            <a:stCxn id="23" idx="1"/>
            <a:endCxn id="21" idx="3"/>
          </p:cNvCxnSpPr>
          <p:nvPr/>
        </p:nvCxnSpPr>
        <p:spPr bwMode="auto">
          <a:xfrm flipH="1">
            <a:off x="1850355" y="2313314"/>
            <a:ext cx="1066763" cy="5376"/>
          </a:xfrm>
          <a:prstGeom prst="straightConnector1">
            <a:avLst/>
          </a:prstGeom>
          <a:gradFill rotWithShape="0">
            <a:gsLst>
              <a:gs pos="0">
                <a:srgbClr val="FFFFFF"/>
              </a:gs>
              <a:gs pos="100000">
                <a:srgbClr val="CACAC7"/>
              </a:gs>
            </a:gsLst>
            <a:lin ang="5400000" scaled="1"/>
          </a:gradFill>
          <a:ln w="9525" cap="flat" cmpd="sng" algn="ctr">
            <a:solidFill>
              <a:srgbClr val="57564F"/>
            </a:solidFill>
            <a:prstDash val="dash"/>
            <a:round/>
            <a:headEnd type="none" w="med" len="med"/>
            <a:tailEnd type="triangle"/>
          </a:ln>
          <a:effectLst/>
          <a:extLs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cxnSp>
      <p:cxnSp>
        <p:nvCxnSpPr>
          <p:cNvPr id="25" name="直線矢印コネクタ 24">
            <a:extLst>
              <a:ext uri="{FF2B5EF4-FFF2-40B4-BE49-F238E27FC236}">
                <a16:creationId xmlns:a16="http://schemas.microsoft.com/office/drawing/2014/main" id="{20D4C68E-5A10-482B-854C-41018E088CD0}"/>
              </a:ext>
            </a:extLst>
          </p:cNvPr>
          <p:cNvCxnSpPr>
            <a:stCxn id="23" idx="3"/>
            <a:endCxn id="22" idx="1"/>
          </p:cNvCxnSpPr>
          <p:nvPr/>
        </p:nvCxnSpPr>
        <p:spPr bwMode="auto">
          <a:xfrm>
            <a:off x="3319079" y="2313314"/>
            <a:ext cx="1326554" cy="1"/>
          </a:xfrm>
          <a:prstGeom prst="straightConnector1">
            <a:avLst/>
          </a:prstGeom>
          <a:gradFill rotWithShape="0">
            <a:gsLst>
              <a:gs pos="0">
                <a:srgbClr val="FFFFFF"/>
              </a:gs>
              <a:gs pos="100000">
                <a:srgbClr val="CACAC7"/>
              </a:gs>
            </a:gsLst>
            <a:lin ang="5400000" scaled="1"/>
          </a:gradFill>
          <a:ln w="9525" cap="flat" cmpd="sng" algn="ctr">
            <a:solidFill>
              <a:srgbClr val="57564F"/>
            </a:solidFill>
            <a:prstDash val="solid"/>
            <a:round/>
            <a:headEnd type="none" w="med" len="med"/>
            <a:tailEnd type="triangle"/>
          </a:ln>
          <a:effectLst/>
          <a:extLs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cxnSp>
      <p:sp>
        <p:nvSpPr>
          <p:cNvPr id="26" name="コンテンツ プレースホルダー 2">
            <a:extLst>
              <a:ext uri="{FF2B5EF4-FFF2-40B4-BE49-F238E27FC236}">
                <a16:creationId xmlns:a16="http://schemas.microsoft.com/office/drawing/2014/main" id="{8D1EFA81-5467-43C4-9EAE-D28A62560818}"/>
              </a:ext>
            </a:extLst>
          </p:cNvPr>
          <p:cNvSpPr txBox="1">
            <a:spLocks/>
          </p:cNvSpPr>
          <p:nvPr/>
        </p:nvSpPr>
        <p:spPr bwMode="gray">
          <a:xfrm>
            <a:off x="2365866" y="2025709"/>
            <a:ext cx="691475" cy="254315"/>
          </a:xfrm>
          <a:prstGeom prst="rect">
            <a:avLst/>
          </a:prstGeom>
          <a:noFill/>
          <a:ln>
            <a:noFill/>
          </a:ln>
          <a:effectLst/>
        </p:spPr>
        <p:txBody>
          <a:bodyPr vert="horz" wrap="square" lIns="0" tIns="0" rIns="0" bIns="0" numCol="1" anchor="ctr" anchorCtr="0" compatLnSpc="1">
            <a:prstTxWarp prst="textNoShape">
              <a:avLst/>
            </a:prstTxWarp>
          </a:bodyPr>
          <a:lstStyle>
            <a:lvl1pPr marL="266700" indent="-266700" algn="l" defTabSz="809625" rtl="0" eaLnBrk="0" fontAlgn="ctr" hangingPunct="0">
              <a:lnSpc>
                <a:spcPct val="110000"/>
              </a:lnSpc>
              <a:spcBef>
                <a:spcPct val="20000"/>
              </a:spcBef>
              <a:spcAft>
                <a:spcPct val="10000"/>
              </a:spcAft>
              <a:buClr>
                <a:srgbClr val="C80202"/>
              </a:buClr>
              <a:buFont typeface="Wingdings" pitchFamily="2" charset="2"/>
              <a:buChar char="n"/>
              <a:defRPr kumimoji="1" sz="2000">
                <a:solidFill>
                  <a:schemeClr val="tx1"/>
                </a:solidFill>
                <a:latin typeface="メイリオ" panose="020B0604030504040204" pitchFamily="50" charset="-128"/>
                <a:ea typeface="メイリオ" panose="020B0604030504040204" pitchFamily="50" charset="-128"/>
                <a:cs typeface="メイリオ" panose="020B0604030504040204" pitchFamily="50" charset="-128"/>
              </a:defRPr>
            </a:lvl1pPr>
            <a:lvl2pPr marL="514350" indent="-246063" algn="l" defTabSz="809625" rtl="0" eaLnBrk="0" fontAlgn="ctr" hangingPunct="0">
              <a:lnSpc>
                <a:spcPct val="110000"/>
              </a:lnSpc>
              <a:spcBef>
                <a:spcPct val="20000"/>
              </a:spcBef>
              <a:spcAft>
                <a:spcPct val="10000"/>
              </a:spcAft>
              <a:buClr>
                <a:srgbClr val="87867E"/>
              </a:buClr>
              <a:buFont typeface="Wingdings" pitchFamily="2" charset="2"/>
              <a:buChar char="n"/>
              <a:defRPr kumimoji="1" sz="1600">
                <a:solidFill>
                  <a:schemeClr val="tx1"/>
                </a:solidFill>
                <a:latin typeface="メイリオ" panose="020B0604030504040204" pitchFamily="50" charset="-128"/>
                <a:ea typeface="メイリオ" panose="020B0604030504040204" pitchFamily="50" charset="-128"/>
                <a:cs typeface="メイリオ" panose="020B0604030504040204" pitchFamily="50" charset="-128"/>
              </a:defRPr>
            </a:lvl2pPr>
            <a:lvl3pPr marL="536575" indent="377825" algn="l" defTabSz="809625" rtl="0" eaLnBrk="0" fontAlgn="ctr" hangingPunct="0">
              <a:lnSpc>
                <a:spcPct val="110000"/>
              </a:lnSpc>
              <a:spcBef>
                <a:spcPct val="20000"/>
              </a:spcBef>
              <a:spcAft>
                <a:spcPct val="10000"/>
              </a:spcAft>
              <a:buClr>
                <a:srgbClr val="808080"/>
              </a:buClr>
              <a:buFont typeface="Wingdings" pitchFamily="2" charset="2"/>
              <a:defRPr kumimoji="1" sz="1600">
                <a:solidFill>
                  <a:schemeClr val="tx1"/>
                </a:solidFill>
                <a:latin typeface="FUJI-新ゴ R" pitchFamily="50" charset="-128"/>
                <a:ea typeface="FUJI-新ゴ R" pitchFamily="50" charset="-128"/>
                <a:cs typeface="Meiryo UI" pitchFamily="50" charset="-128"/>
              </a:defRPr>
            </a:lvl3pPr>
            <a:lvl4pPr marL="717550" indent="-136525" algn="l" defTabSz="809625" rtl="0" eaLnBrk="0" fontAlgn="base" hangingPunct="0">
              <a:lnSpc>
                <a:spcPct val="110000"/>
              </a:lnSpc>
              <a:spcBef>
                <a:spcPct val="20000"/>
              </a:spcBef>
              <a:spcAft>
                <a:spcPct val="10000"/>
              </a:spcAft>
              <a:buClr>
                <a:srgbClr val="87867E"/>
              </a:buClr>
              <a:buSzPct val="50000"/>
              <a:buFont typeface="Wingdings" pitchFamily="2" charset="2"/>
              <a:buChar char="l"/>
              <a:defRPr kumimoji="1" sz="1400">
                <a:solidFill>
                  <a:schemeClr val="tx1"/>
                </a:solidFill>
                <a:latin typeface="FUJI-新ゴ R" pitchFamily="50" charset="-128"/>
                <a:ea typeface="FUJI-新ゴ R" pitchFamily="50" charset="-128"/>
                <a:cs typeface="Meiryo UI" pitchFamily="50" charset="-128"/>
              </a:defRPr>
            </a:lvl4pPr>
            <a:lvl5pPr marL="2057400" indent="-228600" algn="l" defTabSz="809625" rtl="0" eaLnBrk="0" fontAlgn="base" hangingPunct="0">
              <a:spcBef>
                <a:spcPct val="20000"/>
              </a:spcBef>
              <a:spcAft>
                <a:spcPct val="0"/>
              </a:spcAft>
              <a:buChar char="»"/>
              <a:defRPr kumimoji="1" sz="2000">
                <a:solidFill>
                  <a:schemeClr val="tx1"/>
                </a:solidFill>
                <a:latin typeface="FUJI-新ゴ R" panose="020B0400000000000000" pitchFamily="50" charset="-128"/>
                <a:ea typeface="FUJI-新ゴ R" panose="020B0400000000000000" pitchFamily="50" charset="-128"/>
                <a:cs typeface="ＭＳ Ｐゴシック" pitchFamily="50" charset="-128"/>
              </a:defRPr>
            </a:lvl5pPr>
            <a:lvl6pPr marL="2514600" indent="-228600" algn="l" defTabSz="809625" rtl="0" fontAlgn="base">
              <a:spcBef>
                <a:spcPct val="20000"/>
              </a:spcBef>
              <a:spcAft>
                <a:spcPct val="0"/>
              </a:spcAft>
              <a:buChar char="»"/>
              <a:defRPr kumimoji="1" sz="2000">
                <a:solidFill>
                  <a:schemeClr val="tx1"/>
                </a:solidFill>
                <a:latin typeface="+mn-lt"/>
                <a:ea typeface="+mn-ea"/>
              </a:defRPr>
            </a:lvl6pPr>
            <a:lvl7pPr marL="2971800" indent="-228600" algn="l" defTabSz="809625" rtl="0" fontAlgn="base">
              <a:spcBef>
                <a:spcPct val="20000"/>
              </a:spcBef>
              <a:spcAft>
                <a:spcPct val="0"/>
              </a:spcAft>
              <a:buChar char="»"/>
              <a:defRPr kumimoji="1" sz="2000">
                <a:solidFill>
                  <a:schemeClr val="tx1"/>
                </a:solidFill>
                <a:latin typeface="+mn-lt"/>
                <a:ea typeface="+mn-ea"/>
              </a:defRPr>
            </a:lvl7pPr>
            <a:lvl8pPr marL="3429000" indent="-228600" algn="l" defTabSz="809625" rtl="0" fontAlgn="base">
              <a:spcBef>
                <a:spcPct val="20000"/>
              </a:spcBef>
              <a:spcAft>
                <a:spcPct val="0"/>
              </a:spcAft>
              <a:buChar char="»"/>
              <a:defRPr kumimoji="1" sz="2000">
                <a:solidFill>
                  <a:schemeClr val="tx1"/>
                </a:solidFill>
                <a:latin typeface="+mn-lt"/>
                <a:ea typeface="+mn-ea"/>
              </a:defRPr>
            </a:lvl8pPr>
            <a:lvl9pPr marL="3886200" indent="-228600" algn="l" defTabSz="809625" rtl="0" fontAlgn="base">
              <a:spcBef>
                <a:spcPct val="20000"/>
              </a:spcBef>
              <a:spcAft>
                <a:spcPct val="0"/>
              </a:spcAft>
              <a:buChar char="»"/>
              <a:defRPr kumimoji="1" sz="2000">
                <a:solidFill>
                  <a:schemeClr val="tx1"/>
                </a:solidFill>
                <a:latin typeface="+mn-lt"/>
                <a:ea typeface="+mn-ea"/>
              </a:defRPr>
            </a:lvl9pPr>
          </a:lstStyle>
          <a:p>
            <a:pPr marL="0" indent="0">
              <a:buNone/>
            </a:pPr>
            <a:r>
              <a:rPr lang="ja-JP" altLang="en-US" sz="1050" kern="0" dirty="0">
                <a:latin typeface="Meiryo UI" panose="020B0604030504040204" pitchFamily="50" charset="-128"/>
                <a:ea typeface="Meiryo UI" panose="020B0604030504040204" pitchFamily="50" charset="-128"/>
              </a:rPr>
              <a:t>参照</a:t>
            </a:r>
            <a:endParaRPr lang="en-US" altLang="ja-JP" sz="1050" kern="0" dirty="0">
              <a:latin typeface="Meiryo UI" panose="020B0604030504040204" pitchFamily="50" charset="-128"/>
              <a:ea typeface="Meiryo UI" panose="020B0604030504040204" pitchFamily="50" charset="-128"/>
            </a:endParaRPr>
          </a:p>
        </p:txBody>
      </p:sp>
      <p:cxnSp>
        <p:nvCxnSpPr>
          <p:cNvPr id="27" name="コネクタ: カギ線 26">
            <a:extLst>
              <a:ext uri="{FF2B5EF4-FFF2-40B4-BE49-F238E27FC236}">
                <a16:creationId xmlns:a16="http://schemas.microsoft.com/office/drawing/2014/main" id="{9432286B-51A9-49A8-8ECC-9F317FDA9CE1}"/>
              </a:ext>
            </a:extLst>
          </p:cNvPr>
          <p:cNvCxnSpPr>
            <a:stCxn id="21" idx="2"/>
            <a:endCxn id="22" idx="2"/>
          </p:cNvCxnSpPr>
          <p:nvPr/>
        </p:nvCxnSpPr>
        <p:spPr bwMode="auto">
          <a:xfrm rot="5400000" flipH="1" flipV="1">
            <a:off x="3245306" y="711348"/>
            <a:ext cx="5375" cy="3700217"/>
          </a:xfrm>
          <a:prstGeom prst="bentConnector3">
            <a:avLst>
              <a:gd name="adj1" fmla="val -4948837"/>
            </a:avLst>
          </a:prstGeom>
          <a:gradFill rotWithShape="0">
            <a:gsLst>
              <a:gs pos="0">
                <a:srgbClr val="FFFFFF"/>
              </a:gs>
              <a:gs pos="100000">
                <a:srgbClr val="CACAC7"/>
              </a:gs>
            </a:gsLst>
            <a:lin ang="5400000" scaled="1"/>
          </a:gradFill>
          <a:ln w="9525" cap="flat" cmpd="sng" algn="ctr">
            <a:solidFill>
              <a:srgbClr val="57564F"/>
            </a:solidFill>
            <a:prstDash val="dash"/>
            <a:round/>
            <a:headEnd type="none" w="med" len="med"/>
            <a:tailEnd type="triangle"/>
          </a:ln>
          <a:effectLst/>
          <a:extLs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cxnSp>
      <p:sp>
        <p:nvSpPr>
          <p:cNvPr id="28" name="コンテンツ プレースホルダー 2">
            <a:extLst>
              <a:ext uri="{FF2B5EF4-FFF2-40B4-BE49-F238E27FC236}">
                <a16:creationId xmlns:a16="http://schemas.microsoft.com/office/drawing/2014/main" id="{D26D63DF-14B6-455A-93B1-B17952F97F99}"/>
              </a:ext>
            </a:extLst>
          </p:cNvPr>
          <p:cNvSpPr txBox="1">
            <a:spLocks/>
          </p:cNvSpPr>
          <p:nvPr/>
        </p:nvSpPr>
        <p:spPr bwMode="gray">
          <a:xfrm>
            <a:off x="3821423" y="2014986"/>
            <a:ext cx="691475" cy="254315"/>
          </a:xfrm>
          <a:prstGeom prst="rect">
            <a:avLst/>
          </a:prstGeom>
          <a:noFill/>
          <a:ln>
            <a:noFill/>
          </a:ln>
          <a:effectLst/>
        </p:spPr>
        <p:txBody>
          <a:bodyPr vert="horz" wrap="square" lIns="0" tIns="0" rIns="0" bIns="0" numCol="1" anchor="ctr" anchorCtr="0" compatLnSpc="1">
            <a:prstTxWarp prst="textNoShape">
              <a:avLst/>
            </a:prstTxWarp>
          </a:bodyPr>
          <a:lstStyle>
            <a:lvl1pPr marL="266700" indent="-266700" algn="l" defTabSz="809625" rtl="0" eaLnBrk="0" fontAlgn="ctr" hangingPunct="0">
              <a:lnSpc>
                <a:spcPct val="110000"/>
              </a:lnSpc>
              <a:spcBef>
                <a:spcPct val="20000"/>
              </a:spcBef>
              <a:spcAft>
                <a:spcPct val="10000"/>
              </a:spcAft>
              <a:buClr>
                <a:srgbClr val="C80202"/>
              </a:buClr>
              <a:buFont typeface="Wingdings" pitchFamily="2" charset="2"/>
              <a:buChar char="n"/>
              <a:defRPr kumimoji="1" sz="2000">
                <a:solidFill>
                  <a:schemeClr val="tx1"/>
                </a:solidFill>
                <a:latin typeface="メイリオ" panose="020B0604030504040204" pitchFamily="50" charset="-128"/>
                <a:ea typeface="メイリオ" panose="020B0604030504040204" pitchFamily="50" charset="-128"/>
                <a:cs typeface="メイリオ" panose="020B0604030504040204" pitchFamily="50" charset="-128"/>
              </a:defRPr>
            </a:lvl1pPr>
            <a:lvl2pPr marL="514350" indent="-246063" algn="l" defTabSz="809625" rtl="0" eaLnBrk="0" fontAlgn="ctr" hangingPunct="0">
              <a:lnSpc>
                <a:spcPct val="110000"/>
              </a:lnSpc>
              <a:spcBef>
                <a:spcPct val="20000"/>
              </a:spcBef>
              <a:spcAft>
                <a:spcPct val="10000"/>
              </a:spcAft>
              <a:buClr>
                <a:srgbClr val="87867E"/>
              </a:buClr>
              <a:buFont typeface="Wingdings" pitchFamily="2" charset="2"/>
              <a:buChar char="n"/>
              <a:defRPr kumimoji="1" sz="1600">
                <a:solidFill>
                  <a:schemeClr val="tx1"/>
                </a:solidFill>
                <a:latin typeface="メイリオ" panose="020B0604030504040204" pitchFamily="50" charset="-128"/>
                <a:ea typeface="メイリオ" panose="020B0604030504040204" pitchFamily="50" charset="-128"/>
                <a:cs typeface="メイリオ" panose="020B0604030504040204" pitchFamily="50" charset="-128"/>
              </a:defRPr>
            </a:lvl2pPr>
            <a:lvl3pPr marL="536575" indent="377825" algn="l" defTabSz="809625" rtl="0" eaLnBrk="0" fontAlgn="ctr" hangingPunct="0">
              <a:lnSpc>
                <a:spcPct val="110000"/>
              </a:lnSpc>
              <a:spcBef>
                <a:spcPct val="20000"/>
              </a:spcBef>
              <a:spcAft>
                <a:spcPct val="10000"/>
              </a:spcAft>
              <a:buClr>
                <a:srgbClr val="808080"/>
              </a:buClr>
              <a:buFont typeface="Wingdings" pitchFamily="2" charset="2"/>
              <a:defRPr kumimoji="1" sz="1600">
                <a:solidFill>
                  <a:schemeClr val="tx1"/>
                </a:solidFill>
                <a:latin typeface="FUJI-新ゴ R" pitchFamily="50" charset="-128"/>
                <a:ea typeface="FUJI-新ゴ R" pitchFamily="50" charset="-128"/>
                <a:cs typeface="Meiryo UI" pitchFamily="50" charset="-128"/>
              </a:defRPr>
            </a:lvl3pPr>
            <a:lvl4pPr marL="717550" indent="-136525" algn="l" defTabSz="809625" rtl="0" eaLnBrk="0" fontAlgn="base" hangingPunct="0">
              <a:lnSpc>
                <a:spcPct val="110000"/>
              </a:lnSpc>
              <a:spcBef>
                <a:spcPct val="20000"/>
              </a:spcBef>
              <a:spcAft>
                <a:spcPct val="10000"/>
              </a:spcAft>
              <a:buClr>
                <a:srgbClr val="87867E"/>
              </a:buClr>
              <a:buSzPct val="50000"/>
              <a:buFont typeface="Wingdings" pitchFamily="2" charset="2"/>
              <a:buChar char="l"/>
              <a:defRPr kumimoji="1" sz="1400">
                <a:solidFill>
                  <a:schemeClr val="tx1"/>
                </a:solidFill>
                <a:latin typeface="FUJI-新ゴ R" pitchFamily="50" charset="-128"/>
                <a:ea typeface="FUJI-新ゴ R" pitchFamily="50" charset="-128"/>
                <a:cs typeface="Meiryo UI" pitchFamily="50" charset="-128"/>
              </a:defRPr>
            </a:lvl4pPr>
            <a:lvl5pPr marL="2057400" indent="-228600" algn="l" defTabSz="809625" rtl="0" eaLnBrk="0" fontAlgn="base" hangingPunct="0">
              <a:spcBef>
                <a:spcPct val="20000"/>
              </a:spcBef>
              <a:spcAft>
                <a:spcPct val="0"/>
              </a:spcAft>
              <a:buChar char="»"/>
              <a:defRPr kumimoji="1" sz="2000">
                <a:solidFill>
                  <a:schemeClr val="tx1"/>
                </a:solidFill>
                <a:latin typeface="FUJI-新ゴ R" panose="020B0400000000000000" pitchFamily="50" charset="-128"/>
                <a:ea typeface="FUJI-新ゴ R" panose="020B0400000000000000" pitchFamily="50" charset="-128"/>
                <a:cs typeface="ＭＳ Ｐゴシック" pitchFamily="50" charset="-128"/>
              </a:defRPr>
            </a:lvl5pPr>
            <a:lvl6pPr marL="2514600" indent="-228600" algn="l" defTabSz="809625" rtl="0" fontAlgn="base">
              <a:spcBef>
                <a:spcPct val="20000"/>
              </a:spcBef>
              <a:spcAft>
                <a:spcPct val="0"/>
              </a:spcAft>
              <a:buChar char="»"/>
              <a:defRPr kumimoji="1" sz="2000">
                <a:solidFill>
                  <a:schemeClr val="tx1"/>
                </a:solidFill>
                <a:latin typeface="+mn-lt"/>
                <a:ea typeface="+mn-ea"/>
              </a:defRPr>
            </a:lvl6pPr>
            <a:lvl7pPr marL="2971800" indent="-228600" algn="l" defTabSz="809625" rtl="0" fontAlgn="base">
              <a:spcBef>
                <a:spcPct val="20000"/>
              </a:spcBef>
              <a:spcAft>
                <a:spcPct val="0"/>
              </a:spcAft>
              <a:buChar char="»"/>
              <a:defRPr kumimoji="1" sz="2000">
                <a:solidFill>
                  <a:schemeClr val="tx1"/>
                </a:solidFill>
                <a:latin typeface="+mn-lt"/>
                <a:ea typeface="+mn-ea"/>
              </a:defRPr>
            </a:lvl7pPr>
            <a:lvl8pPr marL="3429000" indent="-228600" algn="l" defTabSz="809625" rtl="0" fontAlgn="base">
              <a:spcBef>
                <a:spcPct val="20000"/>
              </a:spcBef>
              <a:spcAft>
                <a:spcPct val="0"/>
              </a:spcAft>
              <a:buChar char="»"/>
              <a:defRPr kumimoji="1" sz="2000">
                <a:solidFill>
                  <a:schemeClr val="tx1"/>
                </a:solidFill>
                <a:latin typeface="+mn-lt"/>
                <a:ea typeface="+mn-ea"/>
              </a:defRPr>
            </a:lvl8pPr>
            <a:lvl9pPr marL="3886200" indent="-228600" algn="l" defTabSz="809625" rtl="0" fontAlgn="base">
              <a:spcBef>
                <a:spcPct val="20000"/>
              </a:spcBef>
              <a:spcAft>
                <a:spcPct val="0"/>
              </a:spcAft>
              <a:buChar char="»"/>
              <a:defRPr kumimoji="1" sz="2000">
                <a:solidFill>
                  <a:schemeClr val="tx1"/>
                </a:solidFill>
                <a:latin typeface="+mn-lt"/>
                <a:ea typeface="+mn-ea"/>
              </a:defRPr>
            </a:lvl9pPr>
          </a:lstStyle>
          <a:p>
            <a:pPr marL="0" indent="0">
              <a:buNone/>
            </a:pPr>
            <a:r>
              <a:rPr lang="ja-JP" altLang="en-US" sz="1050" kern="0" dirty="0">
                <a:latin typeface="Meiryo UI" panose="020B0604030504040204" pitchFamily="50" charset="-128"/>
                <a:ea typeface="Meiryo UI" panose="020B0604030504040204" pitchFamily="50" charset="-128"/>
              </a:rPr>
              <a:t>更新</a:t>
            </a:r>
            <a:endParaRPr lang="en-US" altLang="ja-JP" sz="1050" kern="0" dirty="0">
              <a:latin typeface="Meiryo UI" panose="020B0604030504040204" pitchFamily="50" charset="-128"/>
              <a:ea typeface="Meiryo UI" panose="020B0604030504040204" pitchFamily="50" charset="-128"/>
            </a:endParaRPr>
          </a:p>
        </p:txBody>
      </p:sp>
      <p:sp>
        <p:nvSpPr>
          <p:cNvPr id="29" name="コンテンツ プレースホルダー 2">
            <a:extLst>
              <a:ext uri="{FF2B5EF4-FFF2-40B4-BE49-F238E27FC236}">
                <a16:creationId xmlns:a16="http://schemas.microsoft.com/office/drawing/2014/main" id="{F3B90A41-AB16-49DA-BCFD-94C696C6F5C6}"/>
              </a:ext>
            </a:extLst>
          </p:cNvPr>
          <p:cNvSpPr txBox="1">
            <a:spLocks/>
          </p:cNvSpPr>
          <p:nvPr/>
        </p:nvSpPr>
        <p:spPr bwMode="gray">
          <a:xfrm>
            <a:off x="3348618" y="2570180"/>
            <a:ext cx="691475" cy="254315"/>
          </a:xfrm>
          <a:prstGeom prst="rect">
            <a:avLst/>
          </a:prstGeom>
          <a:noFill/>
          <a:ln>
            <a:noFill/>
          </a:ln>
          <a:effectLst/>
        </p:spPr>
        <p:txBody>
          <a:bodyPr vert="horz" wrap="square" lIns="0" tIns="0" rIns="0" bIns="0" numCol="1" anchor="ctr" anchorCtr="0" compatLnSpc="1">
            <a:prstTxWarp prst="textNoShape">
              <a:avLst/>
            </a:prstTxWarp>
          </a:bodyPr>
          <a:lstStyle>
            <a:lvl1pPr marL="266700" indent="-266700" algn="l" defTabSz="809625" rtl="0" eaLnBrk="0" fontAlgn="ctr" hangingPunct="0">
              <a:lnSpc>
                <a:spcPct val="110000"/>
              </a:lnSpc>
              <a:spcBef>
                <a:spcPct val="20000"/>
              </a:spcBef>
              <a:spcAft>
                <a:spcPct val="10000"/>
              </a:spcAft>
              <a:buClr>
                <a:srgbClr val="C80202"/>
              </a:buClr>
              <a:buFont typeface="Wingdings" pitchFamily="2" charset="2"/>
              <a:buChar char="n"/>
              <a:defRPr kumimoji="1" sz="2000">
                <a:solidFill>
                  <a:schemeClr val="tx1"/>
                </a:solidFill>
                <a:latin typeface="メイリオ" panose="020B0604030504040204" pitchFamily="50" charset="-128"/>
                <a:ea typeface="メイリオ" panose="020B0604030504040204" pitchFamily="50" charset="-128"/>
                <a:cs typeface="メイリオ" panose="020B0604030504040204" pitchFamily="50" charset="-128"/>
              </a:defRPr>
            </a:lvl1pPr>
            <a:lvl2pPr marL="514350" indent="-246063" algn="l" defTabSz="809625" rtl="0" eaLnBrk="0" fontAlgn="ctr" hangingPunct="0">
              <a:lnSpc>
                <a:spcPct val="110000"/>
              </a:lnSpc>
              <a:spcBef>
                <a:spcPct val="20000"/>
              </a:spcBef>
              <a:spcAft>
                <a:spcPct val="10000"/>
              </a:spcAft>
              <a:buClr>
                <a:srgbClr val="87867E"/>
              </a:buClr>
              <a:buFont typeface="Wingdings" pitchFamily="2" charset="2"/>
              <a:buChar char="n"/>
              <a:defRPr kumimoji="1" sz="1600">
                <a:solidFill>
                  <a:schemeClr val="tx1"/>
                </a:solidFill>
                <a:latin typeface="メイリオ" panose="020B0604030504040204" pitchFamily="50" charset="-128"/>
                <a:ea typeface="メイリオ" panose="020B0604030504040204" pitchFamily="50" charset="-128"/>
                <a:cs typeface="メイリオ" panose="020B0604030504040204" pitchFamily="50" charset="-128"/>
              </a:defRPr>
            </a:lvl2pPr>
            <a:lvl3pPr marL="536575" indent="377825" algn="l" defTabSz="809625" rtl="0" eaLnBrk="0" fontAlgn="ctr" hangingPunct="0">
              <a:lnSpc>
                <a:spcPct val="110000"/>
              </a:lnSpc>
              <a:spcBef>
                <a:spcPct val="20000"/>
              </a:spcBef>
              <a:spcAft>
                <a:spcPct val="10000"/>
              </a:spcAft>
              <a:buClr>
                <a:srgbClr val="808080"/>
              </a:buClr>
              <a:buFont typeface="Wingdings" pitchFamily="2" charset="2"/>
              <a:defRPr kumimoji="1" sz="1600">
                <a:solidFill>
                  <a:schemeClr val="tx1"/>
                </a:solidFill>
                <a:latin typeface="FUJI-新ゴ R" pitchFamily="50" charset="-128"/>
                <a:ea typeface="FUJI-新ゴ R" pitchFamily="50" charset="-128"/>
                <a:cs typeface="Meiryo UI" pitchFamily="50" charset="-128"/>
              </a:defRPr>
            </a:lvl3pPr>
            <a:lvl4pPr marL="717550" indent="-136525" algn="l" defTabSz="809625" rtl="0" eaLnBrk="0" fontAlgn="base" hangingPunct="0">
              <a:lnSpc>
                <a:spcPct val="110000"/>
              </a:lnSpc>
              <a:spcBef>
                <a:spcPct val="20000"/>
              </a:spcBef>
              <a:spcAft>
                <a:spcPct val="10000"/>
              </a:spcAft>
              <a:buClr>
                <a:srgbClr val="87867E"/>
              </a:buClr>
              <a:buSzPct val="50000"/>
              <a:buFont typeface="Wingdings" pitchFamily="2" charset="2"/>
              <a:buChar char="l"/>
              <a:defRPr kumimoji="1" sz="1400">
                <a:solidFill>
                  <a:schemeClr val="tx1"/>
                </a:solidFill>
                <a:latin typeface="FUJI-新ゴ R" pitchFamily="50" charset="-128"/>
                <a:ea typeface="FUJI-新ゴ R" pitchFamily="50" charset="-128"/>
                <a:cs typeface="Meiryo UI" pitchFamily="50" charset="-128"/>
              </a:defRPr>
            </a:lvl4pPr>
            <a:lvl5pPr marL="2057400" indent="-228600" algn="l" defTabSz="809625" rtl="0" eaLnBrk="0" fontAlgn="base" hangingPunct="0">
              <a:spcBef>
                <a:spcPct val="20000"/>
              </a:spcBef>
              <a:spcAft>
                <a:spcPct val="0"/>
              </a:spcAft>
              <a:buChar char="»"/>
              <a:defRPr kumimoji="1" sz="2000">
                <a:solidFill>
                  <a:schemeClr val="tx1"/>
                </a:solidFill>
                <a:latin typeface="FUJI-新ゴ R" panose="020B0400000000000000" pitchFamily="50" charset="-128"/>
                <a:ea typeface="FUJI-新ゴ R" panose="020B0400000000000000" pitchFamily="50" charset="-128"/>
                <a:cs typeface="ＭＳ Ｐゴシック" pitchFamily="50" charset="-128"/>
              </a:defRPr>
            </a:lvl5pPr>
            <a:lvl6pPr marL="2514600" indent="-228600" algn="l" defTabSz="809625" rtl="0" fontAlgn="base">
              <a:spcBef>
                <a:spcPct val="20000"/>
              </a:spcBef>
              <a:spcAft>
                <a:spcPct val="0"/>
              </a:spcAft>
              <a:buChar char="»"/>
              <a:defRPr kumimoji="1" sz="2000">
                <a:solidFill>
                  <a:schemeClr val="tx1"/>
                </a:solidFill>
                <a:latin typeface="+mn-lt"/>
                <a:ea typeface="+mn-ea"/>
              </a:defRPr>
            </a:lvl6pPr>
            <a:lvl7pPr marL="2971800" indent="-228600" algn="l" defTabSz="809625" rtl="0" fontAlgn="base">
              <a:spcBef>
                <a:spcPct val="20000"/>
              </a:spcBef>
              <a:spcAft>
                <a:spcPct val="0"/>
              </a:spcAft>
              <a:buChar char="»"/>
              <a:defRPr kumimoji="1" sz="2000">
                <a:solidFill>
                  <a:schemeClr val="tx1"/>
                </a:solidFill>
                <a:latin typeface="+mn-lt"/>
                <a:ea typeface="+mn-ea"/>
              </a:defRPr>
            </a:lvl7pPr>
            <a:lvl8pPr marL="3429000" indent="-228600" algn="l" defTabSz="809625" rtl="0" fontAlgn="base">
              <a:spcBef>
                <a:spcPct val="20000"/>
              </a:spcBef>
              <a:spcAft>
                <a:spcPct val="0"/>
              </a:spcAft>
              <a:buChar char="»"/>
              <a:defRPr kumimoji="1" sz="2000">
                <a:solidFill>
                  <a:schemeClr val="tx1"/>
                </a:solidFill>
                <a:latin typeface="+mn-lt"/>
                <a:ea typeface="+mn-ea"/>
              </a:defRPr>
            </a:lvl8pPr>
            <a:lvl9pPr marL="3886200" indent="-228600" algn="l" defTabSz="809625" rtl="0" fontAlgn="base">
              <a:spcBef>
                <a:spcPct val="20000"/>
              </a:spcBef>
              <a:spcAft>
                <a:spcPct val="0"/>
              </a:spcAft>
              <a:buChar char="»"/>
              <a:defRPr kumimoji="1" sz="2000">
                <a:solidFill>
                  <a:schemeClr val="tx1"/>
                </a:solidFill>
                <a:latin typeface="+mn-lt"/>
                <a:ea typeface="+mn-ea"/>
              </a:defRPr>
            </a:lvl9pPr>
          </a:lstStyle>
          <a:p>
            <a:pPr marL="0" indent="0">
              <a:buNone/>
            </a:pPr>
            <a:r>
              <a:rPr lang="ja-JP" altLang="en-US" sz="1050" kern="0" dirty="0">
                <a:latin typeface="Meiryo UI" panose="020B0604030504040204" pitchFamily="50" charset="-128"/>
                <a:ea typeface="Meiryo UI" panose="020B0604030504040204" pitchFamily="50" charset="-128"/>
              </a:rPr>
              <a:t>コピー</a:t>
            </a:r>
            <a:endParaRPr lang="en-US" altLang="ja-JP" sz="1050" kern="0" dirty="0">
              <a:latin typeface="Meiryo UI" panose="020B0604030504040204" pitchFamily="50" charset="-128"/>
              <a:ea typeface="Meiryo UI" panose="020B0604030504040204" pitchFamily="50" charset="-128"/>
            </a:endParaRPr>
          </a:p>
        </p:txBody>
      </p:sp>
      <p:pic>
        <p:nvPicPr>
          <p:cNvPr id="30" name="図 29" descr="アイコン&#10;&#10;自動的に生成された説明">
            <a:extLst>
              <a:ext uri="{FF2B5EF4-FFF2-40B4-BE49-F238E27FC236}">
                <a16:creationId xmlns:a16="http://schemas.microsoft.com/office/drawing/2014/main" id="{26DA9A51-FCF0-4031-8FBB-32D05B91ADED}"/>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6906216" y="2138910"/>
            <a:ext cx="401960" cy="347106"/>
          </a:xfrm>
          <a:prstGeom prst="rect">
            <a:avLst/>
          </a:prstGeom>
        </p:spPr>
      </p:pic>
      <p:cxnSp>
        <p:nvCxnSpPr>
          <p:cNvPr id="31" name="直線矢印コネクタ 30">
            <a:extLst>
              <a:ext uri="{FF2B5EF4-FFF2-40B4-BE49-F238E27FC236}">
                <a16:creationId xmlns:a16="http://schemas.microsoft.com/office/drawing/2014/main" id="{4F389865-A66B-422A-83F1-674E2303ECD6}"/>
              </a:ext>
            </a:extLst>
          </p:cNvPr>
          <p:cNvCxnSpPr>
            <a:stCxn id="30" idx="1"/>
            <a:endCxn id="22" idx="3"/>
          </p:cNvCxnSpPr>
          <p:nvPr/>
        </p:nvCxnSpPr>
        <p:spPr bwMode="auto">
          <a:xfrm flipH="1">
            <a:off x="5550572" y="2312463"/>
            <a:ext cx="1355644" cy="852"/>
          </a:xfrm>
          <a:prstGeom prst="straightConnector1">
            <a:avLst/>
          </a:prstGeom>
          <a:gradFill rotWithShape="0">
            <a:gsLst>
              <a:gs pos="0">
                <a:srgbClr val="FFFFFF"/>
              </a:gs>
              <a:gs pos="100000">
                <a:srgbClr val="CACAC7"/>
              </a:gs>
            </a:gsLst>
            <a:lin ang="5400000" scaled="1"/>
          </a:gradFill>
          <a:ln w="9525" cap="flat" cmpd="sng" algn="ctr">
            <a:solidFill>
              <a:srgbClr val="57564F"/>
            </a:solidFill>
            <a:prstDash val="solid"/>
            <a:round/>
            <a:headEnd type="none" w="med" len="med"/>
            <a:tailEnd type="triangle"/>
          </a:ln>
          <a:effectLst/>
          <a:extLs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cxnSp>
      <p:sp>
        <p:nvSpPr>
          <p:cNvPr id="32" name="コンテンツ プレースホルダー 2">
            <a:extLst>
              <a:ext uri="{FF2B5EF4-FFF2-40B4-BE49-F238E27FC236}">
                <a16:creationId xmlns:a16="http://schemas.microsoft.com/office/drawing/2014/main" id="{5AEFBAA9-EFD1-428A-9F8B-CC2F79ED07FD}"/>
              </a:ext>
            </a:extLst>
          </p:cNvPr>
          <p:cNvSpPr txBox="1">
            <a:spLocks/>
          </p:cNvSpPr>
          <p:nvPr/>
        </p:nvSpPr>
        <p:spPr bwMode="gray">
          <a:xfrm>
            <a:off x="5934564" y="2025708"/>
            <a:ext cx="691475" cy="254315"/>
          </a:xfrm>
          <a:prstGeom prst="rect">
            <a:avLst/>
          </a:prstGeom>
          <a:noFill/>
          <a:ln>
            <a:noFill/>
          </a:ln>
          <a:effectLst/>
        </p:spPr>
        <p:txBody>
          <a:bodyPr vert="horz" wrap="square" lIns="0" tIns="0" rIns="0" bIns="0" numCol="1" anchor="ctr" anchorCtr="0" compatLnSpc="1">
            <a:prstTxWarp prst="textNoShape">
              <a:avLst/>
            </a:prstTxWarp>
          </a:bodyPr>
          <a:lstStyle>
            <a:lvl1pPr marL="266700" indent="-266700" algn="l" defTabSz="809625" rtl="0" eaLnBrk="0" fontAlgn="ctr" hangingPunct="0">
              <a:lnSpc>
                <a:spcPct val="110000"/>
              </a:lnSpc>
              <a:spcBef>
                <a:spcPct val="20000"/>
              </a:spcBef>
              <a:spcAft>
                <a:spcPct val="10000"/>
              </a:spcAft>
              <a:buClr>
                <a:srgbClr val="C80202"/>
              </a:buClr>
              <a:buFont typeface="Wingdings" pitchFamily="2" charset="2"/>
              <a:buChar char="n"/>
              <a:defRPr kumimoji="1" sz="2000">
                <a:solidFill>
                  <a:schemeClr val="tx1"/>
                </a:solidFill>
                <a:latin typeface="メイリオ" panose="020B0604030504040204" pitchFamily="50" charset="-128"/>
                <a:ea typeface="メイリオ" panose="020B0604030504040204" pitchFamily="50" charset="-128"/>
                <a:cs typeface="メイリオ" panose="020B0604030504040204" pitchFamily="50" charset="-128"/>
              </a:defRPr>
            </a:lvl1pPr>
            <a:lvl2pPr marL="514350" indent="-246063" algn="l" defTabSz="809625" rtl="0" eaLnBrk="0" fontAlgn="ctr" hangingPunct="0">
              <a:lnSpc>
                <a:spcPct val="110000"/>
              </a:lnSpc>
              <a:spcBef>
                <a:spcPct val="20000"/>
              </a:spcBef>
              <a:spcAft>
                <a:spcPct val="10000"/>
              </a:spcAft>
              <a:buClr>
                <a:srgbClr val="87867E"/>
              </a:buClr>
              <a:buFont typeface="Wingdings" pitchFamily="2" charset="2"/>
              <a:buChar char="n"/>
              <a:defRPr kumimoji="1" sz="1600">
                <a:solidFill>
                  <a:schemeClr val="tx1"/>
                </a:solidFill>
                <a:latin typeface="メイリオ" panose="020B0604030504040204" pitchFamily="50" charset="-128"/>
                <a:ea typeface="メイリオ" panose="020B0604030504040204" pitchFamily="50" charset="-128"/>
                <a:cs typeface="メイリオ" panose="020B0604030504040204" pitchFamily="50" charset="-128"/>
              </a:defRPr>
            </a:lvl2pPr>
            <a:lvl3pPr marL="536575" indent="377825" algn="l" defTabSz="809625" rtl="0" eaLnBrk="0" fontAlgn="ctr" hangingPunct="0">
              <a:lnSpc>
                <a:spcPct val="110000"/>
              </a:lnSpc>
              <a:spcBef>
                <a:spcPct val="20000"/>
              </a:spcBef>
              <a:spcAft>
                <a:spcPct val="10000"/>
              </a:spcAft>
              <a:buClr>
                <a:srgbClr val="808080"/>
              </a:buClr>
              <a:buFont typeface="Wingdings" pitchFamily="2" charset="2"/>
              <a:defRPr kumimoji="1" sz="1600">
                <a:solidFill>
                  <a:schemeClr val="tx1"/>
                </a:solidFill>
                <a:latin typeface="FUJI-新ゴ R" pitchFamily="50" charset="-128"/>
                <a:ea typeface="FUJI-新ゴ R" pitchFamily="50" charset="-128"/>
                <a:cs typeface="Meiryo UI" pitchFamily="50" charset="-128"/>
              </a:defRPr>
            </a:lvl3pPr>
            <a:lvl4pPr marL="717550" indent="-136525" algn="l" defTabSz="809625" rtl="0" eaLnBrk="0" fontAlgn="base" hangingPunct="0">
              <a:lnSpc>
                <a:spcPct val="110000"/>
              </a:lnSpc>
              <a:spcBef>
                <a:spcPct val="20000"/>
              </a:spcBef>
              <a:spcAft>
                <a:spcPct val="10000"/>
              </a:spcAft>
              <a:buClr>
                <a:srgbClr val="87867E"/>
              </a:buClr>
              <a:buSzPct val="50000"/>
              <a:buFont typeface="Wingdings" pitchFamily="2" charset="2"/>
              <a:buChar char="l"/>
              <a:defRPr kumimoji="1" sz="1400">
                <a:solidFill>
                  <a:schemeClr val="tx1"/>
                </a:solidFill>
                <a:latin typeface="FUJI-新ゴ R" pitchFamily="50" charset="-128"/>
                <a:ea typeface="FUJI-新ゴ R" pitchFamily="50" charset="-128"/>
                <a:cs typeface="Meiryo UI" pitchFamily="50" charset="-128"/>
              </a:defRPr>
            </a:lvl4pPr>
            <a:lvl5pPr marL="2057400" indent="-228600" algn="l" defTabSz="809625" rtl="0" eaLnBrk="0" fontAlgn="base" hangingPunct="0">
              <a:spcBef>
                <a:spcPct val="20000"/>
              </a:spcBef>
              <a:spcAft>
                <a:spcPct val="0"/>
              </a:spcAft>
              <a:buChar char="»"/>
              <a:defRPr kumimoji="1" sz="2000">
                <a:solidFill>
                  <a:schemeClr val="tx1"/>
                </a:solidFill>
                <a:latin typeface="FUJI-新ゴ R" panose="020B0400000000000000" pitchFamily="50" charset="-128"/>
                <a:ea typeface="FUJI-新ゴ R" panose="020B0400000000000000" pitchFamily="50" charset="-128"/>
                <a:cs typeface="ＭＳ Ｐゴシック" pitchFamily="50" charset="-128"/>
              </a:defRPr>
            </a:lvl5pPr>
            <a:lvl6pPr marL="2514600" indent="-228600" algn="l" defTabSz="809625" rtl="0" fontAlgn="base">
              <a:spcBef>
                <a:spcPct val="20000"/>
              </a:spcBef>
              <a:spcAft>
                <a:spcPct val="0"/>
              </a:spcAft>
              <a:buChar char="»"/>
              <a:defRPr kumimoji="1" sz="2000">
                <a:solidFill>
                  <a:schemeClr val="tx1"/>
                </a:solidFill>
                <a:latin typeface="+mn-lt"/>
                <a:ea typeface="+mn-ea"/>
              </a:defRPr>
            </a:lvl6pPr>
            <a:lvl7pPr marL="2971800" indent="-228600" algn="l" defTabSz="809625" rtl="0" fontAlgn="base">
              <a:spcBef>
                <a:spcPct val="20000"/>
              </a:spcBef>
              <a:spcAft>
                <a:spcPct val="0"/>
              </a:spcAft>
              <a:buChar char="»"/>
              <a:defRPr kumimoji="1" sz="2000">
                <a:solidFill>
                  <a:schemeClr val="tx1"/>
                </a:solidFill>
                <a:latin typeface="+mn-lt"/>
                <a:ea typeface="+mn-ea"/>
              </a:defRPr>
            </a:lvl7pPr>
            <a:lvl8pPr marL="3429000" indent="-228600" algn="l" defTabSz="809625" rtl="0" fontAlgn="base">
              <a:spcBef>
                <a:spcPct val="20000"/>
              </a:spcBef>
              <a:spcAft>
                <a:spcPct val="0"/>
              </a:spcAft>
              <a:buChar char="»"/>
              <a:defRPr kumimoji="1" sz="2000">
                <a:solidFill>
                  <a:schemeClr val="tx1"/>
                </a:solidFill>
                <a:latin typeface="+mn-lt"/>
                <a:ea typeface="+mn-ea"/>
              </a:defRPr>
            </a:lvl8pPr>
            <a:lvl9pPr marL="3886200" indent="-228600" algn="l" defTabSz="809625" rtl="0" fontAlgn="base">
              <a:spcBef>
                <a:spcPct val="20000"/>
              </a:spcBef>
              <a:spcAft>
                <a:spcPct val="0"/>
              </a:spcAft>
              <a:buChar char="»"/>
              <a:defRPr kumimoji="1" sz="2000">
                <a:solidFill>
                  <a:schemeClr val="tx1"/>
                </a:solidFill>
                <a:latin typeface="+mn-lt"/>
                <a:ea typeface="+mn-ea"/>
              </a:defRPr>
            </a:lvl9pPr>
          </a:lstStyle>
          <a:p>
            <a:pPr marL="0" indent="0">
              <a:buNone/>
            </a:pPr>
            <a:r>
              <a:rPr lang="ja-JP" altLang="en-US" sz="1050" kern="0" dirty="0">
                <a:latin typeface="Meiryo UI" panose="020B0604030504040204" pitchFamily="50" charset="-128"/>
                <a:ea typeface="Meiryo UI" panose="020B0604030504040204" pitchFamily="50" charset="-128"/>
              </a:rPr>
              <a:t>レビュー</a:t>
            </a:r>
            <a:endParaRPr lang="en-US" altLang="ja-JP" sz="1050" kern="0" dirty="0">
              <a:latin typeface="Meiryo UI" panose="020B0604030504040204" pitchFamily="50" charset="-128"/>
              <a:ea typeface="Meiryo UI" panose="020B0604030504040204" pitchFamily="50" charset="-128"/>
            </a:endParaRPr>
          </a:p>
        </p:txBody>
      </p:sp>
      <p:sp>
        <p:nvSpPr>
          <p:cNvPr id="33" name="矢印: 下 32">
            <a:extLst>
              <a:ext uri="{FF2B5EF4-FFF2-40B4-BE49-F238E27FC236}">
                <a16:creationId xmlns:a16="http://schemas.microsoft.com/office/drawing/2014/main" id="{41110833-A73B-486C-8A09-5F2B61C3A35D}"/>
              </a:ext>
            </a:extLst>
          </p:cNvPr>
          <p:cNvSpPr/>
          <p:nvPr/>
        </p:nvSpPr>
        <p:spPr bwMode="gray">
          <a:xfrm>
            <a:off x="960239" y="2884592"/>
            <a:ext cx="375687" cy="376864"/>
          </a:xfrm>
          <a:prstGeom prst="downArrow">
            <a:avLst/>
          </a:prstGeom>
          <a:solidFill>
            <a:srgbClr val="0070C0"/>
          </a:solidFill>
          <a:ln w="9525"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ctr" latinLnBrk="0" hangingPunct="1">
              <a:lnSpc>
                <a:spcPct val="100000"/>
              </a:lnSpc>
              <a:spcBef>
                <a:spcPct val="0"/>
              </a:spcBef>
              <a:spcAft>
                <a:spcPct val="0"/>
              </a:spcAft>
              <a:buClrTx/>
              <a:buSzTx/>
              <a:buFontTx/>
              <a:buNone/>
              <a:tabLst/>
            </a:pPr>
            <a:endParaRPr kumimoji="1" lang="ja-JP" altLang="en-US" sz="1600" b="0" i="0" u="none" strike="noStrike" cap="none" normalizeH="0" baseline="0" dirty="0">
              <a:ln>
                <a:noFill/>
              </a:ln>
              <a:effectLst/>
              <a:latin typeface="Meiryo UI" panose="020B0604030504040204" pitchFamily="50" charset="-128"/>
              <a:ea typeface="Meiryo UI" panose="020B0604030504040204" pitchFamily="50" charset="-128"/>
            </a:endParaRPr>
          </a:p>
        </p:txBody>
      </p:sp>
      <p:sp>
        <p:nvSpPr>
          <p:cNvPr id="34" name="コンテンツ プレースホルダー 2">
            <a:extLst>
              <a:ext uri="{FF2B5EF4-FFF2-40B4-BE49-F238E27FC236}">
                <a16:creationId xmlns:a16="http://schemas.microsoft.com/office/drawing/2014/main" id="{13E57B2C-6711-4461-8F78-898B78C86538}"/>
              </a:ext>
            </a:extLst>
          </p:cNvPr>
          <p:cNvSpPr txBox="1">
            <a:spLocks/>
          </p:cNvSpPr>
          <p:nvPr/>
        </p:nvSpPr>
        <p:spPr bwMode="gray">
          <a:xfrm>
            <a:off x="1496283" y="2962953"/>
            <a:ext cx="6608543" cy="254315"/>
          </a:xfrm>
          <a:prstGeom prst="rect">
            <a:avLst/>
          </a:prstGeom>
          <a:noFill/>
          <a:ln>
            <a:noFill/>
          </a:ln>
          <a:effectLst/>
        </p:spPr>
        <p:txBody>
          <a:bodyPr vert="horz" wrap="square" lIns="0" tIns="0" rIns="0" bIns="0" numCol="1" anchor="ctr" anchorCtr="0" compatLnSpc="1">
            <a:prstTxWarp prst="textNoShape">
              <a:avLst/>
            </a:prstTxWarp>
          </a:bodyPr>
          <a:lstStyle>
            <a:lvl1pPr marL="266700" indent="-266700" algn="l" defTabSz="809625" rtl="0" eaLnBrk="0" fontAlgn="ctr" hangingPunct="0">
              <a:lnSpc>
                <a:spcPct val="110000"/>
              </a:lnSpc>
              <a:spcBef>
                <a:spcPct val="20000"/>
              </a:spcBef>
              <a:spcAft>
                <a:spcPct val="10000"/>
              </a:spcAft>
              <a:buClr>
                <a:srgbClr val="C80202"/>
              </a:buClr>
              <a:buFont typeface="Wingdings" pitchFamily="2" charset="2"/>
              <a:buChar char="n"/>
              <a:defRPr kumimoji="1" sz="2000">
                <a:solidFill>
                  <a:schemeClr val="tx1"/>
                </a:solidFill>
                <a:latin typeface="メイリオ" panose="020B0604030504040204" pitchFamily="50" charset="-128"/>
                <a:ea typeface="メイリオ" panose="020B0604030504040204" pitchFamily="50" charset="-128"/>
                <a:cs typeface="メイリオ" panose="020B0604030504040204" pitchFamily="50" charset="-128"/>
              </a:defRPr>
            </a:lvl1pPr>
            <a:lvl2pPr marL="514350" indent="-246063" algn="l" defTabSz="809625" rtl="0" eaLnBrk="0" fontAlgn="ctr" hangingPunct="0">
              <a:lnSpc>
                <a:spcPct val="110000"/>
              </a:lnSpc>
              <a:spcBef>
                <a:spcPct val="20000"/>
              </a:spcBef>
              <a:spcAft>
                <a:spcPct val="10000"/>
              </a:spcAft>
              <a:buClr>
                <a:srgbClr val="87867E"/>
              </a:buClr>
              <a:buFont typeface="Wingdings" pitchFamily="2" charset="2"/>
              <a:buChar char="n"/>
              <a:defRPr kumimoji="1" sz="1600">
                <a:solidFill>
                  <a:schemeClr val="tx1"/>
                </a:solidFill>
                <a:latin typeface="メイリオ" panose="020B0604030504040204" pitchFamily="50" charset="-128"/>
                <a:ea typeface="メイリオ" panose="020B0604030504040204" pitchFamily="50" charset="-128"/>
                <a:cs typeface="メイリオ" panose="020B0604030504040204" pitchFamily="50" charset="-128"/>
              </a:defRPr>
            </a:lvl2pPr>
            <a:lvl3pPr marL="536575" indent="377825" algn="l" defTabSz="809625" rtl="0" eaLnBrk="0" fontAlgn="ctr" hangingPunct="0">
              <a:lnSpc>
                <a:spcPct val="110000"/>
              </a:lnSpc>
              <a:spcBef>
                <a:spcPct val="20000"/>
              </a:spcBef>
              <a:spcAft>
                <a:spcPct val="10000"/>
              </a:spcAft>
              <a:buClr>
                <a:srgbClr val="808080"/>
              </a:buClr>
              <a:buFont typeface="Wingdings" pitchFamily="2" charset="2"/>
              <a:defRPr kumimoji="1" sz="1600">
                <a:solidFill>
                  <a:schemeClr val="tx1"/>
                </a:solidFill>
                <a:latin typeface="FUJI-新ゴ R" pitchFamily="50" charset="-128"/>
                <a:ea typeface="FUJI-新ゴ R" pitchFamily="50" charset="-128"/>
                <a:cs typeface="Meiryo UI" pitchFamily="50" charset="-128"/>
              </a:defRPr>
            </a:lvl3pPr>
            <a:lvl4pPr marL="717550" indent="-136525" algn="l" defTabSz="809625" rtl="0" eaLnBrk="0" fontAlgn="base" hangingPunct="0">
              <a:lnSpc>
                <a:spcPct val="110000"/>
              </a:lnSpc>
              <a:spcBef>
                <a:spcPct val="20000"/>
              </a:spcBef>
              <a:spcAft>
                <a:spcPct val="10000"/>
              </a:spcAft>
              <a:buClr>
                <a:srgbClr val="87867E"/>
              </a:buClr>
              <a:buSzPct val="50000"/>
              <a:buFont typeface="Wingdings" pitchFamily="2" charset="2"/>
              <a:buChar char="l"/>
              <a:defRPr kumimoji="1" sz="1400">
                <a:solidFill>
                  <a:schemeClr val="tx1"/>
                </a:solidFill>
                <a:latin typeface="FUJI-新ゴ R" pitchFamily="50" charset="-128"/>
                <a:ea typeface="FUJI-新ゴ R" pitchFamily="50" charset="-128"/>
                <a:cs typeface="Meiryo UI" pitchFamily="50" charset="-128"/>
              </a:defRPr>
            </a:lvl4pPr>
            <a:lvl5pPr marL="2057400" indent="-228600" algn="l" defTabSz="809625" rtl="0" eaLnBrk="0" fontAlgn="base" hangingPunct="0">
              <a:spcBef>
                <a:spcPct val="20000"/>
              </a:spcBef>
              <a:spcAft>
                <a:spcPct val="0"/>
              </a:spcAft>
              <a:buChar char="»"/>
              <a:defRPr kumimoji="1" sz="2000">
                <a:solidFill>
                  <a:schemeClr val="tx1"/>
                </a:solidFill>
                <a:latin typeface="FUJI-新ゴ R" panose="020B0400000000000000" pitchFamily="50" charset="-128"/>
                <a:ea typeface="FUJI-新ゴ R" panose="020B0400000000000000" pitchFamily="50" charset="-128"/>
                <a:cs typeface="ＭＳ Ｐゴシック" pitchFamily="50" charset="-128"/>
              </a:defRPr>
            </a:lvl5pPr>
            <a:lvl6pPr marL="2514600" indent="-228600" algn="l" defTabSz="809625" rtl="0" fontAlgn="base">
              <a:spcBef>
                <a:spcPct val="20000"/>
              </a:spcBef>
              <a:spcAft>
                <a:spcPct val="0"/>
              </a:spcAft>
              <a:buChar char="»"/>
              <a:defRPr kumimoji="1" sz="2000">
                <a:solidFill>
                  <a:schemeClr val="tx1"/>
                </a:solidFill>
                <a:latin typeface="+mn-lt"/>
                <a:ea typeface="+mn-ea"/>
              </a:defRPr>
            </a:lvl6pPr>
            <a:lvl7pPr marL="2971800" indent="-228600" algn="l" defTabSz="809625" rtl="0" fontAlgn="base">
              <a:spcBef>
                <a:spcPct val="20000"/>
              </a:spcBef>
              <a:spcAft>
                <a:spcPct val="0"/>
              </a:spcAft>
              <a:buChar char="»"/>
              <a:defRPr kumimoji="1" sz="2000">
                <a:solidFill>
                  <a:schemeClr val="tx1"/>
                </a:solidFill>
                <a:latin typeface="+mn-lt"/>
                <a:ea typeface="+mn-ea"/>
              </a:defRPr>
            </a:lvl7pPr>
            <a:lvl8pPr marL="3429000" indent="-228600" algn="l" defTabSz="809625" rtl="0" fontAlgn="base">
              <a:spcBef>
                <a:spcPct val="20000"/>
              </a:spcBef>
              <a:spcAft>
                <a:spcPct val="0"/>
              </a:spcAft>
              <a:buChar char="»"/>
              <a:defRPr kumimoji="1" sz="2000">
                <a:solidFill>
                  <a:schemeClr val="tx1"/>
                </a:solidFill>
                <a:latin typeface="+mn-lt"/>
                <a:ea typeface="+mn-ea"/>
              </a:defRPr>
            </a:lvl8pPr>
            <a:lvl9pPr marL="3886200" indent="-228600" algn="l" defTabSz="809625" rtl="0" fontAlgn="base">
              <a:spcBef>
                <a:spcPct val="20000"/>
              </a:spcBef>
              <a:spcAft>
                <a:spcPct val="0"/>
              </a:spcAft>
              <a:buChar char="»"/>
              <a:defRPr kumimoji="1" sz="2000">
                <a:solidFill>
                  <a:schemeClr val="tx1"/>
                </a:solidFill>
                <a:latin typeface="+mn-lt"/>
                <a:ea typeface="+mn-ea"/>
              </a:defRPr>
            </a:lvl9pPr>
          </a:lstStyle>
          <a:p>
            <a:pPr marL="0" indent="0">
              <a:buNone/>
            </a:pPr>
            <a:r>
              <a:rPr lang="ja-JP" altLang="en-US" sz="1400" kern="0" dirty="0">
                <a:latin typeface="Meiryo UI" panose="020B0604030504040204" pitchFamily="50" charset="-128"/>
                <a:ea typeface="Meiryo UI" panose="020B0604030504040204" pitchFamily="50" charset="-128"/>
              </a:rPr>
              <a:t>②リリース用ドキュメント更新・レビュー後に台帳へ更新日・レビュー日を記載。</a:t>
            </a:r>
            <a:endParaRPr lang="en-US" altLang="ja-JP" sz="1400" kern="0" dirty="0">
              <a:latin typeface="Meiryo UI" panose="020B0604030504040204" pitchFamily="50" charset="-128"/>
              <a:ea typeface="Meiryo UI" panose="020B0604030504040204" pitchFamily="50" charset="-128"/>
            </a:endParaRPr>
          </a:p>
        </p:txBody>
      </p:sp>
      <p:pic>
        <p:nvPicPr>
          <p:cNvPr id="35" name="図 34">
            <a:extLst>
              <a:ext uri="{FF2B5EF4-FFF2-40B4-BE49-F238E27FC236}">
                <a16:creationId xmlns:a16="http://schemas.microsoft.com/office/drawing/2014/main" id="{3812F5AD-F255-41CC-85D5-04921FE8B73C}"/>
              </a:ext>
            </a:extLst>
          </p:cNvPr>
          <p:cNvPicPr>
            <a:picLocks noChangeAspect="1"/>
          </p:cNvPicPr>
          <p:nvPr/>
        </p:nvPicPr>
        <p:blipFill rotWithShape="1">
          <a:blip r:embed="rId6"/>
          <a:srcRect l="51268" t="32079" r="9466" b="58256"/>
          <a:stretch/>
        </p:blipFill>
        <p:spPr>
          <a:xfrm>
            <a:off x="1322826" y="3359442"/>
            <a:ext cx="3590544" cy="483314"/>
          </a:xfrm>
          <a:prstGeom prst="rect">
            <a:avLst/>
          </a:prstGeom>
        </p:spPr>
      </p:pic>
      <p:sp>
        <p:nvSpPr>
          <p:cNvPr id="36" name="コンテンツ プレースホルダー 2">
            <a:extLst>
              <a:ext uri="{FF2B5EF4-FFF2-40B4-BE49-F238E27FC236}">
                <a16:creationId xmlns:a16="http://schemas.microsoft.com/office/drawing/2014/main" id="{A0E6B277-2197-4A49-A632-6496A536C911}"/>
              </a:ext>
            </a:extLst>
          </p:cNvPr>
          <p:cNvSpPr txBox="1">
            <a:spLocks/>
          </p:cNvSpPr>
          <p:nvPr/>
        </p:nvSpPr>
        <p:spPr bwMode="gray">
          <a:xfrm>
            <a:off x="3347864" y="776875"/>
            <a:ext cx="5112568" cy="254315"/>
          </a:xfrm>
          <a:prstGeom prst="rect">
            <a:avLst/>
          </a:prstGeom>
          <a:noFill/>
          <a:ln>
            <a:noFill/>
          </a:ln>
          <a:effectLst/>
        </p:spPr>
        <p:txBody>
          <a:bodyPr vert="horz" wrap="square" lIns="0" tIns="0" rIns="0" bIns="0" numCol="1" anchor="ctr" anchorCtr="0" compatLnSpc="1">
            <a:prstTxWarp prst="textNoShape">
              <a:avLst/>
            </a:prstTxWarp>
          </a:bodyPr>
          <a:lstStyle>
            <a:lvl1pPr marL="266700" indent="-266700" algn="l" defTabSz="809625" rtl="0" eaLnBrk="0" fontAlgn="ctr" hangingPunct="0">
              <a:lnSpc>
                <a:spcPct val="110000"/>
              </a:lnSpc>
              <a:spcBef>
                <a:spcPct val="20000"/>
              </a:spcBef>
              <a:spcAft>
                <a:spcPct val="10000"/>
              </a:spcAft>
              <a:buClr>
                <a:srgbClr val="C80202"/>
              </a:buClr>
              <a:buFont typeface="Wingdings" pitchFamily="2" charset="2"/>
              <a:buChar char="n"/>
              <a:defRPr kumimoji="1" sz="2000">
                <a:solidFill>
                  <a:schemeClr val="tx1"/>
                </a:solidFill>
                <a:latin typeface="メイリオ" panose="020B0604030504040204" pitchFamily="50" charset="-128"/>
                <a:ea typeface="メイリオ" panose="020B0604030504040204" pitchFamily="50" charset="-128"/>
                <a:cs typeface="メイリオ" panose="020B0604030504040204" pitchFamily="50" charset="-128"/>
              </a:defRPr>
            </a:lvl1pPr>
            <a:lvl2pPr marL="514350" indent="-246063" algn="l" defTabSz="809625" rtl="0" eaLnBrk="0" fontAlgn="ctr" hangingPunct="0">
              <a:lnSpc>
                <a:spcPct val="110000"/>
              </a:lnSpc>
              <a:spcBef>
                <a:spcPct val="20000"/>
              </a:spcBef>
              <a:spcAft>
                <a:spcPct val="10000"/>
              </a:spcAft>
              <a:buClr>
                <a:srgbClr val="87867E"/>
              </a:buClr>
              <a:buFont typeface="Wingdings" pitchFamily="2" charset="2"/>
              <a:buChar char="n"/>
              <a:defRPr kumimoji="1" sz="1600">
                <a:solidFill>
                  <a:schemeClr val="tx1"/>
                </a:solidFill>
                <a:latin typeface="メイリオ" panose="020B0604030504040204" pitchFamily="50" charset="-128"/>
                <a:ea typeface="メイリオ" panose="020B0604030504040204" pitchFamily="50" charset="-128"/>
                <a:cs typeface="メイリオ" panose="020B0604030504040204" pitchFamily="50" charset="-128"/>
              </a:defRPr>
            </a:lvl2pPr>
            <a:lvl3pPr marL="536575" indent="377825" algn="l" defTabSz="809625" rtl="0" eaLnBrk="0" fontAlgn="ctr" hangingPunct="0">
              <a:lnSpc>
                <a:spcPct val="110000"/>
              </a:lnSpc>
              <a:spcBef>
                <a:spcPct val="20000"/>
              </a:spcBef>
              <a:spcAft>
                <a:spcPct val="10000"/>
              </a:spcAft>
              <a:buClr>
                <a:srgbClr val="808080"/>
              </a:buClr>
              <a:buFont typeface="Wingdings" pitchFamily="2" charset="2"/>
              <a:defRPr kumimoji="1" sz="1600">
                <a:solidFill>
                  <a:schemeClr val="tx1"/>
                </a:solidFill>
                <a:latin typeface="FUJI-新ゴ R" pitchFamily="50" charset="-128"/>
                <a:ea typeface="FUJI-新ゴ R" pitchFamily="50" charset="-128"/>
                <a:cs typeface="Meiryo UI" pitchFamily="50" charset="-128"/>
              </a:defRPr>
            </a:lvl3pPr>
            <a:lvl4pPr marL="717550" indent="-136525" algn="l" defTabSz="809625" rtl="0" eaLnBrk="0" fontAlgn="base" hangingPunct="0">
              <a:lnSpc>
                <a:spcPct val="110000"/>
              </a:lnSpc>
              <a:spcBef>
                <a:spcPct val="20000"/>
              </a:spcBef>
              <a:spcAft>
                <a:spcPct val="10000"/>
              </a:spcAft>
              <a:buClr>
                <a:srgbClr val="87867E"/>
              </a:buClr>
              <a:buSzPct val="50000"/>
              <a:buFont typeface="Wingdings" pitchFamily="2" charset="2"/>
              <a:buChar char="l"/>
              <a:defRPr kumimoji="1" sz="1400">
                <a:solidFill>
                  <a:schemeClr val="tx1"/>
                </a:solidFill>
                <a:latin typeface="FUJI-新ゴ R" pitchFamily="50" charset="-128"/>
                <a:ea typeface="FUJI-新ゴ R" pitchFamily="50" charset="-128"/>
                <a:cs typeface="Meiryo UI" pitchFamily="50" charset="-128"/>
              </a:defRPr>
            </a:lvl4pPr>
            <a:lvl5pPr marL="2057400" indent="-228600" algn="l" defTabSz="809625" rtl="0" eaLnBrk="0" fontAlgn="base" hangingPunct="0">
              <a:spcBef>
                <a:spcPct val="20000"/>
              </a:spcBef>
              <a:spcAft>
                <a:spcPct val="0"/>
              </a:spcAft>
              <a:buChar char="»"/>
              <a:defRPr kumimoji="1" sz="2000">
                <a:solidFill>
                  <a:schemeClr val="tx1"/>
                </a:solidFill>
                <a:latin typeface="FUJI-新ゴ R" panose="020B0400000000000000" pitchFamily="50" charset="-128"/>
                <a:ea typeface="FUJI-新ゴ R" panose="020B0400000000000000" pitchFamily="50" charset="-128"/>
                <a:cs typeface="ＭＳ Ｐゴシック" pitchFamily="50" charset="-128"/>
              </a:defRPr>
            </a:lvl5pPr>
            <a:lvl6pPr marL="2514600" indent="-228600" algn="l" defTabSz="809625" rtl="0" fontAlgn="base">
              <a:spcBef>
                <a:spcPct val="20000"/>
              </a:spcBef>
              <a:spcAft>
                <a:spcPct val="0"/>
              </a:spcAft>
              <a:buChar char="»"/>
              <a:defRPr kumimoji="1" sz="2000">
                <a:solidFill>
                  <a:schemeClr val="tx1"/>
                </a:solidFill>
                <a:latin typeface="+mn-lt"/>
                <a:ea typeface="+mn-ea"/>
              </a:defRPr>
            </a:lvl6pPr>
            <a:lvl7pPr marL="2971800" indent="-228600" algn="l" defTabSz="809625" rtl="0" fontAlgn="base">
              <a:spcBef>
                <a:spcPct val="20000"/>
              </a:spcBef>
              <a:spcAft>
                <a:spcPct val="0"/>
              </a:spcAft>
              <a:buChar char="»"/>
              <a:defRPr kumimoji="1" sz="2000">
                <a:solidFill>
                  <a:schemeClr val="tx1"/>
                </a:solidFill>
                <a:latin typeface="+mn-lt"/>
                <a:ea typeface="+mn-ea"/>
              </a:defRPr>
            </a:lvl7pPr>
            <a:lvl8pPr marL="3429000" indent="-228600" algn="l" defTabSz="809625" rtl="0" fontAlgn="base">
              <a:spcBef>
                <a:spcPct val="20000"/>
              </a:spcBef>
              <a:spcAft>
                <a:spcPct val="0"/>
              </a:spcAft>
              <a:buChar char="»"/>
              <a:defRPr kumimoji="1" sz="2000">
                <a:solidFill>
                  <a:schemeClr val="tx1"/>
                </a:solidFill>
                <a:latin typeface="+mn-lt"/>
                <a:ea typeface="+mn-ea"/>
              </a:defRPr>
            </a:lvl8pPr>
            <a:lvl9pPr marL="3886200" indent="-228600" algn="l" defTabSz="809625" rtl="0" fontAlgn="base">
              <a:spcBef>
                <a:spcPct val="20000"/>
              </a:spcBef>
              <a:spcAft>
                <a:spcPct val="0"/>
              </a:spcAft>
              <a:buChar char="»"/>
              <a:defRPr kumimoji="1" sz="2000">
                <a:solidFill>
                  <a:schemeClr val="tx1"/>
                </a:solidFill>
                <a:latin typeface="+mn-lt"/>
                <a:ea typeface="+mn-ea"/>
              </a:defRPr>
            </a:lvl9pPr>
          </a:lstStyle>
          <a:p>
            <a:pPr marL="0" indent="0">
              <a:buNone/>
            </a:pPr>
            <a:r>
              <a:rPr lang="ja-JP" altLang="en-US" sz="1600" b="1" kern="0" dirty="0">
                <a:latin typeface="Meiryo UI" panose="020B0604030504040204" pitchFamily="50" charset="-128"/>
                <a:ea typeface="Meiryo UI" panose="020B0604030504040204" pitchFamily="50" charset="-128"/>
              </a:rPr>
              <a:t>対象者：管理者</a:t>
            </a:r>
            <a:endParaRPr lang="en-US" altLang="ja-JP" sz="1600" b="1" kern="0" dirty="0">
              <a:latin typeface="Meiryo UI" panose="020B0604030504040204" pitchFamily="50" charset="-128"/>
              <a:ea typeface="Meiryo UI" panose="020B0604030504040204" pitchFamily="50" charset="-128"/>
            </a:endParaRPr>
          </a:p>
        </p:txBody>
      </p:sp>
      <p:sp>
        <p:nvSpPr>
          <p:cNvPr id="6" name="スライド番号プレースホルダー 5">
            <a:extLst>
              <a:ext uri="{FF2B5EF4-FFF2-40B4-BE49-F238E27FC236}">
                <a16:creationId xmlns:a16="http://schemas.microsoft.com/office/drawing/2014/main" id="{67CD8589-0C58-4F0D-AFA0-FD1ADD694C17}"/>
              </a:ext>
            </a:extLst>
          </p:cNvPr>
          <p:cNvSpPr>
            <a:spLocks noGrp="1"/>
          </p:cNvSpPr>
          <p:nvPr>
            <p:ph type="sldNum" sz="quarter" idx="11"/>
          </p:nvPr>
        </p:nvSpPr>
        <p:spPr/>
        <p:txBody>
          <a:bodyPr/>
          <a:lstStyle/>
          <a:p>
            <a:fld id="{72E657AC-4808-49C2-85C9-9B8A09B04136}" type="slidenum">
              <a:rPr lang="de-DE" altLang="ja-JP" smtClean="0"/>
              <a:pPr/>
              <a:t>12</a:t>
            </a:fld>
            <a:endParaRPr lang="de-DE" altLang="ja-JP"/>
          </a:p>
        </p:txBody>
      </p:sp>
      <p:sp>
        <p:nvSpPr>
          <p:cNvPr id="42" name="フッター プレースホルダー 3">
            <a:extLst>
              <a:ext uri="{FF2B5EF4-FFF2-40B4-BE49-F238E27FC236}">
                <a16:creationId xmlns:a16="http://schemas.microsoft.com/office/drawing/2014/main" id="{8608819B-1E66-41B6-917A-1143931AADAC}"/>
              </a:ext>
            </a:extLst>
          </p:cNvPr>
          <p:cNvSpPr>
            <a:spLocks noGrp="1"/>
          </p:cNvSpPr>
          <p:nvPr>
            <p:ph type="ftr" sz="quarter" idx="10"/>
          </p:nvPr>
        </p:nvSpPr>
        <p:spPr>
          <a:xfrm>
            <a:off x="7758000" y="4888800"/>
            <a:ext cx="1155600" cy="108000"/>
          </a:xfrm>
        </p:spPr>
        <p:txBody>
          <a:bodyPr/>
          <a:lstStyle/>
          <a:p>
            <a:r>
              <a:rPr lang="en-US" altLang="ja-JP"/>
              <a:t>© 2022 Fujitsu Limited</a:t>
            </a:r>
            <a:endParaRPr lang="de-DE" altLang="ja-JP" dirty="0"/>
          </a:p>
        </p:txBody>
      </p:sp>
      <p:graphicFrame>
        <p:nvGraphicFramePr>
          <p:cNvPr id="38" name="表 2">
            <a:extLst>
              <a:ext uri="{FF2B5EF4-FFF2-40B4-BE49-F238E27FC236}">
                <a16:creationId xmlns:a16="http://schemas.microsoft.com/office/drawing/2014/main" id="{5F5B419E-12F9-4B9D-B92D-7B4C0497A7CC}"/>
              </a:ext>
            </a:extLst>
          </p:cNvPr>
          <p:cNvGraphicFramePr>
            <a:graphicFrameLocks noGrp="1"/>
          </p:cNvGraphicFramePr>
          <p:nvPr>
            <p:extLst>
              <p:ext uri="{D42A27DB-BD31-4B8C-83A1-F6EECF244321}">
                <p14:modId xmlns:p14="http://schemas.microsoft.com/office/powerpoint/2010/main" val="2741969313"/>
              </p:ext>
            </p:extLst>
          </p:nvPr>
        </p:nvGraphicFramePr>
        <p:xfrm>
          <a:off x="868962" y="3968806"/>
          <a:ext cx="8014363" cy="730088"/>
        </p:xfrm>
        <a:graphic>
          <a:graphicData uri="http://schemas.openxmlformats.org/drawingml/2006/table">
            <a:tbl>
              <a:tblPr firstRow="1" bandRow="1">
                <a:tableStyleId>{00A15C55-8517-42AA-B614-E9B94910E393}</a:tableStyleId>
              </a:tblPr>
              <a:tblGrid>
                <a:gridCol w="1082213">
                  <a:extLst>
                    <a:ext uri="{9D8B030D-6E8A-4147-A177-3AD203B41FA5}">
                      <a16:colId xmlns:a16="http://schemas.microsoft.com/office/drawing/2014/main" val="4229135214"/>
                    </a:ext>
                  </a:extLst>
                </a:gridCol>
                <a:gridCol w="6932150">
                  <a:extLst>
                    <a:ext uri="{9D8B030D-6E8A-4147-A177-3AD203B41FA5}">
                      <a16:colId xmlns:a16="http://schemas.microsoft.com/office/drawing/2014/main" val="2607537423"/>
                    </a:ext>
                  </a:extLst>
                </a:gridCol>
              </a:tblGrid>
              <a:tr h="353288">
                <a:tc>
                  <a:txBody>
                    <a:bodyPr/>
                    <a:lstStyle/>
                    <a:p>
                      <a:pPr algn="ctr"/>
                      <a:r>
                        <a:rPr lang="ja-JP" altLang="en-US" sz="1000" b="1" kern="0" dirty="0">
                          <a:solidFill>
                            <a:srgbClr val="FFFFFF"/>
                          </a:solidFill>
                        </a:rPr>
                        <a:t>ドキュメント更新依頼台帳　</a:t>
                      </a:r>
                      <a:endParaRPr kumimoji="1" lang="ja-JP" altLang="en-US" sz="1000" b="1" dirty="0">
                        <a:solidFill>
                          <a:srgbClr val="FFFFFF"/>
                        </a:solidFill>
                        <a:latin typeface="Meiryo UI" panose="020B0604030504040204" pitchFamily="50" charset="-128"/>
                        <a:ea typeface="Meiryo UI" panose="020B0604030504040204" pitchFamily="50" charset="-128"/>
                      </a:endParaRPr>
                    </a:p>
                  </a:txBody>
                  <a:tcPr marL="72000" marR="72000" marT="36000" marB="36000" anchor="ctr"/>
                </a:tc>
                <a:tc>
                  <a:txBody>
                    <a:bodyPr/>
                    <a:lstStyle/>
                    <a:p>
                      <a:r>
                        <a:rPr lang="en-US" altLang="ja-JP" sz="800" dirty="0" err="1">
                          <a:latin typeface="Meiryo UI" panose="020B0604030504040204" pitchFamily="50" charset="-128"/>
                          <a:ea typeface="Meiryo UI" panose="020B0604030504040204" pitchFamily="50" charset="-128"/>
                        </a:rPr>
                        <a:t>jp_SAP</a:t>
                      </a:r>
                      <a:r>
                        <a:rPr lang="ja-JP" altLang="en-US" sz="800" dirty="0">
                          <a:latin typeface="Meiryo UI" panose="020B0604030504040204" pitchFamily="50" charset="-128"/>
                          <a:ea typeface="Meiryo UI" panose="020B0604030504040204" pitchFamily="50" charset="-128"/>
                        </a:rPr>
                        <a:t>デリバリナレッジマネジメント</a:t>
                      </a:r>
                      <a:r>
                        <a:rPr lang="en-US" altLang="ja-JP" sz="800" dirty="0">
                          <a:latin typeface="Meiryo UI" panose="020B0604030504040204" pitchFamily="50" charset="-128"/>
                          <a:ea typeface="Meiryo UI" panose="020B0604030504040204" pitchFamily="50" charset="-128"/>
                        </a:rPr>
                        <a:t>/21_Activate2.0</a:t>
                      </a:r>
                      <a:r>
                        <a:rPr lang="ja-JP" altLang="en-US" sz="800" dirty="0">
                          <a:latin typeface="Meiryo UI" panose="020B0604030504040204" pitchFamily="50" charset="-128"/>
                          <a:ea typeface="Meiryo UI" panose="020B0604030504040204" pitchFamily="50" charset="-128"/>
                        </a:rPr>
                        <a:t>構成管理</a:t>
                      </a:r>
                      <a:r>
                        <a:rPr lang="en-US" altLang="ja-JP" sz="800" dirty="0">
                          <a:latin typeface="Meiryo UI" panose="020B0604030504040204" pitchFamily="50" charset="-128"/>
                          <a:ea typeface="Meiryo UI" panose="020B0604030504040204" pitchFamily="50" charset="-128"/>
                        </a:rPr>
                        <a:t>(</a:t>
                      </a:r>
                      <a:r>
                        <a:rPr lang="ja-JP" altLang="en-US" sz="800" dirty="0">
                          <a:latin typeface="Meiryo UI" panose="020B0604030504040204" pitchFamily="50" charset="-128"/>
                          <a:ea typeface="Meiryo UI" panose="020B0604030504040204" pitchFamily="50" charset="-128"/>
                        </a:rPr>
                        <a:t>緊急依頼＆更新通知）</a:t>
                      </a:r>
                      <a:r>
                        <a:rPr lang="en-US" altLang="ja-JP" sz="800" dirty="0">
                          <a:latin typeface="Meiryo UI" panose="020B0604030504040204" pitchFamily="50" charset="-128"/>
                          <a:ea typeface="Meiryo UI" panose="020B0604030504040204" pitchFamily="50" charset="-128"/>
                        </a:rPr>
                        <a:t>/Activate3.0 </a:t>
                      </a:r>
                      <a:r>
                        <a:rPr lang="ja-JP" altLang="en-US" sz="800" dirty="0">
                          <a:latin typeface="Meiryo UI" panose="020B0604030504040204" pitchFamily="50" charset="-128"/>
                          <a:ea typeface="Meiryo UI" panose="020B0604030504040204" pitchFamily="50" charset="-128"/>
                        </a:rPr>
                        <a:t>ドキュメント更新依頼台帳</a:t>
                      </a:r>
                      <a:r>
                        <a:rPr lang="en-US" altLang="ja-JP" sz="800" dirty="0">
                          <a:latin typeface="Meiryo UI" panose="020B0604030504040204" pitchFamily="50" charset="-128"/>
                          <a:ea typeface="Meiryo UI" panose="020B0604030504040204" pitchFamily="50" charset="-128"/>
                        </a:rPr>
                        <a:t>_V3.0-00.xlsx</a:t>
                      </a:r>
                      <a:endParaRPr lang="ja-JP" altLang="en-US" sz="800" dirty="0">
                        <a:latin typeface="Meiryo UI" panose="020B0604030504040204" pitchFamily="50" charset="-128"/>
                        <a:ea typeface="Meiryo UI" panose="020B0604030504040204" pitchFamily="50" charset="-128"/>
                      </a:endParaRPr>
                    </a:p>
                    <a:p>
                      <a:r>
                        <a:rPr lang="en-US" altLang="ja-JP" sz="800" dirty="0">
                          <a:hlinkClick r:id="rId7" tooltip="https://fujitsu.sharepoint.com/:x:/r/teams/msteams_c8e71e/Shared%20Documents/21_Activate2.0%E6%A7%8B%E6%88%90%E7%AE%A1%E7%90%86(%E7%B7%8A%E6%80%A5%E4%BE%9D%E9%A0%BC%EF%BC%86%E6%9B%B4%E6%96%B0%E9%80%9A%E7%9F%A5%EF%BC%89/Activate3.0%20%E3%83%89%E3%82%AD%E3%83%A5%E3%83%A1%E3%83%B3%E3%83%88%E6%9B%B4%E6%96%B0%E4%BE%9D%E9%A0%BC%E5%8F%B0%E5%B8%B3_V3.0-00.xlsx?d=wd6e46dd7157943d4aa354db4a984d1a0&amp;csf=1&amp;web=1&amp;e=MMr1h3"/>
                        </a:rPr>
                        <a:t>Activate3.0 </a:t>
                      </a:r>
                      <a:r>
                        <a:rPr lang="ja-JP" altLang="en-US" sz="800" dirty="0">
                          <a:hlinkClick r:id="rId7" tooltip="https://fujitsu.sharepoint.com/:x:/r/teams/msteams_c8e71e/Shared%20Documents/21_Activate2.0%E6%A7%8B%E6%88%90%E7%AE%A1%E7%90%86(%E7%B7%8A%E6%80%A5%E4%BE%9D%E9%A0%BC%EF%BC%86%E6%9B%B4%E6%96%B0%E9%80%9A%E7%9F%A5%EF%BC%89/Activate3.0%20%E3%83%89%E3%82%AD%E3%83%A5%E3%83%A1%E3%83%B3%E3%83%88%E6%9B%B4%E6%96%B0%E4%BE%9D%E9%A0%BC%E5%8F%B0%E5%B8%B3_V3.0-00.xlsx?d=wd6e46dd7157943d4aa354db4a984d1a0&amp;csf=1&amp;web=1&amp;e=MMr1h3"/>
                        </a:rPr>
                        <a:t>ドキュメント更新依頼台帳</a:t>
                      </a:r>
                      <a:r>
                        <a:rPr lang="en-US" altLang="ja-JP" sz="800" dirty="0">
                          <a:hlinkClick r:id="rId7" tooltip="https://fujitsu.sharepoint.com/:x:/r/teams/msteams_c8e71e/Shared%20Documents/21_Activate2.0%E6%A7%8B%E6%88%90%E7%AE%A1%E7%90%86(%E7%B7%8A%E6%80%A5%E4%BE%9D%E9%A0%BC%EF%BC%86%E6%9B%B4%E6%96%B0%E9%80%9A%E7%9F%A5%EF%BC%89/Activate3.0%20%E3%83%89%E3%82%AD%E3%83%A5%E3%83%A1%E3%83%B3%E3%83%88%E6%9B%B4%E6%96%B0%E4%BE%9D%E9%A0%BC%E5%8F%B0%E5%B8%B3_V3.0-00.xlsx?d=wd6e46dd7157943d4aa354db4a984d1a0&amp;csf=1&amp;web=1&amp;e=MMr1h3"/>
                        </a:rPr>
                        <a:t>_V3.0-00.xlsx</a:t>
                      </a:r>
                      <a:endParaRPr lang="en-US" altLang="ja-JP" sz="800" dirty="0">
                        <a:latin typeface="Meiryo UI" panose="020B0604030504040204" pitchFamily="50" charset="-128"/>
                        <a:ea typeface="Meiryo UI" panose="020B0604030504040204" pitchFamily="50" charset="-128"/>
                      </a:endParaRPr>
                    </a:p>
                  </a:txBody>
                  <a:tcPr marL="72000" marR="72000" marT="36000" marB="36000" anchor="ctr"/>
                </a:tc>
                <a:extLst>
                  <a:ext uri="{0D108BD9-81ED-4DB2-BD59-A6C34878D82A}">
                    <a16:rowId xmlns:a16="http://schemas.microsoft.com/office/drawing/2014/main" val="2428502835"/>
                  </a:ext>
                </a:extLst>
              </a:tr>
              <a:tr h="353288">
                <a:tc>
                  <a:txBody>
                    <a:bodyPr/>
                    <a:lstStyle/>
                    <a:p>
                      <a:pPr algn="ctr"/>
                      <a:r>
                        <a:rPr kumimoji="1" lang="ja-JP" altLang="en-US" sz="1000" b="1" dirty="0">
                          <a:solidFill>
                            <a:srgbClr val="FFFFFF"/>
                          </a:solidFill>
                          <a:latin typeface="Meiryo UI" panose="020B0604030504040204" pitchFamily="50" charset="-128"/>
                          <a:ea typeface="Meiryo UI" panose="020B0604030504040204" pitchFamily="50" charset="-128"/>
                        </a:rPr>
                        <a:t>更新検討フォルダ</a:t>
                      </a:r>
                    </a:p>
                  </a:txBody>
                  <a:tcPr marL="72000" marR="72000" marT="36000" marB="36000" anchor="ctr">
                    <a:solidFill>
                      <a:srgbClr val="2400B0"/>
                    </a:solid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altLang="ja-JP" sz="800" dirty="0"/>
                        <a:t>SAP Delivery Management/22_Activate 3.0</a:t>
                      </a:r>
                      <a:br>
                        <a:rPr lang="en-US" altLang="ja-JP" sz="800" dirty="0"/>
                      </a:br>
                      <a:r>
                        <a:rPr lang="en-US" altLang="ja-JP" sz="800" dirty="0">
                          <a:hlinkClick r:id="rId8"/>
                        </a:rPr>
                        <a:t>22_Activate 3.0</a:t>
                      </a:r>
                      <a:endParaRPr lang="en-US" altLang="ja-JP" sz="800" dirty="0"/>
                    </a:p>
                  </a:txBody>
                  <a:tcPr marL="72000" marR="72000" marT="36000" marB="36000" anchor="ctr"/>
                </a:tc>
                <a:extLst>
                  <a:ext uri="{0D108BD9-81ED-4DB2-BD59-A6C34878D82A}">
                    <a16:rowId xmlns:a16="http://schemas.microsoft.com/office/drawing/2014/main" val="17647034"/>
                  </a:ext>
                </a:extLst>
              </a:tr>
            </a:tbl>
          </a:graphicData>
        </a:graphic>
      </p:graphicFrame>
    </p:spTree>
    <p:extLst>
      <p:ext uri="{BB962C8B-B14F-4D97-AF65-F5344CB8AC3E}">
        <p14:creationId xmlns:p14="http://schemas.microsoft.com/office/powerpoint/2010/main" val="2547483476"/>
      </p:ext>
    </p:extLst>
  </p:cSld>
  <p:clrMapOvr>
    <a:masterClrMapping/>
  </p:clrMapOvr>
  <p:transition advClick="0" advTm="10000"/>
</p:sld>
</file>

<file path=ppt/slides/slide1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35874" name="Rectangle 2"/>
          <p:cNvSpPr>
            <a:spLocks noGrp="1" noChangeArrowheads="1"/>
          </p:cNvSpPr>
          <p:nvPr>
            <p:ph type="title"/>
          </p:nvPr>
        </p:nvSpPr>
        <p:spPr/>
        <p:txBody>
          <a:bodyPr vert="horz" lIns="0" tIns="108000" rIns="0" bIns="0" rtlCol="0" anchor="ctr">
            <a:normAutofit fontScale="90000"/>
          </a:bodyPr>
          <a:lstStyle/>
          <a:p>
            <a:r>
              <a:rPr lang="zh-TW" altLang="en-US" sz="2800" dirty="0">
                <a:latin typeface="+mj-lt"/>
                <a:ea typeface="+mj-ea"/>
              </a:rPr>
              <a:t>構成管理実施手順</a:t>
            </a:r>
            <a:r>
              <a:rPr lang="ja-JP" altLang="en-US" sz="2800" dirty="0">
                <a:latin typeface="+mj-lt"/>
                <a:ea typeface="+mj-ea"/>
              </a:rPr>
              <a:t> </a:t>
            </a:r>
            <a:r>
              <a:rPr lang="en-US" altLang="ja-JP" sz="2800" dirty="0">
                <a:latin typeface="+mj-lt"/>
                <a:ea typeface="+mj-ea"/>
              </a:rPr>
              <a:t>-4</a:t>
            </a:r>
            <a:r>
              <a:rPr lang="en-US" altLang="ja-JP" sz="2800" b="1" kern="0" dirty="0">
                <a:solidFill>
                  <a:schemeClr val="bg1"/>
                </a:solidFill>
                <a:latin typeface="Meiryo UI" panose="020B0604030504040204" pitchFamily="50" charset="-128"/>
                <a:ea typeface="Meiryo UI" panose="020B0604030504040204" pitchFamily="50" charset="-128"/>
              </a:rPr>
              <a:t>.Activate</a:t>
            </a:r>
            <a:r>
              <a:rPr lang="ja-JP" altLang="en-US" sz="2800" b="1" kern="0" dirty="0">
                <a:solidFill>
                  <a:schemeClr val="bg1"/>
                </a:solidFill>
                <a:latin typeface="Meiryo UI" panose="020B0604030504040204" pitchFamily="50" charset="-128"/>
                <a:ea typeface="Meiryo UI" panose="020B0604030504040204" pitchFamily="50" charset="-128"/>
              </a:rPr>
              <a:t>リリース（四半期）</a:t>
            </a:r>
            <a:r>
              <a:rPr lang="en-US" altLang="ja-JP" sz="2800" b="1" kern="0" dirty="0">
                <a:solidFill>
                  <a:schemeClr val="bg1"/>
                </a:solidFill>
                <a:latin typeface="Meiryo UI" panose="020B0604030504040204" pitchFamily="50" charset="-128"/>
                <a:ea typeface="Meiryo UI" panose="020B0604030504040204" pitchFamily="50" charset="-128"/>
              </a:rPr>
              <a:t>-</a:t>
            </a:r>
            <a:endParaRPr lang="en-US" altLang="ja-JP" sz="2800" dirty="0">
              <a:latin typeface="+mj-lt"/>
              <a:ea typeface="+mj-ea"/>
            </a:endParaRPr>
          </a:p>
        </p:txBody>
      </p:sp>
      <p:sp>
        <p:nvSpPr>
          <p:cNvPr id="38" name="四角形: 角を丸くする 37">
            <a:extLst>
              <a:ext uri="{FF2B5EF4-FFF2-40B4-BE49-F238E27FC236}">
                <a16:creationId xmlns:a16="http://schemas.microsoft.com/office/drawing/2014/main" id="{F7E32CBA-4C25-4AE2-8414-A1DCCD80019E}"/>
              </a:ext>
            </a:extLst>
          </p:cNvPr>
          <p:cNvSpPr/>
          <p:nvPr/>
        </p:nvSpPr>
        <p:spPr bwMode="gray">
          <a:xfrm>
            <a:off x="6791960" y="2095769"/>
            <a:ext cx="1098717" cy="662676"/>
          </a:xfrm>
          <a:prstGeom prst="roundRect">
            <a:avLst/>
          </a:prstGeom>
          <a:solidFill>
            <a:srgbClr val="FFFFFF"/>
          </a:solidFill>
          <a:ln w="28575" cap="flat" cmpd="sng" algn="ctr">
            <a:solidFill>
              <a:srgbClr val="0070C0"/>
            </a:solidFill>
            <a:prstDash val="solid"/>
            <a:round/>
            <a:headEnd type="none" w="med" len="med"/>
            <a:tailEnd type="none" w="med" len="med"/>
          </a:ln>
          <a:effectLst/>
          <a:extLs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txBody>
          <a:bodyPr vert="horz" wrap="none" lIns="91440" tIns="45720" rIns="91440" bIns="45720" numCol="1" rtlCol="0" anchor="ctr" anchorCtr="0" compatLnSpc="1">
            <a:prstTxWarp prst="textNoShape">
              <a:avLst/>
            </a:prstTxWarp>
          </a:bodyPr>
          <a:lstStyle/>
          <a:p>
            <a:pPr marL="0" marR="0" indent="0" algn="ctr" defTabSz="914400" rtl="0" eaLnBrk="1" fontAlgn="ctr" latinLnBrk="0" hangingPunct="1">
              <a:lnSpc>
                <a:spcPct val="100000"/>
              </a:lnSpc>
              <a:spcBef>
                <a:spcPct val="0"/>
              </a:spcBef>
              <a:spcAft>
                <a:spcPct val="0"/>
              </a:spcAft>
              <a:buClrTx/>
              <a:buSzTx/>
              <a:buFontTx/>
              <a:buNone/>
              <a:tabLst/>
            </a:pPr>
            <a:endParaRPr kumimoji="1" lang="ja-JP" altLang="en-US" sz="1600" b="0" i="0" u="none" strike="noStrike" cap="none" normalizeH="0" baseline="0" dirty="0">
              <a:ln>
                <a:noFill/>
              </a:ln>
              <a:effectLst/>
              <a:latin typeface="Meiryo UI" panose="020B0604030504040204" pitchFamily="50" charset="-128"/>
              <a:ea typeface="Meiryo UI" panose="020B0604030504040204" pitchFamily="50" charset="-128"/>
            </a:endParaRPr>
          </a:p>
        </p:txBody>
      </p:sp>
      <p:sp>
        <p:nvSpPr>
          <p:cNvPr id="39" name="コンテンツ プレースホルダー 2">
            <a:extLst>
              <a:ext uri="{FF2B5EF4-FFF2-40B4-BE49-F238E27FC236}">
                <a16:creationId xmlns:a16="http://schemas.microsoft.com/office/drawing/2014/main" id="{1C044617-F785-4F79-BD0F-6C8E2E2B100A}"/>
              </a:ext>
            </a:extLst>
          </p:cNvPr>
          <p:cNvSpPr txBox="1">
            <a:spLocks/>
          </p:cNvSpPr>
          <p:nvPr/>
        </p:nvSpPr>
        <p:spPr bwMode="gray">
          <a:xfrm>
            <a:off x="394130" y="749574"/>
            <a:ext cx="8345618" cy="254315"/>
          </a:xfrm>
          <a:prstGeom prst="rect">
            <a:avLst/>
          </a:prstGeom>
          <a:noFill/>
          <a:ln>
            <a:noFill/>
          </a:ln>
          <a:effectLst/>
        </p:spPr>
        <p:txBody>
          <a:bodyPr vert="horz" wrap="square" lIns="0" tIns="0" rIns="0" bIns="0" numCol="1" anchor="ctr" anchorCtr="0" compatLnSpc="1">
            <a:prstTxWarp prst="textNoShape">
              <a:avLst/>
            </a:prstTxWarp>
          </a:bodyPr>
          <a:lstStyle>
            <a:lvl1pPr marL="266700" indent="-266700" algn="l" defTabSz="809625" rtl="0" eaLnBrk="0" fontAlgn="ctr" hangingPunct="0">
              <a:lnSpc>
                <a:spcPct val="110000"/>
              </a:lnSpc>
              <a:spcBef>
                <a:spcPct val="20000"/>
              </a:spcBef>
              <a:spcAft>
                <a:spcPct val="10000"/>
              </a:spcAft>
              <a:buClr>
                <a:srgbClr val="C80202"/>
              </a:buClr>
              <a:buFont typeface="Wingdings" pitchFamily="2" charset="2"/>
              <a:buChar char="n"/>
              <a:defRPr kumimoji="1" sz="2000">
                <a:solidFill>
                  <a:schemeClr val="tx1"/>
                </a:solidFill>
                <a:latin typeface="メイリオ" panose="020B0604030504040204" pitchFamily="50" charset="-128"/>
                <a:ea typeface="メイリオ" panose="020B0604030504040204" pitchFamily="50" charset="-128"/>
                <a:cs typeface="メイリオ" panose="020B0604030504040204" pitchFamily="50" charset="-128"/>
              </a:defRPr>
            </a:lvl1pPr>
            <a:lvl2pPr marL="514350" indent="-246063" algn="l" defTabSz="809625" rtl="0" eaLnBrk="0" fontAlgn="ctr" hangingPunct="0">
              <a:lnSpc>
                <a:spcPct val="110000"/>
              </a:lnSpc>
              <a:spcBef>
                <a:spcPct val="20000"/>
              </a:spcBef>
              <a:spcAft>
                <a:spcPct val="10000"/>
              </a:spcAft>
              <a:buClr>
                <a:srgbClr val="87867E"/>
              </a:buClr>
              <a:buFont typeface="Wingdings" pitchFamily="2" charset="2"/>
              <a:buChar char="n"/>
              <a:defRPr kumimoji="1" sz="1600">
                <a:solidFill>
                  <a:schemeClr val="tx1"/>
                </a:solidFill>
                <a:latin typeface="メイリオ" panose="020B0604030504040204" pitchFamily="50" charset="-128"/>
                <a:ea typeface="メイリオ" panose="020B0604030504040204" pitchFamily="50" charset="-128"/>
                <a:cs typeface="メイリオ" panose="020B0604030504040204" pitchFamily="50" charset="-128"/>
              </a:defRPr>
            </a:lvl2pPr>
            <a:lvl3pPr marL="536575" indent="377825" algn="l" defTabSz="809625" rtl="0" eaLnBrk="0" fontAlgn="ctr" hangingPunct="0">
              <a:lnSpc>
                <a:spcPct val="110000"/>
              </a:lnSpc>
              <a:spcBef>
                <a:spcPct val="20000"/>
              </a:spcBef>
              <a:spcAft>
                <a:spcPct val="10000"/>
              </a:spcAft>
              <a:buClr>
                <a:srgbClr val="808080"/>
              </a:buClr>
              <a:buFont typeface="Wingdings" pitchFamily="2" charset="2"/>
              <a:defRPr kumimoji="1" sz="1600">
                <a:solidFill>
                  <a:schemeClr val="tx1"/>
                </a:solidFill>
                <a:latin typeface="FUJI-新ゴ R" pitchFamily="50" charset="-128"/>
                <a:ea typeface="FUJI-新ゴ R" pitchFamily="50" charset="-128"/>
                <a:cs typeface="Meiryo UI" pitchFamily="50" charset="-128"/>
              </a:defRPr>
            </a:lvl3pPr>
            <a:lvl4pPr marL="717550" indent="-136525" algn="l" defTabSz="809625" rtl="0" eaLnBrk="0" fontAlgn="base" hangingPunct="0">
              <a:lnSpc>
                <a:spcPct val="110000"/>
              </a:lnSpc>
              <a:spcBef>
                <a:spcPct val="20000"/>
              </a:spcBef>
              <a:spcAft>
                <a:spcPct val="10000"/>
              </a:spcAft>
              <a:buClr>
                <a:srgbClr val="87867E"/>
              </a:buClr>
              <a:buSzPct val="50000"/>
              <a:buFont typeface="Wingdings" pitchFamily="2" charset="2"/>
              <a:buChar char="l"/>
              <a:defRPr kumimoji="1" sz="1400">
                <a:solidFill>
                  <a:schemeClr val="tx1"/>
                </a:solidFill>
                <a:latin typeface="FUJI-新ゴ R" pitchFamily="50" charset="-128"/>
                <a:ea typeface="FUJI-新ゴ R" pitchFamily="50" charset="-128"/>
                <a:cs typeface="Meiryo UI" pitchFamily="50" charset="-128"/>
              </a:defRPr>
            </a:lvl4pPr>
            <a:lvl5pPr marL="2057400" indent="-228600" algn="l" defTabSz="809625" rtl="0" eaLnBrk="0" fontAlgn="base" hangingPunct="0">
              <a:spcBef>
                <a:spcPct val="20000"/>
              </a:spcBef>
              <a:spcAft>
                <a:spcPct val="0"/>
              </a:spcAft>
              <a:buChar char="»"/>
              <a:defRPr kumimoji="1" sz="2000">
                <a:solidFill>
                  <a:schemeClr val="tx1"/>
                </a:solidFill>
                <a:latin typeface="FUJI-新ゴ R" panose="020B0400000000000000" pitchFamily="50" charset="-128"/>
                <a:ea typeface="FUJI-新ゴ R" panose="020B0400000000000000" pitchFamily="50" charset="-128"/>
                <a:cs typeface="ＭＳ Ｐゴシック" pitchFamily="50" charset="-128"/>
              </a:defRPr>
            </a:lvl5pPr>
            <a:lvl6pPr marL="2514600" indent="-228600" algn="l" defTabSz="809625" rtl="0" fontAlgn="base">
              <a:spcBef>
                <a:spcPct val="20000"/>
              </a:spcBef>
              <a:spcAft>
                <a:spcPct val="0"/>
              </a:spcAft>
              <a:buChar char="»"/>
              <a:defRPr kumimoji="1" sz="2000">
                <a:solidFill>
                  <a:schemeClr val="tx1"/>
                </a:solidFill>
                <a:latin typeface="+mn-lt"/>
                <a:ea typeface="+mn-ea"/>
              </a:defRPr>
            </a:lvl6pPr>
            <a:lvl7pPr marL="2971800" indent="-228600" algn="l" defTabSz="809625" rtl="0" fontAlgn="base">
              <a:spcBef>
                <a:spcPct val="20000"/>
              </a:spcBef>
              <a:spcAft>
                <a:spcPct val="0"/>
              </a:spcAft>
              <a:buChar char="»"/>
              <a:defRPr kumimoji="1" sz="2000">
                <a:solidFill>
                  <a:schemeClr val="tx1"/>
                </a:solidFill>
                <a:latin typeface="+mn-lt"/>
                <a:ea typeface="+mn-ea"/>
              </a:defRPr>
            </a:lvl7pPr>
            <a:lvl8pPr marL="3429000" indent="-228600" algn="l" defTabSz="809625" rtl="0" fontAlgn="base">
              <a:spcBef>
                <a:spcPct val="20000"/>
              </a:spcBef>
              <a:spcAft>
                <a:spcPct val="0"/>
              </a:spcAft>
              <a:buChar char="»"/>
              <a:defRPr kumimoji="1" sz="2000">
                <a:solidFill>
                  <a:schemeClr val="tx1"/>
                </a:solidFill>
                <a:latin typeface="+mn-lt"/>
                <a:ea typeface="+mn-ea"/>
              </a:defRPr>
            </a:lvl8pPr>
            <a:lvl9pPr marL="3886200" indent="-228600" algn="l" defTabSz="809625" rtl="0" fontAlgn="base">
              <a:spcBef>
                <a:spcPct val="20000"/>
              </a:spcBef>
              <a:spcAft>
                <a:spcPct val="0"/>
              </a:spcAft>
              <a:buChar char="»"/>
              <a:defRPr kumimoji="1" sz="2000">
                <a:solidFill>
                  <a:schemeClr val="tx1"/>
                </a:solidFill>
                <a:latin typeface="+mn-lt"/>
                <a:ea typeface="+mn-ea"/>
              </a:defRPr>
            </a:lvl9pPr>
          </a:lstStyle>
          <a:p>
            <a:pPr marL="0" indent="0">
              <a:buNone/>
            </a:pPr>
            <a:r>
              <a:rPr lang="en-US" altLang="ja-JP" sz="1600" b="1" u="sng" kern="0" dirty="0">
                <a:latin typeface="Meiryo UI" panose="020B0604030504040204" pitchFamily="50" charset="-128"/>
                <a:ea typeface="Meiryo UI" panose="020B0604030504040204" pitchFamily="50" charset="-128"/>
              </a:rPr>
              <a:t>4.Activate</a:t>
            </a:r>
            <a:r>
              <a:rPr lang="ja-JP" altLang="en-US" sz="1600" b="1" u="sng" kern="0" dirty="0">
                <a:latin typeface="Meiryo UI" panose="020B0604030504040204" pitchFamily="50" charset="-128"/>
                <a:ea typeface="Meiryo UI" panose="020B0604030504040204" pitchFamily="50" charset="-128"/>
              </a:rPr>
              <a:t>リリース</a:t>
            </a:r>
            <a:r>
              <a:rPr lang="en-US" altLang="ja-JP" sz="1600" b="1" u="sng" kern="0" dirty="0">
                <a:latin typeface="Meiryo UI" panose="020B0604030504040204" pitchFamily="50" charset="-128"/>
                <a:ea typeface="Meiryo UI" panose="020B0604030504040204" pitchFamily="50" charset="-128"/>
              </a:rPr>
              <a:t>(</a:t>
            </a:r>
            <a:r>
              <a:rPr lang="ja-JP" altLang="en-US" sz="1600" b="1" u="sng" kern="0" dirty="0">
                <a:latin typeface="Meiryo UI" panose="020B0604030504040204" pitchFamily="50" charset="-128"/>
                <a:ea typeface="Meiryo UI" panose="020B0604030504040204" pitchFamily="50" charset="-128"/>
              </a:rPr>
              <a:t>四半期</a:t>
            </a:r>
            <a:r>
              <a:rPr lang="en-US" altLang="ja-JP" sz="1600" b="1" u="sng" kern="0" dirty="0">
                <a:latin typeface="Meiryo UI" panose="020B0604030504040204" pitchFamily="50" charset="-128"/>
                <a:ea typeface="Meiryo UI" panose="020B0604030504040204" pitchFamily="50" charset="-128"/>
              </a:rPr>
              <a:t>)</a:t>
            </a:r>
          </a:p>
        </p:txBody>
      </p:sp>
      <p:sp>
        <p:nvSpPr>
          <p:cNvPr id="40" name="コンテンツ プレースホルダー 2">
            <a:extLst>
              <a:ext uri="{FF2B5EF4-FFF2-40B4-BE49-F238E27FC236}">
                <a16:creationId xmlns:a16="http://schemas.microsoft.com/office/drawing/2014/main" id="{F473718A-C571-4D43-A8FD-83762F6653AB}"/>
              </a:ext>
            </a:extLst>
          </p:cNvPr>
          <p:cNvSpPr txBox="1">
            <a:spLocks/>
          </p:cNvSpPr>
          <p:nvPr/>
        </p:nvSpPr>
        <p:spPr bwMode="gray">
          <a:xfrm>
            <a:off x="591898" y="1015427"/>
            <a:ext cx="7950082" cy="254315"/>
          </a:xfrm>
          <a:prstGeom prst="rect">
            <a:avLst/>
          </a:prstGeom>
          <a:noFill/>
          <a:ln>
            <a:noFill/>
          </a:ln>
          <a:effectLst/>
        </p:spPr>
        <p:txBody>
          <a:bodyPr vert="horz" wrap="square" lIns="0" tIns="0" rIns="0" bIns="0" numCol="1" anchor="t" anchorCtr="0" compatLnSpc="1">
            <a:prstTxWarp prst="textNoShape">
              <a:avLst/>
            </a:prstTxWarp>
          </a:bodyPr>
          <a:lstStyle>
            <a:lvl1pPr marL="266700" indent="-266700" algn="l" defTabSz="809625" rtl="0" eaLnBrk="0" fontAlgn="ctr" hangingPunct="0">
              <a:lnSpc>
                <a:spcPct val="110000"/>
              </a:lnSpc>
              <a:spcBef>
                <a:spcPct val="20000"/>
              </a:spcBef>
              <a:spcAft>
                <a:spcPct val="10000"/>
              </a:spcAft>
              <a:buClr>
                <a:srgbClr val="C80202"/>
              </a:buClr>
              <a:buFont typeface="Wingdings" pitchFamily="2" charset="2"/>
              <a:buChar char="n"/>
              <a:defRPr kumimoji="1" sz="2000">
                <a:solidFill>
                  <a:schemeClr val="tx1"/>
                </a:solidFill>
                <a:latin typeface="メイリオ" panose="020B0604030504040204" pitchFamily="50" charset="-128"/>
                <a:ea typeface="メイリオ" panose="020B0604030504040204" pitchFamily="50" charset="-128"/>
                <a:cs typeface="メイリオ" panose="020B0604030504040204" pitchFamily="50" charset="-128"/>
              </a:defRPr>
            </a:lvl1pPr>
            <a:lvl2pPr marL="514350" indent="-246063" algn="l" defTabSz="809625" rtl="0" eaLnBrk="0" fontAlgn="ctr" hangingPunct="0">
              <a:lnSpc>
                <a:spcPct val="110000"/>
              </a:lnSpc>
              <a:spcBef>
                <a:spcPct val="20000"/>
              </a:spcBef>
              <a:spcAft>
                <a:spcPct val="10000"/>
              </a:spcAft>
              <a:buClr>
                <a:srgbClr val="87867E"/>
              </a:buClr>
              <a:buFont typeface="Wingdings" pitchFamily="2" charset="2"/>
              <a:buChar char="n"/>
              <a:defRPr kumimoji="1" sz="1600">
                <a:solidFill>
                  <a:schemeClr val="tx1"/>
                </a:solidFill>
                <a:latin typeface="メイリオ" panose="020B0604030504040204" pitchFamily="50" charset="-128"/>
                <a:ea typeface="メイリオ" panose="020B0604030504040204" pitchFamily="50" charset="-128"/>
                <a:cs typeface="メイリオ" panose="020B0604030504040204" pitchFamily="50" charset="-128"/>
              </a:defRPr>
            </a:lvl2pPr>
            <a:lvl3pPr marL="536575" indent="377825" algn="l" defTabSz="809625" rtl="0" eaLnBrk="0" fontAlgn="ctr" hangingPunct="0">
              <a:lnSpc>
                <a:spcPct val="110000"/>
              </a:lnSpc>
              <a:spcBef>
                <a:spcPct val="20000"/>
              </a:spcBef>
              <a:spcAft>
                <a:spcPct val="10000"/>
              </a:spcAft>
              <a:buClr>
                <a:srgbClr val="808080"/>
              </a:buClr>
              <a:buFont typeface="Wingdings" pitchFamily="2" charset="2"/>
              <a:defRPr kumimoji="1" sz="1600">
                <a:solidFill>
                  <a:schemeClr val="tx1"/>
                </a:solidFill>
                <a:latin typeface="FUJI-新ゴ R" pitchFamily="50" charset="-128"/>
                <a:ea typeface="FUJI-新ゴ R" pitchFamily="50" charset="-128"/>
                <a:cs typeface="Meiryo UI" pitchFamily="50" charset="-128"/>
              </a:defRPr>
            </a:lvl3pPr>
            <a:lvl4pPr marL="717550" indent="-136525" algn="l" defTabSz="809625" rtl="0" eaLnBrk="0" fontAlgn="base" hangingPunct="0">
              <a:lnSpc>
                <a:spcPct val="110000"/>
              </a:lnSpc>
              <a:spcBef>
                <a:spcPct val="20000"/>
              </a:spcBef>
              <a:spcAft>
                <a:spcPct val="10000"/>
              </a:spcAft>
              <a:buClr>
                <a:srgbClr val="87867E"/>
              </a:buClr>
              <a:buSzPct val="50000"/>
              <a:buFont typeface="Wingdings" pitchFamily="2" charset="2"/>
              <a:buChar char="l"/>
              <a:defRPr kumimoji="1" sz="1400">
                <a:solidFill>
                  <a:schemeClr val="tx1"/>
                </a:solidFill>
                <a:latin typeface="FUJI-新ゴ R" pitchFamily="50" charset="-128"/>
                <a:ea typeface="FUJI-新ゴ R" pitchFamily="50" charset="-128"/>
                <a:cs typeface="Meiryo UI" pitchFamily="50" charset="-128"/>
              </a:defRPr>
            </a:lvl4pPr>
            <a:lvl5pPr marL="2057400" indent="-228600" algn="l" defTabSz="809625" rtl="0" eaLnBrk="0" fontAlgn="base" hangingPunct="0">
              <a:spcBef>
                <a:spcPct val="20000"/>
              </a:spcBef>
              <a:spcAft>
                <a:spcPct val="0"/>
              </a:spcAft>
              <a:buChar char="»"/>
              <a:defRPr kumimoji="1" sz="2000">
                <a:solidFill>
                  <a:schemeClr val="tx1"/>
                </a:solidFill>
                <a:latin typeface="FUJI-新ゴ R" panose="020B0400000000000000" pitchFamily="50" charset="-128"/>
                <a:ea typeface="FUJI-新ゴ R" panose="020B0400000000000000" pitchFamily="50" charset="-128"/>
                <a:cs typeface="ＭＳ Ｐゴシック" pitchFamily="50" charset="-128"/>
              </a:defRPr>
            </a:lvl5pPr>
            <a:lvl6pPr marL="2514600" indent="-228600" algn="l" defTabSz="809625" rtl="0" fontAlgn="base">
              <a:spcBef>
                <a:spcPct val="20000"/>
              </a:spcBef>
              <a:spcAft>
                <a:spcPct val="0"/>
              </a:spcAft>
              <a:buChar char="»"/>
              <a:defRPr kumimoji="1" sz="2000">
                <a:solidFill>
                  <a:schemeClr val="tx1"/>
                </a:solidFill>
                <a:latin typeface="+mn-lt"/>
                <a:ea typeface="+mn-ea"/>
              </a:defRPr>
            </a:lvl6pPr>
            <a:lvl7pPr marL="2971800" indent="-228600" algn="l" defTabSz="809625" rtl="0" fontAlgn="base">
              <a:spcBef>
                <a:spcPct val="20000"/>
              </a:spcBef>
              <a:spcAft>
                <a:spcPct val="0"/>
              </a:spcAft>
              <a:buChar char="»"/>
              <a:defRPr kumimoji="1" sz="2000">
                <a:solidFill>
                  <a:schemeClr val="tx1"/>
                </a:solidFill>
                <a:latin typeface="+mn-lt"/>
                <a:ea typeface="+mn-ea"/>
              </a:defRPr>
            </a:lvl7pPr>
            <a:lvl8pPr marL="3429000" indent="-228600" algn="l" defTabSz="809625" rtl="0" fontAlgn="base">
              <a:spcBef>
                <a:spcPct val="20000"/>
              </a:spcBef>
              <a:spcAft>
                <a:spcPct val="0"/>
              </a:spcAft>
              <a:buChar char="»"/>
              <a:defRPr kumimoji="1" sz="2000">
                <a:solidFill>
                  <a:schemeClr val="tx1"/>
                </a:solidFill>
                <a:latin typeface="+mn-lt"/>
                <a:ea typeface="+mn-ea"/>
              </a:defRPr>
            </a:lvl8pPr>
            <a:lvl9pPr marL="3886200" indent="-228600" algn="l" defTabSz="809625" rtl="0" fontAlgn="base">
              <a:spcBef>
                <a:spcPct val="20000"/>
              </a:spcBef>
              <a:spcAft>
                <a:spcPct val="0"/>
              </a:spcAft>
              <a:buChar char="»"/>
              <a:defRPr kumimoji="1" sz="2000">
                <a:solidFill>
                  <a:schemeClr val="tx1"/>
                </a:solidFill>
                <a:latin typeface="+mn-lt"/>
                <a:ea typeface="+mn-ea"/>
              </a:defRPr>
            </a:lvl9pPr>
          </a:lstStyle>
          <a:p>
            <a:pPr>
              <a:buFont typeface="Arial" panose="020B0604020202020204" pitchFamily="34" charset="0"/>
              <a:buChar char="•"/>
            </a:pPr>
            <a:r>
              <a:rPr lang="ja-JP" altLang="en-US" sz="1400" kern="0" dirty="0">
                <a:latin typeface="Meiryo UI" panose="020B0604030504040204" pitchFamily="50" charset="-128"/>
                <a:ea typeface="Meiryo UI" panose="020B0604030504040204" pitchFamily="50" charset="-128"/>
              </a:rPr>
              <a:t>更新完了されたドキュメントを、公開用にリリース。</a:t>
            </a:r>
            <a:endParaRPr lang="en-US" altLang="ja-JP" sz="1400" kern="0" dirty="0">
              <a:latin typeface="Meiryo UI" panose="020B0604030504040204" pitchFamily="50" charset="-128"/>
              <a:ea typeface="Meiryo UI" panose="020B0604030504040204" pitchFamily="50" charset="-128"/>
            </a:endParaRPr>
          </a:p>
        </p:txBody>
      </p:sp>
      <p:sp>
        <p:nvSpPr>
          <p:cNvPr id="41" name="四角形: 角を丸くする 40">
            <a:extLst>
              <a:ext uri="{FF2B5EF4-FFF2-40B4-BE49-F238E27FC236}">
                <a16:creationId xmlns:a16="http://schemas.microsoft.com/office/drawing/2014/main" id="{39922F89-FFD7-441A-8ABF-CFF715FF27E3}"/>
              </a:ext>
            </a:extLst>
          </p:cNvPr>
          <p:cNvSpPr/>
          <p:nvPr/>
        </p:nvSpPr>
        <p:spPr bwMode="gray">
          <a:xfrm>
            <a:off x="985173" y="3131879"/>
            <a:ext cx="3960812" cy="605617"/>
          </a:xfrm>
          <a:prstGeom prst="roundRect">
            <a:avLst/>
          </a:prstGeom>
          <a:noFill/>
          <a:ln w="19050" cap="flat" cmpd="sng" algn="ctr">
            <a:solidFill>
              <a:srgbClr val="0070C0"/>
            </a:solidFill>
            <a:prstDash val="dash"/>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ctr" latinLnBrk="0" hangingPunct="1">
              <a:lnSpc>
                <a:spcPct val="100000"/>
              </a:lnSpc>
              <a:spcBef>
                <a:spcPct val="0"/>
              </a:spcBef>
              <a:spcAft>
                <a:spcPct val="0"/>
              </a:spcAft>
              <a:buClrTx/>
              <a:buSzTx/>
              <a:buFontTx/>
              <a:buNone/>
              <a:tabLst/>
            </a:pPr>
            <a:endParaRPr kumimoji="1" lang="ja-JP" altLang="en-US" sz="1600" b="0" i="0" u="none" strike="noStrike" cap="none" normalizeH="0" baseline="0" dirty="0">
              <a:ln>
                <a:noFill/>
              </a:ln>
              <a:effectLst/>
              <a:latin typeface="Meiryo UI" panose="020B0604030504040204" pitchFamily="50" charset="-128"/>
              <a:ea typeface="Meiryo UI" panose="020B0604030504040204" pitchFamily="50" charset="-128"/>
            </a:endParaRPr>
          </a:p>
        </p:txBody>
      </p:sp>
      <p:sp>
        <p:nvSpPr>
          <p:cNvPr id="42" name="矢印: 下 41">
            <a:extLst>
              <a:ext uri="{FF2B5EF4-FFF2-40B4-BE49-F238E27FC236}">
                <a16:creationId xmlns:a16="http://schemas.microsoft.com/office/drawing/2014/main" id="{B0F5EEF9-1FF9-44BA-9698-1D63A6C7E845}"/>
              </a:ext>
            </a:extLst>
          </p:cNvPr>
          <p:cNvSpPr/>
          <p:nvPr/>
        </p:nvSpPr>
        <p:spPr bwMode="gray">
          <a:xfrm>
            <a:off x="859173" y="1880472"/>
            <a:ext cx="375687" cy="376864"/>
          </a:xfrm>
          <a:prstGeom prst="downArrow">
            <a:avLst/>
          </a:prstGeom>
          <a:solidFill>
            <a:srgbClr val="0070C0"/>
          </a:solidFill>
          <a:ln w="9525"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ctr" latinLnBrk="0" hangingPunct="1">
              <a:lnSpc>
                <a:spcPct val="100000"/>
              </a:lnSpc>
              <a:spcBef>
                <a:spcPct val="0"/>
              </a:spcBef>
              <a:spcAft>
                <a:spcPct val="0"/>
              </a:spcAft>
              <a:buClrTx/>
              <a:buSzTx/>
              <a:buFontTx/>
              <a:buNone/>
              <a:tabLst/>
            </a:pPr>
            <a:endParaRPr kumimoji="1" lang="ja-JP" altLang="en-US" sz="1600" b="0" i="0" u="none" strike="noStrike" cap="none" normalizeH="0" baseline="0" dirty="0">
              <a:ln>
                <a:noFill/>
              </a:ln>
              <a:effectLst/>
              <a:latin typeface="Meiryo UI" panose="020B0604030504040204" pitchFamily="50" charset="-128"/>
              <a:ea typeface="Meiryo UI" panose="020B0604030504040204" pitchFamily="50" charset="-128"/>
            </a:endParaRPr>
          </a:p>
        </p:txBody>
      </p:sp>
      <p:sp>
        <p:nvSpPr>
          <p:cNvPr id="43" name="コンテンツ プレースホルダー 2">
            <a:extLst>
              <a:ext uri="{FF2B5EF4-FFF2-40B4-BE49-F238E27FC236}">
                <a16:creationId xmlns:a16="http://schemas.microsoft.com/office/drawing/2014/main" id="{EA278B3E-EE29-42AA-8D52-B8FF5D747D68}"/>
              </a:ext>
            </a:extLst>
          </p:cNvPr>
          <p:cNvSpPr txBox="1">
            <a:spLocks/>
          </p:cNvSpPr>
          <p:nvPr/>
        </p:nvSpPr>
        <p:spPr bwMode="gray">
          <a:xfrm>
            <a:off x="1352252" y="1802867"/>
            <a:ext cx="7691351" cy="254315"/>
          </a:xfrm>
          <a:prstGeom prst="rect">
            <a:avLst/>
          </a:prstGeom>
          <a:noFill/>
          <a:ln>
            <a:noFill/>
          </a:ln>
          <a:effectLst/>
        </p:spPr>
        <p:txBody>
          <a:bodyPr vert="horz" wrap="square" lIns="0" tIns="0" rIns="0" bIns="0" numCol="1" anchor="ctr" anchorCtr="0" compatLnSpc="1">
            <a:prstTxWarp prst="textNoShape">
              <a:avLst/>
            </a:prstTxWarp>
          </a:bodyPr>
          <a:lstStyle>
            <a:lvl1pPr marL="266700" indent="-266700" algn="l" defTabSz="809625" rtl="0" eaLnBrk="0" fontAlgn="ctr" hangingPunct="0">
              <a:lnSpc>
                <a:spcPct val="110000"/>
              </a:lnSpc>
              <a:spcBef>
                <a:spcPct val="20000"/>
              </a:spcBef>
              <a:spcAft>
                <a:spcPct val="10000"/>
              </a:spcAft>
              <a:buClr>
                <a:srgbClr val="C80202"/>
              </a:buClr>
              <a:buFont typeface="Wingdings" pitchFamily="2" charset="2"/>
              <a:buChar char="n"/>
              <a:defRPr kumimoji="1" sz="2000">
                <a:solidFill>
                  <a:schemeClr val="tx1"/>
                </a:solidFill>
                <a:latin typeface="メイリオ" panose="020B0604030504040204" pitchFamily="50" charset="-128"/>
                <a:ea typeface="メイリオ" panose="020B0604030504040204" pitchFamily="50" charset="-128"/>
                <a:cs typeface="メイリオ" panose="020B0604030504040204" pitchFamily="50" charset="-128"/>
              </a:defRPr>
            </a:lvl1pPr>
            <a:lvl2pPr marL="514350" indent="-246063" algn="l" defTabSz="809625" rtl="0" eaLnBrk="0" fontAlgn="ctr" hangingPunct="0">
              <a:lnSpc>
                <a:spcPct val="110000"/>
              </a:lnSpc>
              <a:spcBef>
                <a:spcPct val="20000"/>
              </a:spcBef>
              <a:spcAft>
                <a:spcPct val="10000"/>
              </a:spcAft>
              <a:buClr>
                <a:srgbClr val="87867E"/>
              </a:buClr>
              <a:buFont typeface="Wingdings" pitchFamily="2" charset="2"/>
              <a:buChar char="n"/>
              <a:defRPr kumimoji="1" sz="1600">
                <a:solidFill>
                  <a:schemeClr val="tx1"/>
                </a:solidFill>
                <a:latin typeface="メイリオ" panose="020B0604030504040204" pitchFamily="50" charset="-128"/>
                <a:ea typeface="メイリオ" panose="020B0604030504040204" pitchFamily="50" charset="-128"/>
                <a:cs typeface="メイリオ" panose="020B0604030504040204" pitchFamily="50" charset="-128"/>
              </a:defRPr>
            </a:lvl2pPr>
            <a:lvl3pPr marL="536575" indent="377825" algn="l" defTabSz="809625" rtl="0" eaLnBrk="0" fontAlgn="ctr" hangingPunct="0">
              <a:lnSpc>
                <a:spcPct val="110000"/>
              </a:lnSpc>
              <a:spcBef>
                <a:spcPct val="20000"/>
              </a:spcBef>
              <a:spcAft>
                <a:spcPct val="10000"/>
              </a:spcAft>
              <a:buClr>
                <a:srgbClr val="808080"/>
              </a:buClr>
              <a:buFont typeface="Wingdings" pitchFamily="2" charset="2"/>
              <a:defRPr kumimoji="1" sz="1600">
                <a:solidFill>
                  <a:schemeClr val="tx1"/>
                </a:solidFill>
                <a:latin typeface="FUJI-新ゴ R" pitchFamily="50" charset="-128"/>
                <a:ea typeface="FUJI-新ゴ R" pitchFamily="50" charset="-128"/>
                <a:cs typeface="Meiryo UI" pitchFamily="50" charset="-128"/>
              </a:defRPr>
            </a:lvl3pPr>
            <a:lvl4pPr marL="717550" indent="-136525" algn="l" defTabSz="809625" rtl="0" eaLnBrk="0" fontAlgn="base" hangingPunct="0">
              <a:lnSpc>
                <a:spcPct val="110000"/>
              </a:lnSpc>
              <a:spcBef>
                <a:spcPct val="20000"/>
              </a:spcBef>
              <a:spcAft>
                <a:spcPct val="10000"/>
              </a:spcAft>
              <a:buClr>
                <a:srgbClr val="87867E"/>
              </a:buClr>
              <a:buSzPct val="50000"/>
              <a:buFont typeface="Wingdings" pitchFamily="2" charset="2"/>
              <a:buChar char="l"/>
              <a:defRPr kumimoji="1" sz="1400">
                <a:solidFill>
                  <a:schemeClr val="tx1"/>
                </a:solidFill>
                <a:latin typeface="FUJI-新ゴ R" pitchFamily="50" charset="-128"/>
                <a:ea typeface="FUJI-新ゴ R" pitchFamily="50" charset="-128"/>
                <a:cs typeface="Meiryo UI" pitchFamily="50" charset="-128"/>
              </a:defRPr>
            </a:lvl4pPr>
            <a:lvl5pPr marL="2057400" indent="-228600" algn="l" defTabSz="809625" rtl="0" eaLnBrk="0" fontAlgn="base" hangingPunct="0">
              <a:spcBef>
                <a:spcPct val="20000"/>
              </a:spcBef>
              <a:spcAft>
                <a:spcPct val="0"/>
              </a:spcAft>
              <a:buChar char="»"/>
              <a:defRPr kumimoji="1" sz="2000">
                <a:solidFill>
                  <a:schemeClr val="tx1"/>
                </a:solidFill>
                <a:latin typeface="FUJI-新ゴ R" panose="020B0400000000000000" pitchFamily="50" charset="-128"/>
                <a:ea typeface="FUJI-新ゴ R" panose="020B0400000000000000" pitchFamily="50" charset="-128"/>
                <a:cs typeface="ＭＳ Ｐゴシック" pitchFamily="50" charset="-128"/>
              </a:defRPr>
            </a:lvl5pPr>
            <a:lvl6pPr marL="2514600" indent="-228600" algn="l" defTabSz="809625" rtl="0" fontAlgn="base">
              <a:spcBef>
                <a:spcPct val="20000"/>
              </a:spcBef>
              <a:spcAft>
                <a:spcPct val="0"/>
              </a:spcAft>
              <a:buChar char="»"/>
              <a:defRPr kumimoji="1" sz="2000">
                <a:solidFill>
                  <a:schemeClr val="tx1"/>
                </a:solidFill>
                <a:latin typeface="+mn-lt"/>
                <a:ea typeface="+mn-ea"/>
              </a:defRPr>
            </a:lvl6pPr>
            <a:lvl7pPr marL="2971800" indent="-228600" algn="l" defTabSz="809625" rtl="0" fontAlgn="base">
              <a:spcBef>
                <a:spcPct val="20000"/>
              </a:spcBef>
              <a:spcAft>
                <a:spcPct val="0"/>
              </a:spcAft>
              <a:buChar char="»"/>
              <a:defRPr kumimoji="1" sz="2000">
                <a:solidFill>
                  <a:schemeClr val="tx1"/>
                </a:solidFill>
                <a:latin typeface="+mn-lt"/>
                <a:ea typeface="+mn-ea"/>
              </a:defRPr>
            </a:lvl7pPr>
            <a:lvl8pPr marL="3429000" indent="-228600" algn="l" defTabSz="809625" rtl="0" fontAlgn="base">
              <a:spcBef>
                <a:spcPct val="20000"/>
              </a:spcBef>
              <a:spcAft>
                <a:spcPct val="0"/>
              </a:spcAft>
              <a:buChar char="»"/>
              <a:defRPr kumimoji="1" sz="2000">
                <a:solidFill>
                  <a:schemeClr val="tx1"/>
                </a:solidFill>
                <a:latin typeface="+mn-lt"/>
                <a:ea typeface="+mn-ea"/>
              </a:defRPr>
            </a:lvl8pPr>
            <a:lvl9pPr marL="3886200" indent="-228600" algn="l" defTabSz="809625" rtl="0" fontAlgn="base">
              <a:spcBef>
                <a:spcPct val="20000"/>
              </a:spcBef>
              <a:spcAft>
                <a:spcPct val="0"/>
              </a:spcAft>
              <a:buChar char="»"/>
              <a:defRPr kumimoji="1" sz="2000">
                <a:solidFill>
                  <a:schemeClr val="tx1"/>
                </a:solidFill>
                <a:latin typeface="+mn-lt"/>
                <a:ea typeface="+mn-ea"/>
              </a:defRPr>
            </a:lvl9pPr>
          </a:lstStyle>
          <a:p>
            <a:pPr marL="0" indent="0">
              <a:buNone/>
            </a:pPr>
            <a:r>
              <a:rPr lang="ja-JP" altLang="en-US" sz="1200" kern="0" dirty="0">
                <a:latin typeface="Meiryo UI" panose="020B0604030504040204" pitchFamily="50" charset="-128"/>
                <a:ea typeface="Meiryo UI" panose="020B0604030504040204" pitchFamily="50" charset="-128"/>
              </a:rPr>
              <a:t>①</a:t>
            </a:r>
            <a:r>
              <a:rPr lang="en-US" altLang="ja-JP" sz="1200" kern="0" dirty="0">
                <a:latin typeface="Meiryo UI" panose="020B0604030504040204" pitchFamily="50" charset="-128"/>
                <a:ea typeface="Meiryo UI" panose="020B0604030504040204" pitchFamily="50" charset="-128"/>
              </a:rPr>
              <a:t>SPO</a:t>
            </a:r>
            <a:r>
              <a:rPr lang="ja-JP" altLang="en-US" sz="1200" kern="0" dirty="0">
                <a:latin typeface="Meiryo UI" panose="020B0604030504040204" pitchFamily="50" charset="-128"/>
                <a:ea typeface="Meiryo UI" panose="020B0604030504040204" pitchFamily="50" charset="-128"/>
              </a:rPr>
              <a:t>公開用フォルダに最新版をリリース。更新検討フォルダへ最新版を格納。　</a:t>
            </a:r>
            <a:endParaRPr lang="en-US" altLang="ja-JP" sz="1200" kern="0" dirty="0">
              <a:latin typeface="Meiryo UI" panose="020B0604030504040204" pitchFamily="50" charset="-128"/>
              <a:ea typeface="Meiryo UI" panose="020B0604030504040204" pitchFamily="50" charset="-128"/>
            </a:endParaRPr>
          </a:p>
        </p:txBody>
      </p:sp>
      <p:sp>
        <p:nvSpPr>
          <p:cNvPr id="44" name="フローチャート: 書類 43">
            <a:extLst>
              <a:ext uri="{FF2B5EF4-FFF2-40B4-BE49-F238E27FC236}">
                <a16:creationId xmlns:a16="http://schemas.microsoft.com/office/drawing/2014/main" id="{252A8726-5831-4905-99F2-6E1BB11E58A5}"/>
              </a:ext>
            </a:extLst>
          </p:cNvPr>
          <p:cNvSpPr/>
          <p:nvPr/>
        </p:nvSpPr>
        <p:spPr bwMode="gray">
          <a:xfrm>
            <a:off x="7073952" y="2388570"/>
            <a:ext cx="420344" cy="277443"/>
          </a:xfrm>
          <a:prstGeom prst="flowChartDocument">
            <a:avLst/>
          </a:prstGeom>
          <a:solidFill>
            <a:schemeClr val="accent2">
              <a:lumMod val="20000"/>
              <a:lumOff val="80000"/>
            </a:schemeClr>
          </a:solidFill>
          <a:ln w="9525" cap="flat" cmpd="sng" algn="ctr">
            <a:solidFill>
              <a:srgbClr val="87867E"/>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ctr" latinLnBrk="0" hangingPunct="1">
              <a:lnSpc>
                <a:spcPct val="100000"/>
              </a:lnSpc>
              <a:spcBef>
                <a:spcPct val="0"/>
              </a:spcBef>
              <a:spcAft>
                <a:spcPct val="0"/>
              </a:spcAft>
              <a:buClrTx/>
              <a:buSzTx/>
              <a:buFontTx/>
              <a:buNone/>
              <a:tabLst/>
            </a:pPr>
            <a:r>
              <a:rPr kumimoji="1" lang="ja-JP" altLang="en-US" sz="600" b="0" i="0" u="none" strike="noStrike" cap="none" normalizeH="0" baseline="0" dirty="0">
                <a:ln>
                  <a:noFill/>
                </a:ln>
                <a:effectLst/>
                <a:latin typeface="Meiryo UI" panose="020B0604030504040204" pitchFamily="50" charset="-128"/>
                <a:ea typeface="Meiryo UI" panose="020B0604030504040204" pitchFamily="50" charset="-128"/>
              </a:rPr>
              <a:t>リリース用</a:t>
            </a:r>
            <a:endParaRPr kumimoji="1" lang="en-US" altLang="ja-JP" sz="600" b="0" i="0" u="none" strike="noStrike" cap="none" normalizeH="0" baseline="0" dirty="0">
              <a:ln>
                <a:noFill/>
              </a:ln>
              <a:effectLst/>
              <a:latin typeface="Meiryo UI" panose="020B0604030504040204" pitchFamily="50" charset="-128"/>
              <a:ea typeface="Meiryo UI" panose="020B0604030504040204" pitchFamily="50" charset="-128"/>
            </a:endParaRPr>
          </a:p>
          <a:p>
            <a:pPr marL="0" marR="0" indent="0" algn="ctr" defTabSz="914400" rtl="0" eaLnBrk="1" fontAlgn="ctr" latinLnBrk="0" hangingPunct="1">
              <a:lnSpc>
                <a:spcPct val="100000"/>
              </a:lnSpc>
              <a:spcBef>
                <a:spcPct val="0"/>
              </a:spcBef>
              <a:spcAft>
                <a:spcPct val="0"/>
              </a:spcAft>
              <a:buClrTx/>
              <a:buSzTx/>
              <a:buFontTx/>
              <a:buNone/>
              <a:tabLst/>
            </a:pPr>
            <a:r>
              <a:rPr kumimoji="1" lang="ja-JP" altLang="en-US" sz="600" b="0" i="0" u="none" strike="noStrike" cap="none" normalizeH="0" baseline="0" dirty="0">
                <a:ln>
                  <a:noFill/>
                </a:ln>
                <a:effectLst/>
                <a:latin typeface="Meiryo UI" panose="020B0604030504040204" pitchFamily="50" charset="-128"/>
                <a:ea typeface="Meiryo UI" panose="020B0604030504040204" pitchFamily="50" charset="-128"/>
              </a:rPr>
              <a:t>ドキュメント</a:t>
            </a:r>
          </a:p>
        </p:txBody>
      </p:sp>
      <p:pic>
        <p:nvPicPr>
          <p:cNvPr id="45" name="図 44" descr="アイコン&#10;&#10;自動的に生成された説明">
            <a:extLst>
              <a:ext uri="{FF2B5EF4-FFF2-40B4-BE49-F238E27FC236}">
                <a16:creationId xmlns:a16="http://schemas.microsoft.com/office/drawing/2014/main" id="{9EFC975D-4A3A-4A58-9C34-4015EEC3348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89871" y="2250672"/>
            <a:ext cx="365419" cy="365419"/>
          </a:xfrm>
          <a:prstGeom prst="rect">
            <a:avLst/>
          </a:prstGeom>
        </p:spPr>
      </p:pic>
      <p:sp>
        <p:nvSpPr>
          <p:cNvPr id="46" name="コンテンツ プレースホルダー 2">
            <a:extLst>
              <a:ext uri="{FF2B5EF4-FFF2-40B4-BE49-F238E27FC236}">
                <a16:creationId xmlns:a16="http://schemas.microsoft.com/office/drawing/2014/main" id="{C3C0775C-93DE-4C9B-AF55-66851EA16C26}"/>
              </a:ext>
            </a:extLst>
          </p:cNvPr>
          <p:cNvSpPr txBox="1">
            <a:spLocks/>
          </p:cNvSpPr>
          <p:nvPr/>
        </p:nvSpPr>
        <p:spPr bwMode="gray">
          <a:xfrm>
            <a:off x="5045025" y="2408764"/>
            <a:ext cx="691475" cy="254315"/>
          </a:xfrm>
          <a:prstGeom prst="rect">
            <a:avLst/>
          </a:prstGeom>
          <a:noFill/>
          <a:ln>
            <a:noFill/>
          </a:ln>
          <a:effectLst/>
        </p:spPr>
        <p:txBody>
          <a:bodyPr vert="horz" wrap="square" lIns="0" tIns="0" rIns="0" bIns="0" numCol="1" anchor="ctr" anchorCtr="0" compatLnSpc="1">
            <a:prstTxWarp prst="textNoShape">
              <a:avLst/>
            </a:prstTxWarp>
          </a:bodyPr>
          <a:lstStyle>
            <a:lvl1pPr marL="266700" indent="-266700" algn="l" defTabSz="809625" rtl="0" eaLnBrk="0" fontAlgn="ctr" hangingPunct="0">
              <a:lnSpc>
                <a:spcPct val="110000"/>
              </a:lnSpc>
              <a:spcBef>
                <a:spcPct val="20000"/>
              </a:spcBef>
              <a:spcAft>
                <a:spcPct val="10000"/>
              </a:spcAft>
              <a:buClr>
                <a:srgbClr val="C80202"/>
              </a:buClr>
              <a:buFont typeface="Wingdings" pitchFamily="2" charset="2"/>
              <a:buChar char="n"/>
              <a:defRPr kumimoji="1" sz="2000">
                <a:solidFill>
                  <a:schemeClr val="tx1"/>
                </a:solidFill>
                <a:latin typeface="メイリオ" panose="020B0604030504040204" pitchFamily="50" charset="-128"/>
                <a:ea typeface="メイリオ" panose="020B0604030504040204" pitchFamily="50" charset="-128"/>
                <a:cs typeface="メイリオ" panose="020B0604030504040204" pitchFamily="50" charset="-128"/>
              </a:defRPr>
            </a:lvl1pPr>
            <a:lvl2pPr marL="514350" indent="-246063" algn="l" defTabSz="809625" rtl="0" eaLnBrk="0" fontAlgn="ctr" hangingPunct="0">
              <a:lnSpc>
                <a:spcPct val="110000"/>
              </a:lnSpc>
              <a:spcBef>
                <a:spcPct val="20000"/>
              </a:spcBef>
              <a:spcAft>
                <a:spcPct val="10000"/>
              </a:spcAft>
              <a:buClr>
                <a:srgbClr val="87867E"/>
              </a:buClr>
              <a:buFont typeface="Wingdings" pitchFamily="2" charset="2"/>
              <a:buChar char="n"/>
              <a:defRPr kumimoji="1" sz="1600">
                <a:solidFill>
                  <a:schemeClr val="tx1"/>
                </a:solidFill>
                <a:latin typeface="メイリオ" panose="020B0604030504040204" pitchFamily="50" charset="-128"/>
                <a:ea typeface="メイリオ" panose="020B0604030504040204" pitchFamily="50" charset="-128"/>
                <a:cs typeface="メイリオ" panose="020B0604030504040204" pitchFamily="50" charset="-128"/>
              </a:defRPr>
            </a:lvl2pPr>
            <a:lvl3pPr marL="536575" indent="377825" algn="l" defTabSz="809625" rtl="0" eaLnBrk="0" fontAlgn="ctr" hangingPunct="0">
              <a:lnSpc>
                <a:spcPct val="110000"/>
              </a:lnSpc>
              <a:spcBef>
                <a:spcPct val="20000"/>
              </a:spcBef>
              <a:spcAft>
                <a:spcPct val="10000"/>
              </a:spcAft>
              <a:buClr>
                <a:srgbClr val="808080"/>
              </a:buClr>
              <a:buFont typeface="Wingdings" pitchFamily="2" charset="2"/>
              <a:defRPr kumimoji="1" sz="1600">
                <a:solidFill>
                  <a:schemeClr val="tx1"/>
                </a:solidFill>
                <a:latin typeface="FUJI-新ゴ R" pitchFamily="50" charset="-128"/>
                <a:ea typeface="FUJI-新ゴ R" pitchFamily="50" charset="-128"/>
                <a:cs typeface="Meiryo UI" pitchFamily="50" charset="-128"/>
              </a:defRPr>
            </a:lvl3pPr>
            <a:lvl4pPr marL="717550" indent="-136525" algn="l" defTabSz="809625" rtl="0" eaLnBrk="0" fontAlgn="base" hangingPunct="0">
              <a:lnSpc>
                <a:spcPct val="110000"/>
              </a:lnSpc>
              <a:spcBef>
                <a:spcPct val="20000"/>
              </a:spcBef>
              <a:spcAft>
                <a:spcPct val="10000"/>
              </a:spcAft>
              <a:buClr>
                <a:srgbClr val="87867E"/>
              </a:buClr>
              <a:buSzPct val="50000"/>
              <a:buFont typeface="Wingdings" pitchFamily="2" charset="2"/>
              <a:buChar char="l"/>
              <a:defRPr kumimoji="1" sz="1400">
                <a:solidFill>
                  <a:schemeClr val="tx1"/>
                </a:solidFill>
                <a:latin typeface="FUJI-新ゴ R" pitchFamily="50" charset="-128"/>
                <a:ea typeface="FUJI-新ゴ R" pitchFamily="50" charset="-128"/>
                <a:cs typeface="Meiryo UI" pitchFamily="50" charset="-128"/>
              </a:defRPr>
            </a:lvl4pPr>
            <a:lvl5pPr marL="2057400" indent="-228600" algn="l" defTabSz="809625" rtl="0" eaLnBrk="0" fontAlgn="base" hangingPunct="0">
              <a:spcBef>
                <a:spcPct val="20000"/>
              </a:spcBef>
              <a:spcAft>
                <a:spcPct val="0"/>
              </a:spcAft>
              <a:buChar char="»"/>
              <a:defRPr kumimoji="1" sz="2000">
                <a:solidFill>
                  <a:schemeClr val="tx1"/>
                </a:solidFill>
                <a:latin typeface="FUJI-新ゴ R" panose="020B0400000000000000" pitchFamily="50" charset="-128"/>
                <a:ea typeface="FUJI-新ゴ R" panose="020B0400000000000000" pitchFamily="50" charset="-128"/>
                <a:cs typeface="ＭＳ Ｐゴシック" pitchFamily="50" charset="-128"/>
              </a:defRPr>
            </a:lvl5pPr>
            <a:lvl6pPr marL="2514600" indent="-228600" algn="l" defTabSz="809625" rtl="0" fontAlgn="base">
              <a:spcBef>
                <a:spcPct val="20000"/>
              </a:spcBef>
              <a:spcAft>
                <a:spcPct val="0"/>
              </a:spcAft>
              <a:buChar char="»"/>
              <a:defRPr kumimoji="1" sz="2000">
                <a:solidFill>
                  <a:schemeClr val="tx1"/>
                </a:solidFill>
                <a:latin typeface="+mn-lt"/>
                <a:ea typeface="+mn-ea"/>
              </a:defRPr>
            </a:lvl6pPr>
            <a:lvl7pPr marL="2971800" indent="-228600" algn="l" defTabSz="809625" rtl="0" fontAlgn="base">
              <a:spcBef>
                <a:spcPct val="20000"/>
              </a:spcBef>
              <a:spcAft>
                <a:spcPct val="0"/>
              </a:spcAft>
              <a:buChar char="»"/>
              <a:defRPr kumimoji="1" sz="2000">
                <a:solidFill>
                  <a:schemeClr val="tx1"/>
                </a:solidFill>
                <a:latin typeface="+mn-lt"/>
                <a:ea typeface="+mn-ea"/>
              </a:defRPr>
            </a:lvl7pPr>
            <a:lvl8pPr marL="3429000" indent="-228600" algn="l" defTabSz="809625" rtl="0" fontAlgn="base">
              <a:spcBef>
                <a:spcPct val="20000"/>
              </a:spcBef>
              <a:spcAft>
                <a:spcPct val="0"/>
              </a:spcAft>
              <a:buChar char="»"/>
              <a:defRPr kumimoji="1" sz="2000">
                <a:solidFill>
                  <a:schemeClr val="tx1"/>
                </a:solidFill>
                <a:latin typeface="+mn-lt"/>
                <a:ea typeface="+mn-ea"/>
              </a:defRPr>
            </a:lvl8pPr>
            <a:lvl9pPr marL="3886200" indent="-228600" algn="l" defTabSz="809625" rtl="0" fontAlgn="base">
              <a:spcBef>
                <a:spcPct val="20000"/>
              </a:spcBef>
              <a:spcAft>
                <a:spcPct val="0"/>
              </a:spcAft>
              <a:buChar char="»"/>
              <a:defRPr kumimoji="1" sz="2000">
                <a:solidFill>
                  <a:schemeClr val="tx1"/>
                </a:solidFill>
                <a:latin typeface="+mn-lt"/>
                <a:ea typeface="+mn-ea"/>
              </a:defRPr>
            </a:lvl9pPr>
          </a:lstStyle>
          <a:p>
            <a:pPr marL="0" indent="0">
              <a:buNone/>
            </a:pPr>
            <a:r>
              <a:rPr lang="ja-JP" altLang="en-US" sz="800" kern="0" dirty="0">
                <a:latin typeface="Meiryo UI" panose="020B0604030504040204" pitchFamily="50" charset="-128"/>
                <a:ea typeface="Meiryo UI" panose="020B0604030504040204" pitchFamily="50" charset="-128"/>
              </a:rPr>
              <a:t>リリース</a:t>
            </a:r>
            <a:endParaRPr lang="en-US" altLang="ja-JP" sz="1000" kern="0" dirty="0">
              <a:latin typeface="Meiryo UI" panose="020B0604030504040204" pitchFamily="50" charset="-128"/>
              <a:ea typeface="Meiryo UI" panose="020B0604030504040204" pitchFamily="50" charset="-128"/>
            </a:endParaRPr>
          </a:p>
        </p:txBody>
      </p:sp>
      <p:sp>
        <p:nvSpPr>
          <p:cNvPr id="48" name="矢印: 下 47">
            <a:extLst>
              <a:ext uri="{FF2B5EF4-FFF2-40B4-BE49-F238E27FC236}">
                <a16:creationId xmlns:a16="http://schemas.microsoft.com/office/drawing/2014/main" id="{A7309C41-9258-4D73-9EE2-DFD8925A6142}"/>
              </a:ext>
            </a:extLst>
          </p:cNvPr>
          <p:cNvSpPr/>
          <p:nvPr/>
        </p:nvSpPr>
        <p:spPr bwMode="gray">
          <a:xfrm>
            <a:off x="859172" y="2820725"/>
            <a:ext cx="375687" cy="376864"/>
          </a:xfrm>
          <a:prstGeom prst="downArrow">
            <a:avLst/>
          </a:prstGeom>
          <a:solidFill>
            <a:srgbClr val="0070C0"/>
          </a:solidFill>
          <a:ln w="9525"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ctr" latinLnBrk="0" hangingPunct="1">
              <a:lnSpc>
                <a:spcPct val="100000"/>
              </a:lnSpc>
              <a:spcBef>
                <a:spcPct val="0"/>
              </a:spcBef>
              <a:spcAft>
                <a:spcPct val="0"/>
              </a:spcAft>
              <a:buClrTx/>
              <a:buSzTx/>
              <a:buFontTx/>
              <a:buNone/>
              <a:tabLst/>
            </a:pPr>
            <a:endParaRPr kumimoji="1" lang="ja-JP" altLang="en-US" sz="1600" b="0" i="0" u="none" strike="noStrike" cap="none" normalizeH="0" baseline="0" dirty="0">
              <a:ln>
                <a:noFill/>
              </a:ln>
              <a:effectLst/>
              <a:latin typeface="Meiryo UI" panose="020B0604030504040204" pitchFamily="50" charset="-128"/>
              <a:ea typeface="Meiryo UI" panose="020B0604030504040204" pitchFamily="50" charset="-128"/>
            </a:endParaRPr>
          </a:p>
        </p:txBody>
      </p:sp>
      <p:sp>
        <p:nvSpPr>
          <p:cNvPr id="49" name="コンテンツ プレースホルダー 2">
            <a:extLst>
              <a:ext uri="{FF2B5EF4-FFF2-40B4-BE49-F238E27FC236}">
                <a16:creationId xmlns:a16="http://schemas.microsoft.com/office/drawing/2014/main" id="{EC0D9FB2-F658-484E-BC4E-870C8CA60CBA}"/>
              </a:ext>
            </a:extLst>
          </p:cNvPr>
          <p:cNvSpPr txBox="1">
            <a:spLocks/>
          </p:cNvSpPr>
          <p:nvPr/>
        </p:nvSpPr>
        <p:spPr bwMode="gray">
          <a:xfrm>
            <a:off x="1395216" y="2908605"/>
            <a:ext cx="7648388" cy="254315"/>
          </a:xfrm>
          <a:prstGeom prst="rect">
            <a:avLst/>
          </a:prstGeom>
          <a:noFill/>
          <a:ln>
            <a:noFill/>
          </a:ln>
          <a:effectLst/>
        </p:spPr>
        <p:txBody>
          <a:bodyPr vert="horz" wrap="square" lIns="0" tIns="0" rIns="0" bIns="0" numCol="1" anchor="ctr" anchorCtr="0" compatLnSpc="1">
            <a:prstTxWarp prst="textNoShape">
              <a:avLst/>
            </a:prstTxWarp>
          </a:bodyPr>
          <a:lstStyle>
            <a:lvl1pPr marL="266700" indent="-266700" algn="l" defTabSz="809625" rtl="0" eaLnBrk="0" fontAlgn="ctr" hangingPunct="0">
              <a:lnSpc>
                <a:spcPct val="110000"/>
              </a:lnSpc>
              <a:spcBef>
                <a:spcPct val="20000"/>
              </a:spcBef>
              <a:spcAft>
                <a:spcPct val="10000"/>
              </a:spcAft>
              <a:buClr>
                <a:srgbClr val="C80202"/>
              </a:buClr>
              <a:buFont typeface="Wingdings" pitchFamily="2" charset="2"/>
              <a:buChar char="n"/>
              <a:defRPr kumimoji="1" sz="2000">
                <a:solidFill>
                  <a:schemeClr val="tx1"/>
                </a:solidFill>
                <a:latin typeface="メイリオ" panose="020B0604030504040204" pitchFamily="50" charset="-128"/>
                <a:ea typeface="メイリオ" panose="020B0604030504040204" pitchFamily="50" charset="-128"/>
                <a:cs typeface="メイリオ" panose="020B0604030504040204" pitchFamily="50" charset="-128"/>
              </a:defRPr>
            </a:lvl1pPr>
            <a:lvl2pPr marL="514350" indent="-246063" algn="l" defTabSz="809625" rtl="0" eaLnBrk="0" fontAlgn="ctr" hangingPunct="0">
              <a:lnSpc>
                <a:spcPct val="110000"/>
              </a:lnSpc>
              <a:spcBef>
                <a:spcPct val="20000"/>
              </a:spcBef>
              <a:spcAft>
                <a:spcPct val="10000"/>
              </a:spcAft>
              <a:buClr>
                <a:srgbClr val="87867E"/>
              </a:buClr>
              <a:buFont typeface="Wingdings" pitchFamily="2" charset="2"/>
              <a:buChar char="n"/>
              <a:defRPr kumimoji="1" sz="1600">
                <a:solidFill>
                  <a:schemeClr val="tx1"/>
                </a:solidFill>
                <a:latin typeface="メイリオ" panose="020B0604030504040204" pitchFamily="50" charset="-128"/>
                <a:ea typeface="メイリオ" panose="020B0604030504040204" pitchFamily="50" charset="-128"/>
                <a:cs typeface="メイリオ" panose="020B0604030504040204" pitchFamily="50" charset="-128"/>
              </a:defRPr>
            </a:lvl2pPr>
            <a:lvl3pPr marL="536575" indent="377825" algn="l" defTabSz="809625" rtl="0" eaLnBrk="0" fontAlgn="ctr" hangingPunct="0">
              <a:lnSpc>
                <a:spcPct val="110000"/>
              </a:lnSpc>
              <a:spcBef>
                <a:spcPct val="20000"/>
              </a:spcBef>
              <a:spcAft>
                <a:spcPct val="10000"/>
              </a:spcAft>
              <a:buClr>
                <a:srgbClr val="808080"/>
              </a:buClr>
              <a:buFont typeface="Wingdings" pitchFamily="2" charset="2"/>
              <a:defRPr kumimoji="1" sz="1600">
                <a:solidFill>
                  <a:schemeClr val="tx1"/>
                </a:solidFill>
                <a:latin typeface="FUJI-新ゴ R" pitchFamily="50" charset="-128"/>
                <a:ea typeface="FUJI-新ゴ R" pitchFamily="50" charset="-128"/>
                <a:cs typeface="Meiryo UI" pitchFamily="50" charset="-128"/>
              </a:defRPr>
            </a:lvl3pPr>
            <a:lvl4pPr marL="717550" indent="-136525" algn="l" defTabSz="809625" rtl="0" eaLnBrk="0" fontAlgn="base" hangingPunct="0">
              <a:lnSpc>
                <a:spcPct val="110000"/>
              </a:lnSpc>
              <a:spcBef>
                <a:spcPct val="20000"/>
              </a:spcBef>
              <a:spcAft>
                <a:spcPct val="10000"/>
              </a:spcAft>
              <a:buClr>
                <a:srgbClr val="87867E"/>
              </a:buClr>
              <a:buSzPct val="50000"/>
              <a:buFont typeface="Wingdings" pitchFamily="2" charset="2"/>
              <a:buChar char="l"/>
              <a:defRPr kumimoji="1" sz="1400">
                <a:solidFill>
                  <a:schemeClr val="tx1"/>
                </a:solidFill>
                <a:latin typeface="FUJI-新ゴ R" pitchFamily="50" charset="-128"/>
                <a:ea typeface="FUJI-新ゴ R" pitchFamily="50" charset="-128"/>
                <a:cs typeface="Meiryo UI" pitchFamily="50" charset="-128"/>
              </a:defRPr>
            </a:lvl4pPr>
            <a:lvl5pPr marL="2057400" indent="-228600" algn="l" defTabSz="809625" rtl="0" eaLnBrk="0" fontAlgn="base" hangingPunct="0">
              <a:spcBef>
                <a:spcPct val="20000"/>
              </a:spcBef>
              <a:spcAft>
                <a:spcPct val="0"/>
              </a:spcAft>
              <a:buChar char="»"/>
              <a:defRPr kumimoji="1" sz="2000">
                <a:solidFill>
                  <a:schemeClr val="tx1"/>
                </a:solidFill>
                <a:latin typeface="FUJI-新ゴ R" panose="020B0400000000000000" pitchFamily="50" charset="-128"/>
                <a:ea typeface="FUJI-新ゴ R" panose="020B0400000000000000" pitchFamily="50" charset="-128"/>
                <a:cs typeface="ＭＳ Ｐゴシック" pitchFamily="50" charset="-128"/>
              </a:defRPr>
            </a:lvl5pPr>
            <a:lvl6pPr marL="2514600" indent="-228600" algn="l" defTabSz="809625" rtl="0" fontAlgn="base">
              <a:spcBef>
                <a:spcPct val="20000"/>
              </a:spcBef>
              <a:spcAft>
                <a:spcPct val="0"/>
              </a:spcAft>
              <a:buChar char="»"/>
              <a:defRPr kumimoji="1" sz="2000">
                <a:solidFill>
                  <a:schemeClr val="tx1"/>
                </a:solidFill>
                <a:latin typeface="+mn-lt"/>
                <a:ea typeface="+mn-ea"/>
              </a:defRPr>
            </a:lvl6pPr>
            <a:lvl7pPr marL="2971800" indent="-228600" algn="l" defTabSz="809625" rtl="0" fontAlgn="base">
              <a:spcBef>
                <a:spcPct val="20000"/>
              </a:spcBef>
              <a:spcAft>
                <a:spcPct val="0"/>
              </a:spcAft>
              <a:buChar char="»"/>
              <a:defRPr kumimoji="1" sz="2000">
                <a:solidFill>
                  <a:schemeClr val="tx1"/>
                </a:solidFill>
                <a:latin typeface="+mn-lt"/>
                <a:ea typeface="+mn-ea"/>
              </a:defRPr>
            </a:lvl7pPr>
            <a:lvl8pPr marL="3429000" indent="-228600" algn="l" defTabSz="809625" rtl="0" fontAlgn="base">
              <a:spcBef>
                <a:spcPct val="20000"/>
              </a:spcBef>
              <a:spcAft>
                <a:spcPct val="0"/>
              </a:spcAft>
              <a:buChar char="»"/>
              <a:defRPr kumimoji="1" sz="2000">
                <a:solidFill>
                  <a:schemeClr val="tx1"/>
                </a:solidFill>
                <a:latin typeface="+mn-lt"/>
                <a:ea typeface="+mn-ea"/>
              </a:defRPr>
            </a:lvl8pPr>
            <a:lvl9pPr marL="3886200" indent="-228600" algn="l" defTabSz="809625" rtl="0" fontAlgn="base">
              <a:spcBef>
                <a:spcPct val="20000"/>
              </a:spcBef>
              <a:spcAft>
                <a:spcPct val="0"/>
              </a:spcAft>
              <a:buChar char="»"/>
              <a:defRPr kumimoji="1" sz="2000">
                <a:solidFill>
                  <a:schemeClr val="tx1"/>
                </a:solidFill>
                <a:latin typeface="+mn-lt"/>
                <a:ea typeface="+mn-ea"/>
              </a:defRPr>
            </a:lvl9pPr>
          </a:lstStyle>
          <a:p>
            <a:pPr marL="0" indent="0">
              <a:buNone/>
            </a:pPr>
            <a:r>
              <a:rPr lang="ja-JP" altLang="en-US" sz="1200" kern="0" dirty="0">
                <a:latin typeface="Meiryo UI" panose="020B0604030504040204" pitchFamily="50" charset="-128"/>
                <a:ea typeface="Meiryo UI" panose="020B0604030504040204" pitchFamily="50" charset="-128"/>
              </a:rPr>
              <a:t>②リリース完了後台帳へ実績記入し、</a:t>
            </a:r>
            <a:r>
              <a:rPr lang="en-US" altLang="ja-JP" sz="1200" kern="0" dirty="0">
                <a:latin typeface="Meiryo UI" panose="020B0604030504040204" pitchFamily="50" charset="-128"/>
                <a:ea typeface="Meiryo UI" panose="020B0604030504040204" pitchFamily="50" charset="-128"/>
              </a:rPr>
              <a:t>Teams</a:t>
            </a:r>
            <a:r>
              <a:rPr lang="ja-JP" altLang="en-US" sz="1200" kern="0" dirty="0">
                <a:latin typeface="Meiryo UI" panose="020B0604030504040204" pitchFamily="50" charset="-128"/>
                <a:ea typeface="Meiryo UI" panose="020B0604030504040204" pitchFamily="50" charset="-128"/>
              </a:rPr>
              <a:t>よりリリース通知</a:t>
            </a:r>
            <a:r>
              <a:rPr lang="en-US" altLang="ja-JP" sz="1200" kern="0" dirty="0">
                <a:latin typeface="Meiryo UI" panose="020B0604030504040204" pitchFamily="50" charset="-128"/>
                <a:ea typeface="Meiryo UI" panose="020B0604030504040204" pitchFamily="50" charset="-128"/>
              </a:rPr>
              <a:t>(@jp_SAP</a:t>
            </a:r>
            <a:r>
              <a:rPr lang="ja-JP" altLang="en-US" sz="1200" kern="0" dirty="0">
                <a:latin typeface="Meiryo UI" panose="020B0604030504040204" pitchFamily="50" charset="-128"/>
                <a:ea typeface="Meiryo UI" panose="020B0604030504040204" pitchFamily="50" charset="-128"/>
              </a:rPr>
              <a:t>デリバリナレッジマネジメント</a:t>
            </a:r>
            <a:r>
              <a:rPr lang="en-US" altLang="ja-JP" sz="1200" kern="0" dirty="0">
                <a:latin typeface="Meiryo UI" panose="020B0604030504040204" pitchFamily="50" charset="-128"/>
                <a:ea typeface="Meiryo UI" panose="020B0604030504040204" pitchFamily="50" charset="-128"/>
              </a:rPr>
              <a:t>)</a:t>
            </a:r>
            <a:r>
              <a:rPr lang="ja-JP" altLang="en-US" sz="1200" kern="0" dirty="0">
                <a:latin typeface="Meiryo UI" panose="020B0604030504040204" pitchFamily="50" charset="-128"/>
                <a:ea typeface="Meiryo UI" panose="020B0604030504040204" pitchFamily="50" charset="-128"/>
              </a:rPr>
              <a:t>を行う。</a:t>
            </a:r>
            <a:endParaRPr lang="en-US" altLang="ja-JP" sz="1200" kern="0" dirty="0">
              <a:latin typeface="Meiryo UI" panose="020B0604030504040204" pitchFamily="50" charset="-128"/>
              <a:ea typeface="Meiryo UI" panose="020B0604030504040204" pitchFamily="50" charset="-128"/>
            </a:endParaRPr>
          </a:p>
        </p:txBody>
      </p:sp>
      <p:pic>
        <p:nvPicPr>
          <p:cNvPr id="50" name="図 49">
            <a:extLst>
              <a:ext uri="{FF2B5EF4-FFF2-40B4-BE49-F238E27FC236}">
                <a16:creationId xmlns:a16="http://schemas.microsoft.com/office/drawing/2014/main" id="{E8E664D9-3685-40B1-8381-00579F310690}"/>
              </a:ext>
            </a:extLst>
          </p:cNvPr>
          <p:cNvPicPr>
            <a:picLocks noChangeAspect="1"/>
          </p:cNvPicPr>
          <p:nvPr/>
        </p:nvPicPr>
        <p:blipFill rotWithShape="1">
          <a:blip r:embed="rId4"/>
          <a:srcRect l="51268" t="32079" r="9466" b="58256"/>
          <a:stretch/>
        </p:blipFill>
        <p:spPr>
          <a:xfrm>
            <a:off x="886899" y="1273133"/>
            <a:ext cx="3590544" cy="483314"/>
          </a:xfrm>
          <a:prstGeom prst="rect">
            <a:avLst/>
          </a:prstGeom>
        </p:spPr>
      </p:pic>
      <p:sp>
        <p:nvSpPr>
          <p:cNvPr id="51" name="コンテンツ プレースホルダー 2">
            <a:extLst>
              <a:ext uri="{FF2B5EF4-FFF2-40B4-BE49-F238E27FC236}">
                <a16:creationId xmlns:a16="http://schemas.microsoft.com/office/drawing/2014/main" id="{54ED255E-5B70-412D-87D4-296940B08F14}"/>
              </a:ext>
            </a:extLst>
          </p:cNvPr>
          <p:cNvSpPr txBox="1">
            <a:spLocks/>
          </p:cNvSpPr>
          <p:nvPr/>
        </p:nvSpPr>
        <p:spPr bwMode="gray">
          <a:xfrm>
            <a:off x="6963743" y="2172705"/>
            <a:ext cx="929959" cy="248995"/>
          </a:xfrm>
          <a:prstGeom prst="rect">
            <a:avLst/>
          </a:prstGeom>
          <a:noFill/>
          <a:ln>
            <a:noFill/>
          </a:ln>
          <a:effectLst/>
        </p:spPr>
        <p:txBody>
          <a:bodyPr vert="horz" wrap="square" lIns="0" tIns="0" rIns="0" bIns="0" numCol="1" anchor="ctr" anchorCtr="0" compatLnSpc="1">
            <a:prstTxWarp prst="textNoShape">
              <a:avLst/>
            </a:prstTxWarp>
          </a:bodyPr>
          <a:lstStyle>
            <a:lvl1pPr marL="266700" indent="-266700" algn="l" defTabSz="809625" rtl="0" eaLnBrk="0" fontAlgn="ctr" hangingPunct="0">
              <a:lnSpc>
                <a:spcPct val="110000"/>
              </a:lnSpc>
              <a:spcBef>
                <a:spcPct val="20000"/>
              </a:spcBef>
              <a:spcAft>
                <a:spcPct val="10000"/>
              </a:spcAft>
              <a:buClr>
                <a:srgbClr val="C80202"/>
              </a:buClr>
              <a:buFont typeface="Wingdings" pitchFamily="2" charset="2"/>
              <a:buChar char="n"/>
              <a:defRPr kumimoji="1" sz="2000">
                <a:solidFill>
                  <a:schemeClr val="tx1"/>
                </a:solidFill>
                <a:latin typeface="メイリオ" panose="020B0604030504040204" pitchFamily="50" charset="-128"/>
                <a:ea typeface="メイリオ" panose="020B0604030504040204" pitchFamily="50" charset="-128"/>
                <a:cs typeface="メイリオ" panose="020B0604030504040204" pitchFamily="50" charset="-128"/>
              </a:defRPr>
            </a:lvl1pPr>
            <a:lvl2pPr marL="514350" indent="-246063" algn="l" defTabSz="809625" rtl="0" eaLnBrk="0" fontAlgn="ctr" hangingPunct="0">
              <a:lnSpc>
                <a:spcPct val="110000"/>
              </a:lnSpc>
              <a:spcBef>
                <a:spcPct val="20000"/>
              </a:spcBef>
              <a:spcAft>
                <a:spcPct val="10000"/>
              </a:spcAft>
              <a:buClr>
                <a:srgbClr val="87867E"/>
              </a:buClr>
              <a:buFont typeface="Wingdings" pitchFamily="2" charset="2"/>
              <a:buChar char="n"/>
              <a:defRPr kumimoji="1" sz="1600">
                <a:solidFill>
                  <a:schemeClr val="tx1"/>
                </a:solidFill>
                <a:latin typeface="メイリオ" panose="020B0604030504040204" pitchFamily="50" charset="-128"/>
                <a:ea typeface="メイリオ" panose="020B0604030504040204" pitchFamily="50" charset="-128"/>
                <a:cs typeface="メイリオ" panose="020B0604030504040204" pitchFamily="50" charset="-128"/>
              </a:defRPr>
            </a:lvl2pPr>
            <a:lvl3pPr marL="536575" indent="377825" algn="l" defTabSz="809625" rtl="0" eaLnBrk="0" fontAlgn="ctr" hangingPunct="0">
              <a:lnSpc>
                <a:spcPct val="110000"/>
              </a:lnSpc>
              <a:spcBef>
                <a:spcPct val="20000"/>
              </a:spcBef>
              <a:spcAft>
                <a:spcPct val="10000"/>
              </a:spcAft>
              <a:buClr>
                <a:srgbClr val="808080"/>
              </a:buClr>
              <a:buFont typeface="Wingdings" pitchFamily="2" charset="2"/>
              <a:defRPr kumimoji="1" sz="1600">
                <a:solidFill>
                  <a:schemeClr val="tx1"/>
                </a:solidFill>
                <a:latin typeface="FUJI-新ゴ R" pitchFamily="50" charset="-128"/>
                <a:ea typeface="FUJI-新ゴ R" pitchFamily="50" charset="-128"/>
                <a:cs typeface="Meiryo UI" pitchFamily="50" charset="-128"/>
              </a:defRPr>
            </a:lvl3pPr>
            <a:lvl4pPr marL="717550" indent="-136525" algn="l" defTabSz="809625" rtl="0" eaLnBrk="0" fontAlgn="base" hangingPunct="0">
              <a:lnSpc>
                <a:spcPct val="110000"/>
              </a:lnSpc>
              <a:spcBef>
                <a:spcPct val="20000"/>
              </a:spcBef>
              <a:spcAft>
                <a:spcPct val="10000"/>
              </a:spcAft>
              <a:buClr>
                <a:srgbClr val="87867E"/>
              </a:buClr>
              <a:buSzPct val="50000"/>
              <a:buFont typeface="Wingdings" pitchFamily="2" charset="2"/>
              <a:buChar char="l"/>
              <a:defRPr kumimoji="1" sz="1400">
                <a:solidFill>
                  <a:schemeClr val="tx1"/>
                </a:solidFill>
                <a:latin typeface="FUJI-新ゴ R" pitchFamily="50" charset="-128"/>
                <a:ea typeface="FUJI-新ゴ R" pitchFamily="50" charset="-128"/>
                <a:cs typeface="Meiryo UI" pitchFamily="50" charset="-128"/>
              </a:defRPr>
            </a:lvl4pPr>
            <a:lvl5pPr marL="2057400" indent="-228600" algn="l" defTabSz="809625" rtl="0" eaLnBrk="0" fontAlgn="base" hangingPunct="0">
              <a:spcBef>
                <a:spcPct val="20000"/>
              </a:spcBef>
              <a:spcAft>
                <a:spcPct val="0"/>
              </a:spcAft>
              <a:buChar char="»"/>
              <a:defRPr kumimoji="1" sz="2000">
                <a:solidFill>
                  <a:schemeClr val="tx1"/>
                </a:solidFill>
                <a:latin typeface="FUJI-新ゴ R" panose="020B0400000000000000" pitchFamily="50" charset="-128"/>
                <a:ea typeface="FUJI-新ゴ R" panose="020B0400000000000000" pitchFamily="50" charset="-128"/>
                <a:cs typeface="ＭＳ Ｐゴシック" pitchFamily="50" charset="-128"/>
              </a:defRPr>
            </a:lvl5pPr>
            <a:lvl6pPr marL="2514600" indent="-228600" algn="l" defTabSz="809625" rtl="0" fontAlgn="base">
              <a:spcBef>
                <a:spcPct val="20000"/>
              </a:spcBef>
              <a:spcAft>
                <a:spcPct val="0"/>
              </a:spcAft>
              <a:buChar char="»"/>
              <a:defRPr kumimoji="1" sz="2000">
                <a:solidFill>
                  <a:schemeClr val="tx1"/>
                </a:solidFill>
                <a:latin typeface="+mn-lt"/>
                <a:ea typeface="+mn-ea"/>
              </a:defRPr>
            </a:lvl6pPr>
            <a:lvl7pPr marL="2971800" indent="-228600" algn="l" defTabSz="809625" rtl="0" fontAlgn="base">
              <a:spcBef>
                <a:spcPct val="20000"/>
              </a:spcBef>
              <a:spcAft>
                <a:spcPct val="0"/>
              </a:spcAft>
              <a:buChar char="»"/>
              <a:defRPr kumimoji="1" sz="2000">
                <a:solidFill>
                  <a:schemeClr val="tx1"/>
                </a:solidFill>
                <a:latin typeface="+mn-lt"/>
                <a:ea typeface="+mn-ea"/>
              </a:defRPr>
            </a:lvl7pPr>
            <a:lvl8pPr marL="3429000" indent="-228600" algn="l" defTabSz="809625" rtl="0" fontAlgn="base">
              <a:spcBef>
                <a:spcPct val="20000"/>
              </a:spcBef>
              <a:spcAft>
                <a:spcPct val="0"/>
              </a:spcAft>
              <a:buChar char="»"/>
              <a:defRPr kumimoji="1" sz="2000">
                <a:solidFill>
                  <a:schemeClr val="tx1"/>
                </a:solidFill>
                <a:latin typeface="+mn-lt"/>
                <a:ea typeface="+mn-ea"/>
              </a:defRPr>
            </a:lvl8pPr>
            <a:lvl9pPr marL="3886200" indent="-228600" algn="l" defTabSz="809625" rtl="0" fontAlgn="base">
              <a:spcBef>
                <a:spcPct val="20000"/>
              </a:spcBef>
              <a:spcAft>
                <a:spcPct val="0"/>
              </a:spcAft>
              <a:buChar char="»"/>
              <a:defRPr kumimoji="1" sz="2000">
                <a:solidFill>
                  <a:schemeClr val="tx1"/>
                </a:solidFill>
                <a:latin typeface="+mn-lt"/>
                <a:ea typeface="+mn-ea"/>
              </a:defRPr>
            </a:lvl9pPr>
          </a:lstStyle>
          <a:p>
            <a:pPr marL="0" indent="0">
              <a:buNone/>
            </a:pPr>
            <a:r>
              <a:rPr lang="en-US" altLang="ja-JP" sz="800" kern="0" dirty="0">
                <a:latin typeface="Meiryo UI" panose="020B0604030504040204" pitchFamily="50" charset="-128"/>
                <a:ea typeface="Meiryo UI" panose="020B0604030504040204" pitchFamily="50" charset="-128"/>
              </a:rPr>
              <a:t>xxx_</a:t>
            </a:r>
            <a:r>
              <a:rPr lang="en-US" altLang="ja-JP" sz="800" b="1" kern="0" dirty="0">
                <a:solidFill>
                  <a:srgbClr val="FF0000"/>
                </a:solidFill>
                <a:latin typeface="Meiryo UI" panose="020B0604030504040204" pitchFamily="50" charset="-128"/>
                <a:ea typeface="Meiryo UI" panose="020B0604030504040204" pitchFamily="50" charset="-128"/>
              </a:rPr>
              <a:t>v2.0-01</a:t>
            </a:r>
          </a:p>
        </p:txBody>
      </p:sp>
      <p:sp>
        <p:nvSpPr>
          <p:cNvPr id="52" name="コンテンツ プレースホルダー 2">
            <a:extLst>
              <a:ext uri="{FF2B5EF4-FFF2-40B4-BE49-F238E27FC236}">
                <a16:creationId xmlns:a16="http://schemas.microsoft.com/office/drawing/2014/main" id="{7100CCA7-F169-4E96-86D9-427FF9C925EC}"/>
              </a:ext>
            </a:extLst>
          </p:cNvPr>
          <p:cNvSpPr txBox="1">
            <a:spLocks/>
          </p:cNvSpPr>
          <p:nvPr/>
        </p:nvSpPr>
        <p:spPr bwMode="gray">
          <a:xfrm>
            <a:off x="6780951" y="2078406"/>
            <a:ext cx="1120733" cy="176184"/>
          </a:xfrm>
          <a:prstGeom prst="rect">
            <a:avLst/>
          </a:prstGeom>
          <a:solidFill>
            <a:srgbClr val="0070C0"/>
          </a:solidFill>
          <a:ln>
            <a:noFill/>
          </a:ln>
          <a:effectLst/>
        </p:spPr>
        <p:txBody>
          <a:bodyPr vert="horz" wrap="square" lIns="0" tIns="0" rIns="0" bIns="0" numCol="1" anchor="ctr" anchorCtr="0" compatLnSpc="1">
            <a:prstTxWarp prst="textNoShape">
              <a:avLst/>
            </a:prstTxWarp>
          </a:bodyPr>
          <a:lstStyle>
            <a:lvl1pPr marL="266700" indent="-266700" algn="l" defTabSz="809625" rtl="0" eaLnBrk="0" fontAlgn="ctr" hangingPunct="0">
              <a:lnSpc>
                <a:spcPct val="110000"/>
              </a:lnSpc>
              <a:spcBef>
                <a:spcPct val="20000"/>
              </a:spcBef>
              <a:spcAft>
                <a:spcPct val="10000"/>
              </a:spcAft>
              <a:buClr>
                <a:srgbClr val="C80202"/>
              </a:buClr>
              <a:buFont typeface="Wingdings" pitchFamily="2" charset="2"/>
              <a:buChar char="n"/>
              <a:defRPr kumimoji="1" sz="2000">
                <a:solidFill>
                  <a:schemeClr val="tx1"/>
                </a:solidFill>
                <a:latin typeface="メイリオ" panose="020B0604030504040204" pitchFamily="50" charset="-128"/>
                <a:ea typeface="メイリオ" panose="020B0604030504040204" pitchFamily="50" charset="-128"/>
                <a:cs typeface="メイリオ" panose="020B0604030504040204" pitchFamily="50" charset="-128"/>
              </a:defRPr>
            </a:lvl1pPr>
            <a:lvl2pPr marL="514350" indent="-246063" algn="l" defTabSz="809625" rtl="0" eaLnBrk="0" fontAlgn="ctr" hangingPunct="0">
              <a:lnSpc>
                <a:spcPct val="110000"/>
              </a:lnSpc>
              <a:spcBef>
                <a:spcPct val="20000"/>
              </a:spcBef>
              <a:spcAft>
                <a:spcPct val="10000"/>
              </a:spcAft>
              <a:buClr>
                <a:srgbClr val="87867E"/>
              </a:buClr>
              <a:buFont typeface="Wingdings" pitchFamily="2" charset="2"/>
              <a:buChar char="n"/>
              <a:defRPr kumimoji="1" sz="1600">
                <a:solidFill>
                  <a:schemeClr val="tx1"/>
                </a:solidFill>
                <a:latin typeface="メイリオ" panose="020B0604030504040204" pitchFamily="50" charset="-128"/>
                <a:ea typeface="メイリオ" panose="020B0604030504040204" pitchFamily="50" charset="-128"/>
                <a:cs typeface="メイリオ" panose="020B0604030504040204" pitchFamily="50" charset="-128"/>
              </a:defRPr>
            </a:lvl2pPr>
            <a:lvl3pPr marL="536575" indent="377825" algn="l" defTabSz="809625" rtl="0" eaLnBrk="0" fontAlgn="ctr" hangingPunct="0">
              <a:lnSpc>
                <a:spcPct val="110000"/>
              </a:lnSpc>
              <a:spcBef>
                <a:spcPct val="20000"/>
              </a:spcBef>
              <a:spcAft>
                <a:spcPct val="10000"/>
              </a:spcAft>
              <a:buClr>
                <a:srgbClr val="808080"/>
              </a:buClr>
              <a:buFont typeface="Wingdings" pitchFamily="2" charset="2"/>
              <a:defRPr kumimoji="1" sz="1600">
                <a:solidFill>
                  <a:schemeClr val="tx1"/>
                </a:solidFill>
                <a:latin typeface="FUJI-新ゴ R" pitchFamily="50" charset="-128"/>
                <a:ea typeface="FUJI-新ゴ R" pitchFamily="50" charset="-128"/>
                <a:cs typeface="Meiryo UI" pitchFamily="50" charset="-128"/>
              </a:defRPr>
            </a:lvl3pPr>
            <a:lvl4pPr marL="717550" indent="-136525" algn="l" defTabSz="809625" rtl="0" eaLnBrk="0" fontAlgn="base" hangingPunct="0">
              <a:lnSpc>
                <a:spcPct val="110000"/>
              </a:lnSpc>
              <a:spcBef>
                <a:spcPct val="20000"/>
              </a:spcBef>
              <a:spcAft>
                <a:spcPct val="10000"/>
              </a:spcAft>
              <a:buClr>
                <a:srgbClr val="87867E"/>
              </a:buClr>
              <a:buSzPct val="50000"/>
              <a:buFont typeface="Wingdings" pitchFamily="2" charset="2"/>
              <a:buChar char="l"/>
              <a:defRPr kumimoji="1" sz="1400">
                <a:solidFill>
                  <a:schemeClr val="tx1"/>
                </a:solidFill>
                <a:latin typeface="FUJI-新ゴ R" pitchFamily="50" charset="-128"/>
                <a:ea typeface="FUJI-新ゴ R" pitchFamily="50" charset="-128"/>
                <a:cs typeface="Meiryo UI" pitchFamily="50" charset="-128"/>
              </a:defRPr>
            </a:lvl4pPr>
            <a:lvl5pPr marL="2057400" indent="-228600" algn="l" defTabSz="809625" rtl="0" eaLnBrk="0" fontAlgn="base" hangingPunct="0">
              <a:spcBef>
                <a:spcPct val="20000"/>
              </a:spcBef>
              <a:spcAft>
                <a:spcPct val="0"/>
              </a:spcAft>
              <a:buChar char="»"/>
              <a:defRPr kumimoji="1" sz="2000">
                <a:solidFill>
                  <a:schemeClr val="tx1"/>
                </a:solidFill>
                <a:latin typeface="FUJI-新ゴ R" panose="020B0400000000000000" pitchFamily="50" charset="-128"/>
                <a:ea typeface="FUJI-新ゴ R" panose="020B0400000000000000" pitchFamily="50" charset="-128"/>
                <a:cs typeface="ＭＳ Ｐゴシック" pitchFamily="50" charset="-128"/>
              </a:defRPr>
            </a:lvl5pPr>
            <a:lvl6pPr marL="2514600" indent="-228600" algn="l" defTabSz="809625" rtl="0" fontAlgn="base">
              <a:spcBef>
                <a:spcPct val="20000"/>
              </a:spcBef>
              <a:spcAft>
                <a:spcPct val="0"/>
              </a:spcAft>
              <a:buChar char="»"/>
              <a:defRPr kumimoji="1" sz="2000">
                <a:solidFill>
                  <a:schemeClr val="tx1"/>
                </a:solidFill>
                <a:latin typeface="+mn-lt"/>
                <a:ea typeface="+mn-ea"/>
              </a:defRPr>
            </a:lvl6pPr>
            <a:lvl7pPr marL="2971800" indent="-228600" algn="l" defTabSz="809625" rtl="0" fontAlgn="base">
              <a:spcBef>
                <a:spcPct val="20000"/>
              </a:spcBef>
              <a:spcAft>
                <a:spcPct val="0"/>
              </a:spcAft>
              <a:buChar char="»"/>
              <a:defRPr kumimoji="1" sz="2000">
                <a:solidFill>
                  <a:schemeClr val="tx1"/>
                </a:solidFill>
                <a:latin typeface="+mn-lt"/>
                <a:ea typeface="+mn-ea"/>
              </a:defRPr>
            </a:lvl7pPr>
            <a:lvl8pPr marL="3429000" indent="-228600" algn="l" defTabSz="809625" rtl="0" fontAlgn="base">
              <a:spcBef>
                <a:spcPct val="20000"/>
              </a:spcBef>
              <a:spcAft>
                <a:spcPct val="0"/>
              </a:spcAft>
              <a:buChar char="»"/>
              <a:defRPr kumimoji="1" sz="2000">
                <a:solidFill>
                  <a:schemeClr val="tx1"/>
                </a:solidFill>
                <a:latin typeface="+mn-lt"/>
                <a:ea typeface="+mn-ea"/>
              </a:defRPr>
            </a:lvl8pPr>
            <a:lvl9pPr marL="3886200" indent="-228600" algn="l" defTabSz="809625" rtl="0" fontAlgn="base">
              <a:spcBef>
                <a:spcPct val="20000"/>
              </a:spcBef>
              <a:spcAft>
                <a:spcPct val="0"/>
              </a:spcAft>
              <a:buChar char="»"/>
              <a:defRPr kumimoji="1" sz="2000">
                <a:solidFill>
                  <a:schemeClr val="tx1"/>
                </a:solidFill>
                <a:latin typeface="+mn-lt"/>
                <a:ea typeface="+mn-ea"/>
              </a:defRPr>
            </a:lvl9pPr>
          </a:lstStyle>
          <a:p>
            <a:pPr marL="0" indent="0" algn="ctr">
              <a:buNone/>
            </a:pPr>
            <a:r>
              <a:rPr lang="en-US" altLang="ja-JP" sz="700" b="1" kern="0" dirty="0">
                <a:solidFill>
                  <a:schemeClr val="bg1"/>
                </a:solidFill>
                <a:latin typeface="Meiryo UI" panose="020B0604030504040204" pitchFamily="50" charset="-128"/>
                <a:ea typeface="Meiryo UI" panose="020B0604030504040204" pitchFamily="50" charset="-128"/>
              </a:rPr>
              <a:t>SPO</a:t>
            </a:r>
            <a:r>
              <a:rPr lang="ja-JP" altLang="en-US" sz="700" b="1" kern="0" dirty="0">
                <a:solidFill>
                  <a:schemeClr val="bg1"/>
                </a:solidFill>
                <a:latin typeface="Meiryo UI" panose="020B0604030504040204" pitchFamily="50" charset="-128"/>
                <a:ea typeface="Meiryo UI" panose="020B0604030504040204" pitchFamily="50" charset="-128"/>
              </a:rPr>
              <a:t> 公開用フォルダ</a:t>
            </a:r>
            <a:endParaRPr lang="en-US" altLang="ja-JP" sz="700" b="1" kern="0" dirty="0">
              <a:solidFill>
                <a:schemeClr val="bg1"/>
              </a:solidFill>
              <a:latin typeface="Meiryo UI" panose="020B0604030504040204" pitchFamily="50" charset="-128"/>
              <a:ea typeface="Meiryo UI" panose="020B0604030504040204" pitchFamily="50" charset="-128"/>
            </a:endParaRPr>
          </a:p>
        </p:txBody>
      </p:sp>
      <p:pic>
        <p:nvPicPr>
          <p:cNvPr id="57" name="図 56">
            <a:extLst>
              <a:ext uri="{FF2B5EF4-FFF2-40B4-BE49-F238E27FC236}">
                <a16:creationId xmlns:a16="http://schemas.microsoft.com/office/drawing/2014/main" id="{292258EB-282F-4320-849E-A73EAB4D60C1}"/>
              </a:ext>
            </a:extLst>
          </p:cNvPr>
          <p:cNvPicPr>
            <a:picLocks noChangeAspect="1"/>
          </p:cNvPicPr>
          <p:nvPr/>
        </p:nvPicPr>
        <p:blipFill rotWithShape="1">
          <a:blip r:embed="rId5"/>
          <a:srcRect l="41000" t="32201" r="21400" b="57804"/>
          <a:stretch/>
        </p:blipFill>
        <p:spPr>
          <a:xfrm>
            <a:off x="1219377" y="3199164"/>
            <a:ext cx="3438144" cy="499872"/>
          </a:xfrm>
          <a:prstGeom prst="rect">
            <a:avLst/>
          </a:prstGeom>
        </p:spPr>
      </p:pic>
      <p:sp>
        <p:nvSpPr>
          <p:cNvPr id="58" name="コンテンツ プレースホルダー 2">
            <a:extLst>
              <a:ext uri="{FF2B5EF4-FFF2-40B4-BE49-F238E27FC236}">
                <a16:creationId xmlns:a16="http://schemas.microsoft.com/office/drawing/2014/main" id="{01E09436-AF45-417B-B47D-2FC658DCFCDA}"/>
              </a:ext>
            </a:extLst>
          </p:cNvPr>
          <p:cNvSpPr txBox="1">
            <a:spLocks/>
          </p:cNvSpPr>
          <p:nvPr/>
        </p:nvSpPr>
        <p:spPr bwMode="gray">
          <a:xfrm>
            <a:off x="3347864" y="776875"/>
            <a:ext cx="5112568" cy="254315"/>
          </a:xfrm>
          <a:prstGeom prst="rect">
            <a:avLst/>
          </a:prstGeom>
          <a:noFill/>
          <a:ln>
            <a:noFill/>
          </a:ln>
          <a:effectLst/>
        </p:spPr>
        <p:txBody>
          <a:bodyPr vert="horz" wrap="square" lIns="0" tIns="0" rIns="0" bIns="0" numCol="1" anchor="ctr" anchorCtr="0" compatLnSpc="1">
            <a:prstTxWarp prst="textNoShape">
              <a:avLst/>
            </a:prstTxWarp>
          </a:bodyPr>
          <a:lstStyle>
            <a:lvl1pPr marL="266700" indent="-266700" algn="l" defTabSz="809625" rtl="0" eaLnBrk="0" fontAlgn="ctr" hangingPunct="0">
              <a:lnSpc>
                <a:spcPct val="110000"/>
              </a:lnSpc>
              <a:spcBef>
                <a:spcPct val="20000"/>
              </a:spcBef>
              <a:spcAft>
                <a:spcPct val="10000"/>
              </a:spcAft>
              <a:buClr>
                <a:srgbClr val="C80202"/>
              </a:buClr>
              <a:buFont typeface="Wingdings" pitchFamily="2" charset="2"/>
              <a:buChar char="n"/>
              <a:defRPr kumimoji="1" sz="2000">
                <a:solidFill>
                  <a:schemeClr val="tx1"/>
                </a:solidFill>
                <a:latin typeface="メイリオ" panose="020B0604030504040204" pitchFamily="50" charset="-128"/>
                <a:ea typeface="メイリオ" panose="020B0604030504040204" pitchFamily="50" charset="-128"/>
                <a:cs typeface="メイリオ" panose="020B0604030504040204" pitchFamily="50" charset="-128"/>
              </a:defRPr>
            </a:lvl1pPr>
            <a:lvl2pPr marL="514350" indent="-246063" algn="l" defTabSz="809625" rtl="0" eaLnBrk="0" fontAlgn="ctr" hangingPunct="0">
              <a:lnSpc>
                <a:spcPct val="110000"/>
              </a:lnSpc>
              <a:spcBef>
                <a:spcPct val="20000"/>
              </a:spcBef>
              <a:spcAft>
                <a:spcPct val="10000"/>
              </a:spcAft>
              <a:buClr>
                <a:srgbClr val="87867E"/>
              </a:buClr>
              <a:buFont typeface="Wingdings" pitchFamily="2" charset="2"/>
              <a:buChar char="n"/>
              <a:defRPr kumimoji="1" sz="1600">
                <a:solidFill>
                  <a:schemeClr val="tx1"/>
                </a:solidFill>
                <a:latin typeface="メイリオ" panose="020B0604030504040204" pitchFamily="50" charset="-128"/>
                <a:ea typeface="メイリオ" panose="020B0604030504040204" pitchFamily="50" charset="-128"/>
                <a:cs typeface="メイリオ" panose="020B0604030504040204" pitchFamily="50" charset="-128"/>
              </a:defRPr>
            </a:lvl2pPr>
            <a:lvl3pPr marL="536575" indent="377825" algn="l" defTabSz="809625" rtl="0" eaLnBrk="0" fontAlgn="ctr" hangingPunct="0">
              <a:lnSpc>
                <a:spcPct val="110000"/>
              </a:lnSpc>
              <a:spcBef>
                <a:spcPct val="20000"/>
              </a:spcBef>
              <a:spcAft>
                <a:spcPct val="10000"/>
              </a:spcAft>
              <a:buClr>
                <a:srgbClr val="808080"/>
              </a:buClr>
              <a:buFont typeface="Wingdings" pitchFamily="2" charset="2"/>
              <a:defRPr kumimoji="1" sz="1600">
                <a:solidFill>
                  <a:schemeClr val="tx1"/>
                </a:solidFill>
                <a:latin typeface="FUJI-新ゴ R" pitchFamily="50" charset="-128"/>
                <a:ea typeface="FUJI-新ゴ R" pitchFamily="50" charset="-128"/>
                <a:cs typeface="Meiryo UI" pitchFamily="50" charset="-128"/>
              </a:defRPr>
            </a:lvl3pPr>
            <a:lvl4pPr marL="717550" indent="-136525" algn="l" defTabSz="809625" rtl="0" eaLnBrk="0" fontAlgn="base" hangingPunct="0">
              <a:lnSpc>
                <a:spcPct val="110000"/>
              </a:lnSpc>
              <a:spcBef>
                <a:spcPct val="20000"/>
              </a:spcBef>
              <a:spcAft>
                <a:spcPct val="10000"/>
              </a:spcAft>
              <a:buClr>
                <a:srgbClr val="87867E"/>
              </a:buClr>
              <a:buSzPct val="50000"/>
              <a:buFont typeface="Wingdings" pitchFamily="2" charset="2"/>
              <a:buChar char="l"/>
              <a:defRPr kumimoji="1" sz="1400">
                <a:solidFill>
                  <a:schemeClr val="tx1"/>
                </a:solidFill>
                <a:latin typeface="FUJI-新ゴ R" pitchFamily="50" charset="-128"/>
                <a:ea typeface="FUJI-新ゴ R" pitchFamily="50" charset="-128"/>
                <a:cs typeface="Meiryo UI" pitchFamily="50" charset="-128"/>
              </a:defRPr>
            </a:lvl4pPr>
            <a:lvl5pPr marL="2057400" indent="-228600" algn="l" defTabSz="809625" rtl="0" eaLnBrk="0" fontAlgn="base" hangingPunct="0">
              <a:spcBef>
                <a:spcPct val="20000"/>
              </a:spcBef>
              <a:spcAft>
                <a:spcPct val="0"/>
              </a:spcAft>
              <a:buChar char="»"/>
              <a:defRPr kumimoji="1" sz="2000">
                <a:solidFill>
                  <a:schemeClr val="tx1"/>
                </a:solidFill>
                <a:latin typeface="FUJI-新ゴ R" panose="020B0400000000000000" pitchFamily="50" charset="-128"/>
                <a:ea typeface="FUJI-新ゴ R" panose="020B0400000000000000" pitchFamily="50" charset="-128"/>
                <a:cs typeface="ＭＳ Ｐゴシック" pitchFamily="50" charset="-128"/>
              </a:defRPr>
            </a:lvl5pPr>
            <a:lvl6pPr marL="2514600" indent="-228600" algn="l" defTabSz="809625" rtl="0" fontAlgn="base">
              <a:spcBef>
                <a:spcPct val="20000"/>
              </a:spcBef>
              <a:spcAft>
                <a:spcPct val="0"/>
              </a:spcAft>
              <a:buChar char="»"/>
              <a:defRPr kumimoji="1" sz="2000">
                <a:solidFill>
                  <a:schemeClr val="tx1"/>
                </a:solidFill>
                <a:latin typeface="+mn-lt"/>
                <a:ea typeface="+mn-ea"/>
              </a:defRPr>
            </a:lvl6pPr>
            <a:lvl7pPr marL="2971800" indent="-228600" algn="l" defTabSz="809625" rtl="0" fontAlgn="base">
              <a:spcBef>
                <a:spcPct val="20000"/>
              </a:spcBef>
              <a:spcAft>
                <a:spcPct val="0"/>
              </a:spcAft>
              <a:buChar char="»"/>
              <a:defRPr kumimoji="1" sz="2000">
                <a:solidFill>
                  <a:schemeClr val="tx1"/>
                </a:solidFill>
                <a:latin typeface="+mn-lt"/>
                <a:ea typeface="+mn-ea"/>
              </a:defRPr>
            </a:lvl7pPr>
            <a:lvl8pPr marL="3429000" indent="-228600" algn="l" defTabSz="809625" rtl="0" fontAlgn="base">
              <a:spcBef>
                <a:spcPct val="20000"/>
              </a:spcBef>
              <a:spcAft>
                <a:spcPct val="0"/>
              </a:spcAft>
              <a:buChar char="»"/>
              <a:defRPr kumimoji="1" sz="2000">
                <a:solidFill>
                  <a:schemeClr val="tx1"/>
                </a:solidFill>
                <a:latin typeface="+mn-lt"/>
                <a:ea typeface="+mn-ea"/>
              </a:defRPr>
            </a:lvl8pPr>
            <a:lvl9pPr marL="3886200" indent="-228600" algn="l" defTabSz="809625" rtl="0" fontAlgn="base">
              <a:spcBef>
                <a:spcPct val="20000"/>
              </a:spcBef>
              <a:spcAft>
                <a:spcPct val="0"/>
              </a:spcAft>
              <a:buChar char="»"/>
              <a:defRPr kumimoji="1" sz="2000">
                <a:solidFill>
                  <a:schemeClr val="tx1"/>
                </a:solidFill>
                <a:latin typeface="+mn-lt"/>
                <a:ea typeface="+mn-ea"/>
              </a:defRPr>
            </a:lvl9pPr>
          </a:lstStyle>
          <a:p>
            <a:pPr marL="0" indent="0">
              <a:buNone/>
            </a:pPr>
            <a:r>
              <a:rPr lang="ja-JP" altLang="en-US" sz="1600" b="1" kern="0" dirty="0">
                <a:latin typeface="Meiryo UI" panose="020B0604030504040204" pitchFamily="50" charset="-128"/>
                <a:ea typeface="Meiryo UI" panose="020B0604030504040204" pitchFamily="50" charset="-128"/>
              </a:rPr>
              <a:t>対象者：管理者</a:t>
            </a:r>
            <a:endParaRPr lang="en-US" altLang="ja-JP" sz="1600" b="1" kern="0" dirty="0">
              <a:latin typeface="Meiryo UI" panose="020B0604030504040204" pitchFamily="50" charset="-128"/>
              <a:ea typeface="Meiryo UI" panose="020B0604030504040204" pitchFamily="50" charset="-128"/>
            </a:endParaRPr>
          </a:p>
        </p:txBody>
      </p:sp>
      <p:cxnSp>
        <p:nvCxnSpPr>
          <p:cNvPr id="61" name="コネクタ: カギ線 60">
            <a:extLst>
              <a:ext uri="{FF2B5EF4-FFF2-40B4-BE49-F238E27FC236}">
                <a16:creationId xmlns:a16="http://schemas.microsoft.com/office/drawing/2014/main" id="{B8F8F927-B2D3-4F28-B9EE-FEC80807DEB2}"/>
              </a:ext>
            </a:extLst>
          </p:cNvPr>
          <p:cNvCxnSpPr>
            <a:cxnSpLocks/>
            <a:stCxn id="45" idx="3"/>
            <a:endCxn id="62" idx="1"/>
          </p:cNvCxnSpPr>
          <p:nvPr/>
        </p:nvCxnSpPr>
        <p:spPr bwMode="auto">
          <a:xfrm>
            <a:off x="1355290" y="2433382"/>
            <a:ext cx="914671" cy="1558"/>
          </a:xfrm>
          <a:prstGeom prst="bentConnector3">
            <a:avLst>
              <a:gd name="adj1" fmla="val 50000"/>
            </a:avLst>
          </a:prstGeom>
          <a:gradFill rotWithShape="0">
            <a:gsLst>
              <a:gs pos="0">
                <a:srgbClr val="FFFFFF"/>
              </a:gs>
              <a:gs pos="100000">
                <a:srgbClr val="CACAC7"/>
              </a:gs>
            </a:gsLst>
            <a:lin ang="5400000" scaled="1"/>
          </a:gradFill>
          <a:ln w="9525" cap="flat" cmpd="sng" algn="ctr">
            <a:solidFill>
              <a:srgbClr val="57564F"/>
            </a:solidFill>
            <a:prstDash val="solid"/>
            <a:round/>
            <a:headEnd type="none" w="med" len="med"/>
            <a:tailEnd type="triangle"/>
          </a:ln>
          <a:effectLst/>
          <a:extLs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cxnSp>
      <p:sp>
        <p:nvSpPr>
          <p:cNvPr id="62" name="四角形: 角を丸くする 61">
            <a:extLst>
              <a:ext uri="{FF2B5EF4-FFF2-40B4-BE49-F238E27FC236}">
                <a16:creationId xmlns:a16="http://schemas.microsoft.com/office/drawing/2014/main" id="{4F8364D8-F82C-422F-8242-2A1C8DA09F86}"/>
              </a:ext>
            </a:extLst>
          </p:cNvPr>
          <p:cNvSpPr/>
          <p:nvPr/>
        </p:nvSpPr>
        <p:spPr bwMode="gray">
          <a:xfrm>
            <a:off x="2269961" y="2103602"/>
            <a:ext cx="1913072" cy="662676"/>
          </a:xfrm>
          <a:prstGeom prst="roundRect">
            <a:avLst/>
          </a:prstGeom>
          <a:solidFill>
            <a:srgbClr val="FFFFFF"/>
          </a:solidFill>
          <a:ln w="28575" cap="flat" cmpd="sng" algn="ctr">
            <a:solidFill>
              <a:schemeClr val="bg1">
                <a:lumMod val="75000"/>
              </a:schemeClr>
            </a:solidFill>
            <a:prstDash val="solid"/>
            <a:round/>
            <a:headEnd type="none" w="med" len="med"/>
            <a:tailEnd type="none" w="med" len="med"/>
          </a:ln>
          <a:effectLst/>
          <a:extLs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txBody>
          <a:bodyPr vert="horz" wrap="none" lIns="91440" tIns="45720" rIns="91440" bIns="45720" numCol="1" rtlCol="0" anchor="ctr" anchorCtr="0" compatLnSpc="1">
            <a:prstTxWarp prst="textNoShape">
              <a:avLst/>
            </a:prstTxWarp>
          </a:bodyPr>
          <a:lstStyle/>
          <a:p>
            <a:pPr marL="0" marR="0" indent="0" algn="ctr" defTabSz="914400" rtl="0" eaLnBrk="1" fontAlgn="ctr" latinLnBrk="0" hangingPunct="1">
              <a:lnSpc>
                <a:spcPct val="100000"/>
              </a:lnSpc>
              <a:spcBef>
                <a:spcPct val="0"/>
              </a:spcBef>
              <a:spcAft>
                <a:spcPct val="0"/>
              </a:spcAft>
              <a:buClrTx/>
              <a:buSzTx/>
              <a:buFontTx/>
              <a:buNone/>
              <a:tabLst/>
            </a:pPr>
            <a:endParaRPr kumimoji="1" lang="ja-JP" altLang="en-US" sz="1600" b="0" i="0" u="none" strike="noStrike" cap="none" normalizeH="0" baseline="0" dirty="0">
              <a:ln>
                <a:noFill/>
              </a:ln>
              <a:effectLst/>
              <a:latin typeface="Meiryo UI" panose="020B0604030504040204" pitchFamily="50" charset="-128"/>
              <a:ea typeface="Meiryo UI" panose="020B0604030504040204" pitchFamily="50" charset="-128"/>
            </a:endParaRPr>
          </a:p>
        </p:txBody>
      </p:sp>
      <p:sp>
        <p:nvSpPr>
          <p:cNvPr id="63" name="フローチャート: 書類 62">
            <a:extLst>
              <a:ext uri="{FF2B5EF4-FFF2-40B4-BE49-F238E27FC236}">
                <a16:creationId xmlns:a16="http://schemas.microsoft.com/office/drawing/2014/main" id="{C10FCCF4-0DCE-4853-8B56-FB74EDECF6E9}"/>
              </a:ext>
            </a:extLst>
          </p:cNvPr>
          <p:cNvSpPr/>
          <p:nvPr/>
        </p:nvSpPr>
        <p:spPr bwMode="gray">
          <a:xfrm>
            <a:off x="2592005" y="2466794"/>
            <a:ext cx="420344" cy="277443"/>
          </a:xfrm>
          <a:prstGeom prst="flowChartDocument">
            <a:avLst/>
          </a:prstGeom>
          <a:solidFill>
            <a:schemeClr val="accent2">
              <a:lumMod val="20000"/>
              <a:lumOff val="80000"/>
            </a:schemeClr>
          </a:solidFill>
          <a:ln w="9525" cap="flat" cmpd="sng" algn="ctr">
            <a:solidFill>
              <a:srgbClr val="87867E"/>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ctr" latinLnBrk="0" hangingPunct="1">
              <a:lnSpc>
                <a:spcPct val="100000"/>
              </a:lnSpc>
              <a:spcBef>
                <a:spcPct val="0"/>
              </a:spcBef>
              <a:spcAft>
                <a:spcPct val="0"/>
              </a:spcAft>
              <a:buClrTx/>
              <a:buSzTx/>
              <a:buFontTx/>
              <a:buNone/>
              <a:tabLst/>
            </a:pPr>
            <a:r>
              <a:rPr kumimoji="1" lang="ja-JP" altLang="en-US" sz="600" b="0" i="0" u="none" strike="noStrike" cap="none" normalizeH="0" baseline="0" dirty="0">
                <a:ln>
                  <a:noFill/>
                </a:ln>
                <a:effectLst/>
                <a:latin typeface="Meiryo UI" panose="020B0604030504040204" pitchFamily="50" charset="-128"/>
                <a:ea typeface="Meiryo UI" panose="020B0604030504040204" pitchFamily="50" charset="-128"/>
              </a:rPr>
              <a:t>リリース用</a:t>
            </a:r>
            <a:endParaRPr kumimoji="1" lang="en-US" altLang="ja-JP" sz="600" b="0" i="0" u="none" strike="noStrike" cap="none" normalizeH="0" baseline="0" dirty="0">
              <a:ln>
                <a:noFill/>
              </a:ln>
              <a:effectLst/>
              <a:latin typeface="Meiryo UI" panose="020B0604030504040204" pitchFamily="50" charset="-128"/>
              <a:ea typeface="Meiryo UI" panose="020B0604030504040204" pitchFamily="50" charset="-128"/>
            </a:endParaRPr>
          </a:p>
          <a:p>
            <a:pPr marL="0" marR="0" indent="0" algn="ctr" defTabSz="914400" rtl="0" eaLnBrk="1" fontAlgn="ctr" latinLnBrk="0" hangingPunct="1">
              <a:lnSpc>
                <a:spcPct val="100000"/>
              </a:lnSpc>
              <a:spcBef>
                <a:spcPct val="0"/>
              </a:spcBef>
              <a:spcAft>
                <a:spcPct val="0"/>
              </a:spcAft>
              <a:buClrTx/>
              <a:buSzTx/>
              <a:buFontTx/>
              <a:buNone/>
              <a:tabLst/>
            </a:pPr>
            <a:r>
              <a:rPr kumimoji="1" lang="ja-JP" altLang="en-US" sz="600" b="0" i="0" u="none" strike="noStrike" cap="none" normalizeH="0" baseline="0" dirty="0">
                <a:ln>
                  <a:noFill/>
                </a:ln>
                <a:effectLst/>
                <a:latin typeface="Meiryo UI" panose="020B0604030504040204" pitchFamily="50" charset="-128"/>
                <a:ea typeface="Meiryo UI" panose="020B0604030504040204" pitchFamily="50" charset="-128"/>
              </a:rPr>
              <a:t>ドキュメント</a:t>
            </a:r>
          </a:p>
        </p:txBody>
      </p:sp>
      <p:sp>
        <p:nvSpPr>
          <p:cNvPr id="64" name="コンテンツ プレースホルダー 2">
            <a:extLst>
              <a:ext uri="{FF2B5EF4-FFF2-40B4-BE49-F238E27FC236}">
                <a16:creationId xmlns:a16="http://schemas.microsoft.com/office/drawing/2014/main" id="{55535BB2-02B5-40FA-9932-3C850C1F9302}"/>
              </a:ext>
            </a:extLst>
          </p:cNvPr>
          <p:cNvSpPr txBox="1">
            <a:spLocks/>
          </p:cNvSpPr>
          <p:nvPr/>
        </p:nvSpPr>
        <p:spPr bwMode="gray">
          <a:xfrm>
            <a:off x="2446655" y="2225594"/>
            <a:ext cx="929959" cy="248995"/>
          </a:xfrm>
          <a:prstGeom prst="rect">
            <a:avLst/>
          </a:prstGeom>
          <a:noFill/>
          <a:ln>
            <a:noFill/>
          </a:ln>
          <a:effectLst/>
        </p:spPr>
        <p:txBody>
          <a:bodyPr vert="horz" wrap="square" lIns="0" tIns="0" rIns="0" bIns="0" numCol="1" anchor="ctr" anchorCtr="0" compatLnSpc="1">
            <a:prstTxWarp prst="textNoShape">
              <a:avLst/>
            </a:prstTxWarp>
          </a:bodyPr>
          <a:lstStyle>
            <a:lvl1pPr marL="266700" indent="-266700" algn="l" defTabSz="809625" rtl="0" eaLnBrk="0" fontAlgn="ctr" hangingPunct="0">
              <a:lnSpc>
                <a:spcPct val="110000"/>
              </a:lnSpc>
              <a:spcBef>
                <a:spcPct val="20000"/>
              </a:spcBef>
              <a:spcAft>
                <a:spcPct val="10000"/>
              </a:spcAft>
              <a:buClr>
                <a:srgbClr val="C80202"/>
              </a:buClr>
              <a:buFont typeface="Wingdings" pitchFamily="2" charset="2"/>
              <a:buChar char="n"/>
              <a:defRPr kumimoji="1" sz="2000">
                <a:solidFill>
                  <a:schemeClr val="tx1"/>
                </a:solidFill>
                <a:latin typeface="メイリオ" panose="020B0604030504040204" pitchFamily="50" charset="-128"/>
                <a:ea typeface="メイリオ" panose="020B0604030504040204" pitchFamily="50" charset="-128"/>
                <a:cs typeface="メイリオ" panose="020B0604030504040204" pitchFamily="50" charset="-128"/>
              </a:defRPr>
            </a:lvl1pPr>
            <a:lvl2pPr marL="514350" indent="-246063" algn="l" defTabSz="809625" rtl="0" eaLnBrk="0" fontAlgn="ctr" hangingPunct="0">
              <a:lnSpc>
                <a:spcPct val="110000"/>
              </a:lnSpc>
              <a:spcBef>
                <a:spcPct val="20000"/>
              </a:spcBef>
              <a:spcAft>
                <a:spcPct val="10000"/>
              </a:spcAft>
              <a:buClr>
                <a:srgbClr val="87867E"/>
              </a:buClr>
              <a:buFont typeface="Wingdings" pitchFamily="2" charset="2"/>
              <a:buChar char="n"/>
              <a:defRPr kumimoji="1" sz="1600">
                <a:solidFill>
                  <a:schemeClr val="tx1"/>
                </a:solidFill>
                <a:latin typeface="メイリオ" panose="020B0604030504040204" pitchFamily="50" charset="-128"/>
                <a:ea typeface="メイリオ" panose="020B0604030504040204" pitchFamily="50" charset="-128"/>
                <a:cs typeface="メイリオ" panose="020B0604030504040204" pitchFamily="50" charset="-128"/>
              </a:defRPr>
            </a:lvl2pPr>
            <a:lvl3pPr marL="536575" indent="377825" algn="l" defTabSz="809625" rtl="0" eaLnBrk="0" fontAlgn="ctr" hangingPunct="0">
              <a:lnSpc>
                <a:spcPct val="110000"/>
              </a:lnSpc>
              <a:spcBef>
                <a:spcPct val="20000"/>
              </a:spcBef>
              <a:spcAft>
                <a:spcPct val="10000"/>
              </a:spcAft>
              <a:buClr>
                <a:srgbClr val="808080"/>
              </a:buClr>
              <a:buFont typeface="Wingdings" pitchFamily="2" charset="2"/>
              <a:defRPr kumimoji="1" sz="1600">
                <a:solidFill>
                  <a:schemeClr val="tx1"/>
                </a:solidFill>
                <a:latin typeface="FUJI-新ゴ R" pitchFamily="50" charset="-128"/>
                <a:ea typeface="FUJI-新ゴ R" pitchFamily="50" charset="-128"/>
                <a:cs typeface="Meiryo UI" pitchFamily="50" charset="-128"/>
              </a:defRPr>
            </a:lvl3pPr>
            <a:lvl4pPr marL="717550" indent="-136525" algn="l" defTabSz="809625" rtl="0" eaLnBrk="0" fontAlgn="base" hangingPunct="0">
              <a:lnSpc>
                <a:spcPct val="110000"/>
              </a:lnSpc>
              <a:spcBef>
                <a:spcPct val="20000"/>
              </a:spcBef>
              <a:spcAft>
                <a:spcPct val="10000"/>
              </a:spcAft>
              <a:buClr>
                <a:srgbClr val="87867E"/>
              </a:buClr>
              <a:buSzPct val="50000"/>
              <a:buFont typeface="Wingdings" pitchFamily="2" charset="2"/>
              <a:buChar char="l"/>
              <a:defRPr kumimoji="1" sz="1400">
                <a:solidFill>
                  <a:schemeClr val="tx1"/>
                </a:solidFill>
                <a:latin typeface="FUJI-新ゴ R" pitchFamily="50" charset="-128"/>
                <a:ea typeface="FUJI-新ゴ R" pitchFamily="50" charset="-128"/>
                <a:cs typeface="Meiryo UI" pitchFamily="50" charset="-128"/>
              </a:defRPr>
            </a:lvl4pPr>
            <a:lvl5pPr marL="2057400" indent="-228600" algn="l" defTabSz="809625" rtl="0" eaLnBrk="0" fontAlgn="base" hangingPunct="0">
              <a:spcBef>
                <a:spcPct val="20000"/>
              </a:spcBef>
              <a:spcAft>
                <a:spcPct val="0"/>
              </a:spcAft>
              <a:buChar char="»"/>
              <a:defRPr kumimoji="1" sz="2000">
                <a:solidFill>
                  <a:schemeClr val="tx1"/>
                </a:solidFill>
                <a:latin typeface="FUJI-新ゴ R" panose="020B0400000000000000" pitchFamily="50" charset="-128"/>
                <a:ea typeface="FUJI-新ゴ R" panose="020B0400000000000000" pitchFamily="50" charset="-128"/>
                <a:cs typeface="ＭＳ Ｐゴシック" pitchFamily="50" charset="-128"/>
              </a:defRPr>
            </a:lvl5pPr>
            <a:lvl6pPr marL="2514600" indent="-228600" algn="l" defTabSz="809625" rtl="0" fontAlgn="base">
              <a:spcBef>
                <a:spcPct val="20000"/>
              </a:spcBef>
              <a:spcAft>
                <a:spcPct val="0"/>
              </a:spcAft>
              <a:buChar char="»"/>
              <a:defRPr kumimoji="1" sz="2000">
                <a:solidFill>
                  <a:schemeClr val="tx1"/>
                </a:solidFill>
                <a:latin typeface="+mn-lt"/>
                <a:ea typeface="+mn-ea"/>
              </a:defRPr>
            </a:lvl6pPr>
            <a:lvl7pPr marL="2971800" indent="-228600" algn="l" defTabSz="809625" rtl="0" fontAlgn="base">
              <a:spcBef>
                <a:spcPct val="20000"/>
              </a:spcBef>
              <a:spcAft>
                <a:spcPct val="0"/>
              </a:spcAft>
              <a:buChar char="»"/>
              <a:defRPr kumimoji="1" sz="2000">
                <a:solidFill>
                  <a:schemeClr val="tx1"/>
                </a:solidFill>
                <a:latin typeface="+mn-lt"/>
                <a:ea typeface="+mn-ea"/>
              </a:defRPr>
            </a:lvl7pPr>
            <a:lvl8pPr marL="3429000" indent="-228600" algn="l" defTabSz="809625" rtl="0" fontAlgn="base">
              <a:spcBef>
                <a:spcPct val="20000"/>
              </a:spcBef>
              <a:spcAft>
                <a:spcPct val="0"/>
              </a:spcAft>
              <a:buChar char="»"/>
              <a:defRPr kumimoji="1" sz="2000">
                <a:solidFill>
                  <a:schemeClr val="tx1"/>
                </a:solidFill>
                <a:latin typeface="+mn-lt"/>
                <a:ea typeface="+mn-ea"/>
              </a:defRPr>
            </a:lvl8pPr>
            <a:lvl9pPr marL="3886200" indent="-228600" algn="l" defTabSz="809625" rtl="0" fontAlgn="base">
              <a:spcBef>
                <a:spcPct val="20000"/>
              </a:spcBef>
              <a:spcAft>
                <a:spcPct val="0"/>
              </a:spcAft>
              <a:buChar char="»"/>
              <a:defRPr kumimoji="1" sz="2000">
                <a:solidFill>
                  <a:schemeClr val="tx1"/>
                </a:solidFill>
                <a:latin typeface="+mn-lt"/>
                <a:ea typeface="+mn-ea"/>
              </a:defRPr>
            </a:lvl9pPr>
          </a:lstStyle>
          <a:p>
            <a:pPr marL="0" indent="0">
              <a:buNone/>
            </a:pPr>
            <a:r>
              <a:rPr lang="en-US" altLang="ja-JP" sz="800" kern="0" dirty="0">
                <a:latin typeface="Meiryo UI" panose="020B0604030504040204" pitchFamily="50" charset="-128"/>
                <a:ea typeface="Meiryo UI" panose="020B0604030504040204" pitchFamily="50" charset="-128"/>
              </a:rPr>
              <a:t>xxx_</a:t>
            </a:r>
            <a:r>
              <a:rPr lang="en-US" altLang="ja-JP" sz="800" b="1" kern="0" dirty="0">
                <a:solidFill>
                  <a:srgbClr val="FF0000"/>
                </a:solidFill>
                <a:latin typeface="Meiryo UI" panose="020B0604030504040204" pitchFamily="50" charset="-128"/>
                <a:ea typeface="Meiryo UI" panose="020B0604030504040204" pitchFamily="50" charset="-128"/>
              </a:rPr>
              <a:t>v2.0-01</a:t>
            </a:r>
          </a:p>
        </p:txBody>
      </p:sp>
      <p:sp>
        <p:nvSpPr>
          <p:cNvPr id="65" name="コンテンツ プレースホルダー 2">
            <a:extLst>
              <a:ext uri="{FF2B5EF4-FFF2-40B4-BE49-F238E27FC236}">
                <a16:creationId xmlns:a16="http://schemas.microsoft.com/office/drawing/2014/main" id="{E34C9CE1-E57E-41CC-8C0C-9DFF2576A190}"/>
              </a:ext>
            </a:extLst>
          </p:cNvPr>
          <p:cNvSpPr txBox="1">
            <a:spLocks/>
          </p:cNvSpPr>
          <p:nvPr/>
        </p:nvSpPr>
        <p:spPr bwMode="gray">
          <a:xfrm>
            <a:off x="2497122" y="2100200"/>
            <a:ext cx="1520111" cy="138166"/>
          </a:xfrm>
          <a:prstGeom prst="rect">
            <a:avLst/>
          </a:prstGeom>
          <a:solidFill>
            <a:schemeClr val="bg1">
              <a:lumMod val="65000"/>
            </a:schemeClr>
          </a:solidFill>
          <a:ln>
            <a:solidFill>
              <a:schemeClr val="bg1">
                <a:lumMod val="85000"/>
              </a:schemeClr>
            </a:solidFill>
          </a:ln>
          <a:effectLst/>
        </p:spPr>
        <p:txBody>
          <a:bodyPr vert="horz" wrap="square" lIns="0" tIns="0" rIns="0" bIns="0" numCol="1" anchor="ctr" anchorCtr="0" compatLnSpc="1">
            <a:prstTxWarp prst="textNoShape">
              <a:avLst/>
            </a:prstTxWarp>
          </a:bodyPr>
          <a:lstStyle>
            <a:lvl1pPr marL="266700" indent="-266700" algn="l" defTabSz="809625" rtl="0" eaLnBrk="0" fontAlgn="ctr" hangingPunct="0">
              <a:lnSpc>
                <a:spcPct val="110000"/>
              </a:lnSpc>
              <a:spcBef>
                <a:spcPct val="20000"/>
              </a:spcBef>
              <a:spcAft>
                <a:spcPct val="10000"/>
              </a:spcAft>
              <a:buClr>
                <a:srgbClr val="C80202"/>
              </a:buClr>
              <a:buFont typeface="Wingdings" pitchFamily="2" charset="2"/>
              <a:buChar char="n"/>
              <a:defRPr kumimoji="1" sz="2000">
                <a:solidFill>
                  <a:schemeClr val="tx1"/>
                </a:solidFill>
                <a:latin typeface="メイリオ" panose="020B0604030504040204" pitchFamily="50" charset="-128"/>
                <a:ea typeface="メイリオ" panose="020B0604030504040204" pitchFamily="50" charset="-128"/>
                <a:cs typeface="メイリオ" panose="020B0604030504040204" pitchFamily="50" charset="-128"/>
              </a:defRPr>
            </a:lvl1pPr>
            <a:lvl2pPr marL="514350" indent="-246063" algn="l" defTabSz="809625" rtl="0" eaLnBrk="0" fontAlgn="ctr" hangingPunct="0">
              <a:lnSpc>
                <a:spcPct val="110000"/>
              </a:lnSpc>
              <a:spcBef>
                <a:spcPct val="20000"/>
              </a:spcBef>
              <a:spcAft>
                <a:spcPct val="10000"/>
              </a:spcAft>
              <a:buClr>
                <a:srgbClr val="87867E"/>
              </a:buClr>
              <a:buFont typeface="Wingdings" pitchFamily="2" charset="2"/>
              <a:buChar char="n"/>
              <a:defRPr kumimoji="1" sz="1600">
                <a:solidFill>
                  <a:schemeClr val="tx1"/>
                </a:solidFill>
                <a:latin typeface="メイリオ" panose="020B0604030504040204" pitchFamily="50" charset="-128"/>
                <a:ea typeface="メイリオ" panose="020B0604030504040204" pitchFamily="50" charset="-128"/>
                <a:cs typeface="メイリオ" panose="020B0604030504040204" pitchFamily="50" charset="-128"/>
              </a:defRPr>
            </a:lvl2pPr>
            <a:lvl3pPr marL="536575" indent="377825" algn="l" defTabSz="809625" rtl="0" eaLnBrk="0" fontAlgn="ctr" hangingPunct="0">
              <a:lnSpc>
                <a:spcPct val="110000"/>
              </a:lnSpc>
              <a:spcBef>
                <a:spcPct val="20000"/>
              </a:spcBef>
              <a:spcAft>
                <a:spcPct val="10000"/>
              </a:spcAft>
              <a:buClr>
                <a:srgbClr val="808080"/>
              </a:buClr>
              <a:buFont typeface="Wingdings" pitchFamily="2" charset="2"/>
              <a:defRPr kumimoji="1" sz="1600">
                <a:solidFill>
                  <a:schemeClr val="tx1"/>
                </a:solidFill>
                <a:latin typeface="FUJI-新ゴ R" pitchFamily="50" charset="-128"/>
                <a:ea typeface="FUJI-新ゴ R" pitchFamily="50" charset="-128"/>
                <a:cs typeface="Meiryo UI" pitchFamily="50" charset="-128"/>
              </a:defRPr>
            </a:lvl3pPr>
            <a:lvl4pPr marL="717550" indent="-136525" algn="l" defTabSz="809625" rtl="0" eaLnBrk="0" fontAlgn="base" hangingPunct="0">
              <a:lnSpc>
                <a:spcPct val="110000"/>
              </a:lnSpc>
              <a:spcBef>
                <a:spcPct val="20000"/>
              </a:spcBef>
              <a:spcAft>
                <a:spcPct val="10000"/>
              </a:spcAft>
              <a:buClr>
                <a:srgbClr val="87867E"/>
              </a:buClr>
              <a:buSzPct val="50000"/>
              <a:buFont typeface="Wingdings" pitchFamily="2" charset="2"/>
              <a:buChar char="l"/>
              <a:defRPr kumimoji="1" sz="1400">
                <a:solidFill>
                  <a:schemeClr val="tx1"/>
                </a:solidFill>
                <a:latin typeface="FUJI-新ゴ R" pitchFamily="50" charset="-128"/>
                <a:ea typeface="FUJI-新ゴ R" pitchFamily="50" charset="-128"/>
                <a:cs typeface="Meiryo UI" pitchFamily="50" charset="-128"/>
              </a:defRPr>
            </a:lvl4pPr>
            <a:lvl5pPr marL="2057400" indent="-228600" algn="l" defTabSz="809625" rtl="0" eaLnBrk="0" fontAlgn="base" hangingPunct="0">
              <a:spcBef>
                <a:spcPct val="20000"/>
              </a:spcBef>
              <a:spcAft>
                <a:spcPct val="0"/>
              </a:spcAft>
              <a:buChar char="»"/>
              <a:defRPr kumimoji="1" sz="2000">
                <a:solidFill>
                  <a:schemeClr val="tx1"/>
                </a:solidFill>
                <a:latin typeface="FUJI-新ゴ R" panose="020B0400000000000000" pitchFamily="50" charset="-128"/>
                <a:ea typeface="FUJI-新ゴ R" panose="020B0400000000000000" pitchFamily="50" charset="-128"/>
                <a:cs typeface="ＭＳ Ｐゴシック" pitchFamily="50" charset="-128"/>
              </a:defRPr>
            </a:lvl5pPr>
            <a:lvl6pPr marL="2514600" indent="-228600" algn="l" defTabSz="809625" rtl="0" fontAlgn="base">
              <a:spcBef>
                <a:spcPct val="20000"/>
              </a:spcBef>
              <a:spcAft>
                <a:spcPct val="0"/>
              </a:spcAft>
              <a:buChar char="»"/>
              <a:defRPr kumimoji="1" sz="2000">
                <a:solidFill>
                  <a:schemeClr val="tx1"/>
                </a:solidFill>
                <a:latin typeface="+mn-lt"/>
                <a:ea typeface="+mn-ea"/>
              </a:defRPr>
            </a:lvl6pPr>
            <a:lvl7pPr marL="2971800" indent="-228600" algn="l" defTabSz="809625" rtl="0" fontAlgn="base">
              <a:spcBef>
                <a:spcPct val="20000"/>
              </a:spcBef>
              <a:spcAft>
                <a:spcPct val="0"/>
              </a:spcAft>
              <a:buChar char="»"/>
              <a:defRPr kumimoji="1" sz="2000">
                <a:solidFill>
                  <a:schemeClr val="tx1"/>
                </a:solidFill>
                <a:latin typeface="+mn-lt"/>
                <a:ea typeface="+mn-ea"/>
              </a:defRPr>
            </a:lvl7pPr>
            <a:lvl8pPr marL="3429000" indent="-228600" algn="l" defTabSz="809625" rtl="0" fontAlgn="base">
              <a:spcBef>
                <a:spcPct val="20000"/>
              </a:spcBef>
              <a:spcAft>
                <a:spcPct val="0"/>
              </a:spcAft>
              <a:buChar char="»"/>
              <a:defRPr kumimoji="1" sz="2000">
                <a:solidFill>
                  <a:schemeClr val="tx1"/>
                </a:solidFill>
                <a:latin typeface="+mn-lt"/>
                <a:ea typeface="+mn-ea"/>
              </a:defRPr>
            </a:lvl8pPr>
            <a:lvl9pPr marL="3886200" indent="-228600" algn="l" defTabSz="809625" rtl="0" fontAlgn="base">
              <a:spcBef>
                <a:spcPct val="20000"/>
              </a:spcBef>
              <a:spcAft>
                <a:spcPct val="0"/>
              </a:spcAft>
              <a:buChar char="»"/>
              <a:defRPr kumimoji="1" sz="2000">
                <a:solidFill>
                  <a:schemeClr val="tx1"/>
                </a:solidFill>
                <a:latin typeface="+mn-lt"/>
                <a:ea typeface="+mn-ea"/>
              </a:defRPr>
            </a:lvl9pPr>
          </a:lstStyle>
          <a:p>
            <a:pPr marL="0" indent="0" algn="ctr">
              <a:buNone/>
            </a:pPr>
            <a:r>
              <a:rPr lang="en-US" altLang="ja-JP" sz="700" b="1" kern="0" dirty="0">
                <a:solidFill>
                  <a:schemeClr val="bg1"/>
                </a:solidFill>
                <a:latin typeface="Meiryo UI" panose="020B0604030504040204" pitchFamily="50" charset="-128"/>
                <a:ea typeface="Meiryo UI" panose="020B0604030504040204" pitchFamily="50" charset="-128"/>
              </a:rPr>
              <a:t>SPO</a:t>
            </a:r>
            <a:r>
              <a:rPr lang="ja-JP" altLang="en-US" sz="700" b="1" kern="0" dirty="0">
                <a:solidFill>
                  <a:schemeClr val="bg1"/>
                </a:solidFill>
                <a:latin typeface="Meiryo UI" panose="020B0604030504040204" pitchFamily="50" charset="-128"/>
                <a:ea typeface="Meiryo UI" panose="020B0604030504040204" pitchFamily="50" charset="-128"/>
              </a:rPr>
              <a:t> 更新検討フォルダ</a:t>
            </a:r>
            <a:endParaRPr lang="en-US" altLang="ja-JP" sz="700" b="1" kern="0" dirty="0">
              <a:solidFill>
                <a:schemeClr val="bg1"/>
              </a:solidFill>
              <a:latin typeface="Meiryo UI" panose="020B0604030504040204" pitchFamily="50" charset="-128"/>
              <a:ea typeface="Meiryo UI" panose="020B0604030504040204" pitchFamily="50" charset="-128"/>
            </a:endParaRPr>
          </a:p>
        </p:txBody>
      </p:sp>
      <p:sp>
        <p:nvSpPr>
          <p:cNvPr id="6" name="スライド番号プレースホルダー 5">
            <a:extLst>
              <a:ext uri="{FF2B5EF4-FFF2-40B4-BE49-F238E27FC236}">
                <a16:creationId xmlns:a16="http://schemas.microsoft.com/office/drawing/2014/main" id="{02070AFD-EEE3-42FB-BDF5-1826E47754C2}"/>
              </a:ext>
            </a:extLst>
          </p:cNvPr>
          <p:cNvSpPr>
            <a:spLocks noGrp="1"/>
          </p:cNvSpPr>
          <p:nvPr>
            <p:ph type="sldNum" sz="quarter" idx="11"/>
          </p:nvPr>
        </p:nvSpPr>
        <p:spPr/>
        <p:txBody>
          <a:bodyPr/>
          <a:lstStyle/>
          <a:p>
            <a:fld id="{72E657AC-4808-49C2-85C9-9B8A09B04136}" type="slidenum">
              <a:rPr lang="de-DE" altLang="ja-JP" smtClean="0"/>
              <a:pPr/>
              <a:t>13</a:t>
            </a:fld>
            <a:endParaRPr lang="de-DE" altLang="ja-JP"/>
          </a:p>
        </p:txBody>
      </p:sp>
      <p:sp>
        <p:nvSpPr>
          <p:cNvPr id="72" name="フッター プレースホルダー 3">
            <a:extLst>
              <a:ext uri="{FF2B5EF4-FFF2-40B4-BE49-F238E27FC236}">
                <a16:creationId xmlns:a16="http://schemas.microsoft.com/office/drawing/2014/main" id="{95731180-7360-4A39-9933-413DB9341A86}"/>
              </a:ext>
            </a:extLst>
          </p:cNvPr>
          <p:cNvSpPr>
            <a:spLocks noGrp="1"/>
          </p:cNvSpPr>
          <p:nvPr>
            <p:ph type="ftr" sz="quarter" idx="10"/>
          </p:nvPr>
        </p:nvSpPr>
        <p:spPr>
          <a:xfrm>
            <a:off x="7758000" y="4888800"/>
            <a:ext cx="1155600" cy="108000"/>
          </a:xfrm>
        </p:spPr>
        <p:txBody>
          <a:bodyPr/>
          <a:lstStyle/>
          <a:p>
            <a:r>
              <a:rPr lang="en-US" altLang="ja-JP"/>
              <a:t>© 2022 Fujitsu Limited</a:t>
            </a:r>
            <a:endParaRPr lang="de-DE" altLang="ja-JP" dirty="0"/>
          </a:p>
        </p:txBody>
      </p:sp>
      <p:graphicFrame>
        <p:nvGraphicFramePr>
          <p:cNvPr id="74" name="表 2">
            <a:extLst>
              <a:ext uri="{FF2B5EF4-FFF2-40B4-BE49-F238E27FC236}">
                <a16:creationId xmlns:a16="http://schemas.microsoft.com/office/drawing/2014/main" id="{2450C9BD-83F3-4341-ACE0-45436C2770A0}"/>
              </a:ext>
            </a:extLst>
          </p:cNvPr>
          <p:cNvGraphicFramePr>
            <a:graphicFrameLocks noGrp="1"/>
          </p:cNvGraphicFramePr>
          <p:nvPr>
            <p:extLst>
              <p:ext uri="{D42A27DB-BD31-4B8C-83A1-F6EECF244321}">
                <p14:modId xmlns:p14="http://schemas.microsoft.com/office/powerpoint/2010/main" val="2253310936"/>
              </p:ext>
            </p:extLst>
          </p:nvPr>
        </p:nvGraphicFramePr>
        <p:xfrm>
          <a:off x="868962" y="3764374"/>
          <a:ext cx="8014363" cy="1083376"/>
        </p:xfrm>
        <a:graphic>
          <a:graphicData uri="http://schemas.openxmlformats.org/drawingml/2006/table">
            <a:tbl>
              <a:tblPr firstRow="1" bandRow="1">
                <a:tableStyleId>{00A15C55-8517-42AA-B614-E9B94910E393}</a:tableStyleId>
              </a:tblPr>
              <a:tblGrid>
                <a:gridCol w="1082213">
                  <a:extLst>
                    <a:ext uri="{9D8B030D-6E8A-4147-A177-3AD203B41FA5}">
                      <a16:colId xmlns:a16="http://schemas.microsoft.com/office/drawing/2014/main" val="4229135214"/>
                    </a:ext>
                  </a:extLst>
                </a:gridCol>
                <a:gridCol w="6932150">
                  <a:extLst>
                    <a:ext uri="{9D8B030D-6E8A-4147-A177-3AD203B41FA5}">
                      <a16:colId xmlns:a16="http://schemas.microsoft.com/office/drawing/2014/main" val="2607537423"/>
                    </a:ext>
                  </a:extLst>
                </a:gridCol>
              </a:tblGrid>
              <a:tr h="353288">
                <a:tc>
                  <a:txBody>
                    <a:bodyPr/>
                    <a:lstStyle/>
                    <a:p>
                      <a:pPr algn="ctr"/>
                      <a:r>
                        <a:rPr lang="ja-JP" altLang="en-US" sz="1000" b="1" kern="0" dirty="0">
                          <a:solidFill>
                            <a:srgbClr val="FFFFFF"/>
                          </a:solidFill>
                        </a:rPr>
                        <a:t>ドキュメント更新依頼台帳　</a:t>
                      </a:r>
                      <a:endParaRPr kumimoji="1" lang="ja-JP" altLang="en-US" sz="1000" b="1" dirty="0">
                        <a:solidFill>
                          <a:srgbClr val="FFFFFF"/>
                        </a:solidFill>
                        <a:latin typeface="Meiryo UI" panose="020B0604030504040204" pitchFamily="50" charset="-128"/>
                        <a:ea typeface="Meiryo UI" panose="020B0604030504040204" pitchFamily="50" charset="-128"/>
                      </a:endParaRPr>
                    </a:p>
                  </a:txBody>
                  <a:tcPr marL="72000" marR="72000" marT="36000" marB="36000" anchor="ctr"/>
                </a:tc>
                <a:tc>
                  <a:txBody>
                    <a:bodyPr/>
                    <a:lstStyle/>
                    <a:p>
                      <a:r>
                        <a:rPr lang="en-US" altLang="ja-JP" sz="800" dirty="0" err="1">
                          <a:latin typeface="Meiryo UI" panose="020B0604030504040204" pitchFamily="50" charset="-128"/>
                          <a:ea typeface="Meiryo UI" panose="020B0604030504040204" pitchFamily="50" charset="-128"/>
                        </a:rPr>
                        <a:t>jp_SAP</a:t>
                      </a:r>
                      <a:r>
                        <a:rPr lang="ja-JP" altLang="en-US" sz="800" dirty="0">
                          <a:latin typeface="Meiryo UI" panose="020B0604030504040204" pitchFamily="50" charset="-128"/>
                          <a:ea typeface="Meiryo UI" panose="020B0604030504040204" pitchFamily="50" charset="-128"/>
                        </a:rPr>
                        <a:t>デリバリナレッジマネジメント</a:t>
                      </a:r>
                      <a:r>
                        <a:rPr lang="en-US" altLang="ja-JP" sz="800" dirty="0">
                          <a:latin typeface="Meiryo UI" panose="020B0604030504040204" pitchFamily="50" charset="-128"/>
                          <a:ea typeface="Meiryo UI" panose="020B0604030504040204" pitchFamily="50" charset="-128"/>
                        </a:rPr>
                        <a:t>/21_Activate2.0</a:t>
                      </a:r>
                      <a:r>
                        <a:rPr lang="ja-JP" altLang="en-US" sz="800" dirty="0">
                          <a:latin typeface="Meiryo UI" panose="020B0604030504040204" pitchFamily="50" charset="-128"/>
                          <a:ea typeface="Meiryo UI" panose="020B0604030504040204" pitchFamily="50" charset="-128"/>
                        </a:rPr>
                        <a:t>構成管理</a:t>
                      </a:r>
                      <a:r>
                        <a:rPr lang="en-US" altLang="ja-JP" sz="800" dirty="0">
                          <a:latin typeface="Meiryo UI" panose="020B0604030504040204" pitchFamily="50" charset="-128"/>
                          <a:ea typeface="Meiryo UI" panose="020B0604030504040204" pitchFamily="50" charset="-128"/>
                        </a:rPr>
                        <a:t>(</a:t>
                      </a:r>
                      <a:r>
                        <a:rPr lang="ja-JP" altLang="en-US" sz="800" dirty="0">
                          <a:latin typeface="Meiryo UI" panose="020B0604030504040204" pitchFamily="50" charset="-128"/>
                          <a:ea typeface="Meiryo UI" panose="020B0604030504040204" pitchFamily="50" charset="-128"/>
                        </a:rPr>
                        <a:t>緊急依頼＆更新通知）</a:t>
                      </a:r>
                      <a:r>
                        <a:rPr lang="en-US" altLang="ja-JP" sz="800" dirty="0">
                          <a:latin typeface="Meiryo UI" panose="020B0604030504040204" pitchFamily="50" charset="-128"/>
                          <a:ea typeface="Meiryo UI" panose="020B0604030504040204" pitchFamily="50" charset="-128"/>
                        </a:rPr>
                        <a:t>/Activate3.0 </a:t>
                      </a:r>
                      <a:r>
                        <a:rPr lang="ja-JP" altLang="en-US" sz="800" dirty="0">
                          <a:latin typeface="Meiryo UI" panose="020B0604030504040204" pitchFamily="50" charset="-128"/>
                          <a:ea typeface="Meiryo UI" panose="020B0604030504040204" pitchFamily="50" charset="-128"/>
                        </a:rPr>
                        <a:t>ドキュメント更新依頼台帳</a:t>
                      </a:r>
                      <a:r>
                        <a:rPr lang="en-US" altLang="ja-JP" sz="800" dirty="0">
                          <a:latin typeface="Meiryo UI" panose="020B0604030504040204" pitchFamily="50" charset="-128"/>
                          <a:ea typeface="Meiryo UI" panose="020B0604030504040204" pitchFamily="50" charset="-128"/>
                        </a:rPr>
                        <a:t>_V3.0-00.xlsx</a:t>
                      </a:r>
                      <a:endParaRPr lang="ja-JP" altLang="en-US" sz="800" dirty="0">
                        <a:latin typeface="Meiryo UI" panose="020B0604030504040204" pitchFamily="50" charset="-128"/>
                        <a:ea typeface="Meiryo UI" panose="020B0604030504040204" pitchFamily="50" charset="-128"/>
                      </a:endParaRPr>
                    </a:p>
                    <a:p>
                      <a:r>
                        <a:rPr lang="en-US" altLang="ja-JP" sz="800" dirty="0">
                          <a:hlinkClick r:id="rId6" tooltip="https://fujitsu.sharepoint.com/:x:/r/teams/msteams_c8e71e/Shared%20Documents/21_Activate2.0%E6%A7%8B%E6%88%90%E7%AE%A1%E7%90%86(%E7%B7%8A%E6%80%A5%E4%BE%9D%E9%A0%BC%EF%BC%86%E6%9B%B4%E6%96%B0%E9%80%9A%E7%9F%A5%EF%BC%89/Activate3.0%20%E3%83%89%E3%82%AD%E3%83%A5%E3%83%A1%E3%83%B3%E3%83%88%E6%9B%B4%E6%96%B0%E4%BE%9D%E9%A0%BC%E5%8F%B0%E5%B8%B3_V3.0-00.xlsx?d=wd6e46dd7157943d4aa354db4a984d1a0&amp;csf=1&amp;web=1&amp;e=MMr1h3"/>
                        </a:rPr>
                        <a:t>Activate3.0 </a:t>
                      </a:r>
                      <a:r>
                        <a:rPr lang="ja-JP" altLang="en-US" sz="800" dirty="0">
                          <a:hlinkClick r:id="rId6" tooltip="https://fujitsu.sharepoint.com/:x:/r/teams/msteams_c8e71e/Shared%20Documents/21_Activate2.0%E6%A7%8B%E6%88%90%E7%AE%A1%E7%90%86(%E7%B7%8A%E6%80%A5%E4%BE%9D%E9%A0%BC%EF%BC%86%E6%9B%B4%E6%96%B0%E9%80%9A%E7%9F%A5%EF%BC%89/Activate3.0%20%E3%83%89%E3%82%AD%E3%83%A5%E3%83%A1%E3%83%B3%E3%83%88%E6%9B%B4%E6%96%B0%E4%BE%9D%E9%A0%BC%E5%8F%B0%E5%B8%B3_V3.0-00.xlsx?d=wd6e46dd7157943d4aa354db4a984d1a0&amp;csf=1&amp;web=1&amp;e=MMr1h3"/>
                        </a:rPr>
                        <a:t>ドキュメント更新依頼台帳</a:t>
                      </a:r>
                      <a:r>
                        <a:rPr lang="en-US" altLang="ja-JP" sz="800" dirty="0">
                          <a:hlinkClick r:id="rId6" tooltip="https://fujitsu.sharepoint.com/:x:/r/teams/msteams_c8e71e/Shared%20Documents/21_Activate2.0%E6%A7%8B%E6%88%90%E7%AE%A1%E7%90%86(%E7%B7%8A%E6%80%A5%E4%BE%9D%E9%A0%BC%EF%BC%86%E6%9B%B4%E6%96%B0%E9%80%9A%E7%9F%A5%EF%BC%89/Activate3.0%20%E3%83%89%E3%82%AD%E3%83%A5%E3%83%A1%E3%83%B3%E3%83%88%E6%9B%B4%E6%96%B0%E4%BE%9D%E9%A0%BC%E5%8F%B0%E5%B8%B3_V3.0-00.xlsx?d=wd6e46dd7157943d4aa354db4a984d1a0&amp;csf=1&amp;web=1&amp;e=MMr1h3"/>
                        </a:rPr>
                        <a:t>_V3.0-00.xlsx</a:t>
                      </a:r>
                      <a:endParaRPr lang="en-US" altLang="ja-JP" sz="800" dirty="0">
                        <a:latin typeface="Meiryo UI" panose="020B0604030504040204" pitchFamily="50" charset="-128"/>
                        <a:ea typeface="Meiryo UI" panose="020B0604030504040204" pitchFamily="50" charset="-128"/>
                      </a:endParaRPr>
                    </a:p>
                  </a:txBody>
                  <a:tcPr marL="72000" marR="72000" marT="36000" marB="36000" anchor="ctr"/>
                </a:tc>
                <a:extLst>
                  <a:ext uri="{0D108BD9-81ED-4DB2-BD59-A6C34878D82A}">
                    <a16:rowId xmlns:a16="http://schemas.microsoft.com/office/drawing/2014/main" val="2428502835"/>
                  </a:ext>
                </a:extLst>
              </a:tr>
              <a:tr h="353288">
                <a:tc>
                  <a:txBody>
                    <a:bodyPr/>
                    <a:lstStyle/>
                    <a:p>
                      <a:pPr algn="ctr"/>
                      <a:r>
                        <a:rPr kumimoji="1" lang="ja-JP" altLang="en-US" sz="1000" b="1" dirty="0">
                          <a:solidFill>
                            <a:srgbClr val="FFFFFF"/>
                          </a:solidFill>
                          <a:latin typeface="Meiryo UI" panose="020B0604030504040204" pitchFamily="50" charset="-128"/>
                          <a:ea typeface="Meiryo UI" panose="020B0604030504040204" pitchFamily="50" charset="-128"/>
                        </a:rPr>
                        <a:t>更新検討フォルダ</a:t>
                      </a:r>
                    </a:p>
                  </a:txBody>
                  <a:tcPr marL="72000" marR="72000" marT="36000" marB="36000" anchor="ctr">
                    <a:solidFill>
                      <a:srgbClr val="2400B0"/>
                    </a:solid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altLang="ja-JP" sz="800" dirty="0"/>
                        <a:t>SAP Delivery Management/22_Activate 3.0</a:t>
                      </a:r>
                      <a:br>
                        <a:rPr lang="en-US" altLang="ja-JP" sz="800" dirty="0"/>
                      </a:br>
                      <a:r>
                        <a:rPr lang="en-US" altLang="ja-JP" sz="800" dirty="0">
                          <a:hlinkClick r:id="rId7"/>
                        </a:rPr>
                        <a:t>22_Activate 3.0</a:t>
                      </a:r>
                      <a:endParaRPr lang="en-US" altLang="ja-JP" sz="800" dirty="0"/>
                    </a:p>
                  </a:txBody>
                  <a:tcPr marL="72000" marR="72000" marT="36000" marB="36000" anchor="ctr"/>
                </a:tc>
                <a:extLst>
                  <a:ext uri="{0D108BD9-81ED-4DB2-BD59-A6C34878D82A}">
                    <a16:rowId xmlns:a16="http://schemas.microsoft.com/office/drawing/2014/main" val="17647034"/>
                  </a:ext>
                </a:extLst>
              </a:tr>
              <a:tr h="353288">
                <a:tc>
                  <a:txBody>
                    <a:bodyPr/>
                    <a:lstStyle/>
                    <a:p>
                      <a:pPr algn="ctr"/>
                      <a:r>
                        <a:rPr kumimoji="1" lang="ja-JP" altLang="en-US" sz="1000" b="1" dirty="0">
                          <a:solidFill>
                            <a:srgbClr val="FFFFFF"/>
                          </a:solidFill>
                          <a:latin typeface="Meiryo UI" panose="020B0604030504040204" pitchFamily="50" charset="-128"/>
                          <a:ea typeface="Meiryo UI" panose="020B0604030504040204" pitchFamily="50" charset="-128"/>
                        </a:rPr>
                        <a:t>公開フォルダ</a:t>
                      </a:r>
                    </a:p>
                  </a:txBody>
                  <a:tcPr marL="72000" marR="72000" marT="36000" marB="36000" anchor="ctr">
                    <a:solidFill>
                      <a:srgbClr val="2400B0"/>
                    </a:solid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altLang="ja-JP" sz="800" dirty="0"/>
                        <a:t>Activate3.0</a:t>
                      </a:r>
                      <a:br>
                        <a:rPr lang="en-US" altLang="ja-JP" sz="800" dirty="0"/>
                      </a:br>
                      <a:r>
                        <a:rPr lang="en-US" altLang="ja-JP" sz="800" dirty="0">
                          <a:hlinkClick r:id="rId8" tooltip="https://fujitsu.sharepoint.com/sites/jp-SAP-bussines-info/delivery/Activate20"/>
                        </a:rPr>
                        <a:t>https://fujitsu.sharepoint.com/sites/jp-SAP-bussines-info/delivery/Activate20</a:t>
                      </a:r>
                      <a:endParaRPr lang="en-US" altLang="ja-JP" sz="800" dirty="0"/>
                    </a:p>
                  </a:txBody>
                  <a:tcPr marL="72000" marR="72000" marT="36000" marB="36000" anchor="ctr"/>
                </a:tc>
                <a:extLst>
                  <a:ext uri="{0D108BD9-81ED-4DB2-BD59-A6C34878D82A}">
                    <a16:rowId xmlns:a16="http://schemas.microsoft.com/office/drawing/2014/main" val="2972016921"/>
                  </a:ext>
                </a:extLst>
              </a:tr>
            </a:tbl>
          </a:graphicData>
        </a:graphic>
      </p:graphicFrame>
      <p:sp>
        <p:nvSpPr>
          <p:cNvPr id="53" name="四角形: 角を丸くする 52">
            <a:extLst>
              <a:ext uri="{FF2B5EF4-FFF2-40B4-BE49-F238E27FC236}">
                <a16:creationId xmlns:a16="http://schemas.microsoft.com/office/drawing/2014/main" id="{00C5E01C-2821-4C97-9EB3-2E07B2310388}"/>
              </a:ext>
            </a:extLst>
          </p:cNvPr>
          <p:cNvSpPr/>
          <p:nvPr/>
        </p:nvSpPr>
        <p:spPr bwMode="gray">
          <a:xfrm>
            <a:off x="3263380" y="2283368"/>
            <a:ext cx="705191" cy="425161"/>
          </a:xfrm>
          <a:prstGeom prst="roundRect">
            <a:avLst/>
          </a:prstGeom>
          <a:solidFill>
            <a:srgbClr val="FFFFFF"/>
          </a:solidFill>
          <a:ln w="28575" cap="flat" cmpd="sng" algn="ctr">
            <a:solidFill>
              <a:schemeClr val="bg1">
                <a:lumMod val="65000"/>
              </a:schemeClr>
            </a:solidFill>
            <a:prstDash val="solid"/>
            <a:round/>
            <a:headEnd type="none" w="med" len="med"/>
            <a:tailEnd type="none" w="med" len="med"/>
          </a:ln>
          <a:effectLst/>
          <a:extLs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txBody>
          <a:bodyPr vert="horz" wrap="none" lIns="91440" tIns="45720" rIns="91440" bIns="45720" numCol="1" rtlCol="0" anchor="ctr" anchorCtr="0" compatLnSpc="1">
            <a:prstTxWarp prst="textNoShape">
              <a:avLst/>
            </a:prstTxWarp>
          </a:bodyPr>
          <a:lstStyle/>
          <a:p>
            <a:pPr marL="0" marR="0" indent="0" algn="ctr" defTabSz="914400" rtl="0" eaLnBrk="1" fontAlgn="ctr" latinLnBrk="0" hangingPunct="1">
              <a:lnSpc>
                <a:spcPct val="100000"/>
              </a:lnSpc>
              <a:spcBef>
                <a:spcPct val="0"/>
              </a:spcBef>
              <a:spcAft>
                <a:spcPct val="0"/>
              </a:spcAft>
              <a:buClrTx/>
              <a:buSzTx/>
              <a:buFontTx/>
              <a:buNone/>
              <a:tabLst/>
            </a:pPr>
            <a:endParaRPr kumimoji="1" lang="ja-JP" altLang="en-US" sz="800" b="0" i="0" u="none" strike="noStrike" cap="none" normalizeH="0" baseline="0" dirty="0">
              <a:ln>
                <a:noFill/>
              </a:ln>
              <a:effectLst/>
              <a:latin typeface="Meiryo UI" panose="020B0604030504040204" pitchFamily="50" charset="-128"/>
              <a:ea typeface="Meiryo UI" panose="020B0604030504040204" pitchFamily="50" charset="-128"/>
            </a:endParaRPr>
          </a:p>
        </p:txBody>
      </p:sp>
      <p:sp>
        <p:nvSpPr>
          <p:cNvPr id="54" name="フローチャート: 書類 53">
            <a:extLst>
              <a:ext uri="{FF2B5EF4-FFF2-40B4-BE49-F238E27FC236}">
                <a16:creationId xmlns:a16="http://schemas.microsoft.com/office/drawing/2014/main" id="{74FE32A6-F498-4289-BACB-4855EFB1461B}"/>
              </a:ext>
            </a:extLst>
          </p:cNvPr>
          <p:cNvSpPr/>
          <p:nvPr/>
        </p:nvSpPr>
        <p:spPr bwMode="gray">
          <a:xfrm>
            <a:off x="3458901" y="2492791"/>
            <a:ext cx="286149" cy="193624"/>
          </a:xfrm>
          <a:prstGeom prst="flowChartDocument">
            <a:avLst/>
          </a:prstGeom>
          <a:solidFill>
            <a:schemeClr val="bg1">
              <a:lumMod val="95000"/>
            </a:schemeClr>
          </a:solidFill>
          <a:ln w="9525" cap="flat" cmpd="sng" algn="ctr">
            <a:solidFill>
              <a:srgbClr val="87867E"/>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ctr" latinLnBrk="0" hangingPunct="1">
              <a:lnSpc>
                <a:spcPct val="100000"/>
              </a:lnSpc>
              <a:spcBef>
                <a:spcPct val="0"/>
              </a:spcBef>
              <a:spcAft>
                <a:spcPct val="0"/>
              </a:spcAft>
              <a:buClrTx/>
              <a:buSzTx/>
              <a:buFontTx/>
              <a:buNone/>
              <a:tabLst/>
            </a:pPr>
            <a:r>
              <a:rPr kumimoji="1" lang="ja-JP" altLang="en-US" sz="400" b="0" i="0" u="none" strike="noStrike" cap="none" normalizeH="0" baseline="0" dirty="0">
                <a:ln>
                  <a:noFill/>
                </a:ln>
                <a:effectLst/>
                <a:latin typeface="Meiryo UI" panose="020B0604030504040204" pitchFamily="50" charset="-128"/>
                <a:ea typeface="Meiryo UI" panose="020B0604030504040204" pitchFamily="50" charset="-128"/>
              </a:rPr>
              <a:t>リリース用</a:t>
            </a:r>
            <a:endParaRPr kumimoji="1" lang="en-US" altLang="ja-JP" sz="400" b="0" i="0" u="none" strike="noStrike" cap="none" normalizeH="0" baseline="0" dirty="0">
              <a:ln>
                <a:noFill/>
              </a:ln>
              <a:effectLst/>
              <a:latin typeface="Meiryo UI" panose="020B0604030504040204" pitchFamily="50" charset="-128"/>
              <a:ea typeface="Meiryo UI" panose="020B0604030504040204" pitchFamily="50" charset="-128"/>
            </a:endParaRPr>
          </a:p>
          <a:p>
            <a:pPr marL="0" marR="0" indent="0" algn="ctr" defTabSz="914400" rtl="0" eaLnBrk="1" fontAlgn="ctr" latinLnBrk="0" hangingPunct="1">
              <a:lnSpc>
                <a:spcPct val="100000"/>
              </a:lnSpc>
              <a:spcBef>
                <a:spcPct val="0"/>
              </a:spcBef>
              <a:spcAft>
                <a:spcPct val="0"/>
              </a:spcAft>
              <a:buClrTx/>
              <a:buSzTx/>
              <a:buFontTx/>
              <a:buNone/>
              <a:tabLst/>
            </a:pPr>
            <a:r>
              <a:rPr kumimoji="1" lang="ja-JP" altLang="en-US" sz="400" b="0" i="0" u="none" strike="noStrike" cap="none" normalizeH="0" baseline="0" dirty="0">
                <a:ln>
                  <a:noFill/>
                </a:ln>
                <a:effectLst/>
                <a:latin typeface="Meiryo UI" panose="020B0604030504040204" pitchFamily="50" charset="-128"/>
                <a:ea typeface="Meiryo UI" panose="020B0604030504040204" pitchFamily="50" charset="-128"/>
              </a:rPr>
              <a:t>ドキュメント</a:t>
            </a:r>
          </a:p>
        </p:txBody>
      </p:sp>
      <p:sp>
        <p:nvSpPr>
          <p:cNvPr id="60" name="コンテンツ プレースホルダー 2">
            <a:extLst>
              <a:ext uri="{FF2B5EF4-FFF2-40B4-BE49-F238E27FC236}">
                <a16:creationId xmlns:a16="http://schemas.microsoft.com/office/drawing/2014/main" id="{D040B3F8-1F67-4633-B4E5-53D75ED51B8C}"/>
              </a:ext>
            </a:extLst>
          </p:cNvPr>
          <p:cNvSpPr txBox="1">
            <a:spLocks/>
          </p:cNvSpPr>
          <p:nvPr/>
        </p:nvSpPr>
        <p:spPr bwMode="gray">
          <a:xfrm>
            <a:off x="3307621" y="2276923"/>
            <a:ext cx="875412" cy="156756"/>
          </a:xfrm>
          <a:prstGeom prst="rect">
            <a:avLst/>
          </a:prstGeom>
          <a:noFill/>
          <a:ln>
            <a:noFill/>
          </a:ln>
          <a:effectLst/>
        </p:spPr>
        <p:txBody>
          <a:bodyPr vert="horz" wrap="square" lIns="0" tIns="0" rIns="0" bIns="0" numCol="1" anchor="ctr" anchorCtr="0" compatLnSpc="1">
            <a:prstTxWarp prst="textNoShape">
              <a:avLst/>
            </a:prstTxWarp>
          </a:bodyPr>
          <a:lstStyle>
            <a:lvl1pPr marL="266700" indent="-266700" algn="l" defTabSz="809625" rtl="0" eaLnBrk="0" fontAlgn="ctr" hangingPunct="0">
              <a:lnSpc>
                <a:spcPct val="110000"/>
              </a:lnSpc>
              <a:spcBef>
                <a:spcPct val="20000"/>
              </a:spcBef>
              <a:spcAft>
                <a:spcPct val="10000"/>
              </a:spcAft>
              <a:buClr>
                <a:srgbClr val="C80202"/>
              </a:buClr>
              <a:buFont typeface="Wingdings" pitchFamily="2" charset="2"/>
              <a:buChar char="n"/>
              <a:defRPr kumimoji="1" sz="2000">
                <a:solidFill>
                  <a:schemeClr val="tx1"/>
                </a:solidFill>
                <a:latin typeface="メイリオ" panose="020B0604030504040204" pitchFamily="50" charset="-128"/>
                <a:ea typeface="メイリオ" panose="020B0604030504040204" pitchFamily="50" charset="-128"/>
                <a:cs typeface="メイリオ" panose="020B0604030504040204" pitchFamily="50" charset="-128"/>
              </a:defRPr>
            </a:lvl1pPr>
            <a:lvl2pPr marL="514350" indent="-246063" algn="l" defTabSz="809625" rtl="0" eaLnBrk="0" fontAlgn="ctr" hangingPunct="0">
              <a:lnSpc>
                <a:spcPct val="110000"/>
              </a:lnSpc>
              <a:spcBef>
                <a:spcPct val="20000"/>
              </a:spcBef>
              <a:spcAft>
                <a:spcPct val="10000"/>
              </a:spcAft>
              <a:buClr>
                <a:srgbClr val="87867E"/>
              </a:buClr>
              <a:buFont typeface="Wingdings" pitchFamily="2" charset="2"/>
              <a:buChar char="n"/>
              <a:defRPr kumimoji="1" sz="1600">
                <a:solidFill>
                  <a:schemeClr val="tx1"/>
                </a:solidFill>
                <a:latin typeface="メイリオ" panose="020B0604030504040204" pitchFamily="50" charset="-128"/>
                <a:ea typeface="メイリオ" panose="020B0604030504040204" pitchFamily="50" charset="-128"/>
                <a:cs typeface="メイリオ" panose="020B0604030504040204" pitchFamily="50" charset="-128"/>
              </a:defRPr>
            </a:lvl2pPr>
            <a:lvl3pPr marL="536575" indent="377825" algn="l" defTabSz="809625" rtl="0" eaLnBrk="0" fontAlgn="ctr" hangingPunct="0">
              <a:lnSpc>
                <a:spcPct val="110000"/>
              </a:lnSpc>
              <a:spcBef>
                <a:spcPct val="20000"/>
              </a:spcBef>
              <a:spcAft>
                <a:spcPct val="10000"/>
              </a:spcAft>
              <a:buClr>
                <a:srgbClr val="808080"/>
              </a:buClr>
              <a:buFont typeface="Wingdings" pitchFamily="2" charset="2"/>
              <a:defRPr kumimoji="1" sz="1600">
                <a:solidFill>
                  <a:schemeClr val="tx1"/>
                </a:solidFill>
                <a:latin typeface="FUJI-新ゴ R" pitchFamily="50" charset="-128"/>
                <a:ea typeface="FUJI-新ゴ R" pitchFamily="50" charset="-128"/>
                <a:cs typeface="Meiryo UI" pitchFamily="50" charset="-128"/>
              </a:defRPr>
            </a:lvl3pPr>
            <a:lvl4pPr marL="717550" indent="-136525" algn="l" defTabSz="809625" rtl="0" eaLnBrk="0" fontAlgn="base" hangingPunct="0">
              <a:lnSpc>
                <a:spcPct val="110000"/>
              </a:lnSpc>
              <a:spcBef>
                <a:spcPct val="20000"/>
              </a:spcBef>
              <a:spcAft>
                <a:spcPct val="10000"/>
              </a:spcAft>
              <a:buClr>
                <a:srgbClr val="87867E"/>
              </a:buClr>
              <a:buSzPct val="50000"/>
              <a:buFont typeface="Wingdings" pitchFamily="2" charset="2"/>
              <a:buChar char="l"/>
              <a:defRPr kumimoji="1" sz="1400">
                <a:solidFill>
                  <a:schemeClr val="tx1"/>
                </a:solidFill>
                <a:latin typeface="FUJI-新ゴ R" pitchFamily="50" charset="-128"/>
                <a:ea typeface="FUJI-新ゴ R" pitchFamily="50" charset="-128"/>
                <a:cs typeface="Meiryo UI" pitchFamily="50" charset="-128"/>
              </a:defRPr>
            </a:lvl4pPr>
            <a:lvl5pPr marL="2057400" indent="-228600" algn="l" defTabSz="809625" rtl="0" eaLnBrk="0" fontAlgn="base" hangingPunct="0">
              <a:spcBef>
                <a:spcPct val="20000"/>
              </a:spcBef>
              <a:spcAft>
                <a:spcPct val="0"/>
              </a:spcAft>
              <a:buChar char="»"/>
              <a:defRPr kumimoji="1" sz="2000">
                <a:solidFill>
                  <a:schemeClr val="tx1"/>
                </a:solidFill>
                <a:latin typeface="FUJI-新ゴ R" panose="020B0400000000000000" pitchFamily="50" charset="-128"/>
                <a:ea typeface="FUJI-新ゴ R" panose="020B0400000000000000" pitchFamily="50" charset="-128"/>
                <a:cs typeface="ＭＳ Ｐゴシック" pitchFamily="50" charset="-128"/>
              </a:defRPr>
            </a:lvl5pPr>
            <a:lvl6pPr marL="2514600" indent="-228600" algn="l" defTabSz="809625" rtl="0" fontAlgn="base">
              <a:spcBef>
                <a:spcPct val="20000"/>
              </a:spcBef>
              <a:spcAft>
                <a:spcPct val="0"/>
              </a:spcAft>
              <a:buChar char="»"/>
              <a:defRPr kumimoji="1" sz="2000">
                <a:solidFill>
                  <a:schemeClr val="tx1"/>
                </a:solidFill>
                <a:latin typeface="+mn-lt"/>
                <a:ea typeface="+mn-ea"/>
              </a:defRPr>
            </a:lvl6pPr>
            <a:lvl7pPr marL="2971800" indent="-228600" algn="l" defTabSz="809625" rtl="0" fontAlgn="base">
              <a:spcBef>
                <a:spcPct val="20000"/>
              </a:spcBef>
              <a:spcAft>
                <a:spcPct val="0"/>
              </a:spcAft>
              <a:buChar char="»"/>
              <a:defRPr kumimoji="1" sz="2000">
                <a:solidFill>
                  <a:schemeClr val="tx1"/>
                </a:solidFill>
                <a:latin typeface="+mn-lt"/>
                <a:ea typeface="+mn-ea"/>
              </a:defRPr>
            </a:lvl7pPr>
            <a:lvl8pPr marL="3429000" indent="-228600" algn="l" defTabSz="809625" rtl="0" fontAlgn="base">
              <a:spcBef>
                <a:spcPct val="20000"/>
              </a:spcBef>
              <a:spcAft>
                <a:spcPct val="0"/>
              </a:spcAft>
              <a:buChar char="»"/>
              <a:defRPr kumimoji="1" sz="2000">
                <a:solidFill>
                  <a:schemeClr val="tx1"/>
                </a:solidFill>
                <a:latin typeface="+mn-lt"/>
                <a:ea typeface="+mn-ea"/>
              </a:defRPr>
            </a:lvl8pPr>
            <a:lvl9pPr marL="3886200" indent="-228600" algn="l" defTabSz="809625" rtl="0" fontAlgn="base">
              <a:spcBef>
                <a:spcPct val="20000"/>
              </a:spcBef>
              <a:spcAft>
                <a:spcPct val="0"/>
              </a:spcAft>
              <a:buChar char="»"/>
              <a:defRPr kumimoji="1" sz="2000">
                <a:solidFill>
                  <a:schemeClr val="tx1"/>
                </a:solidFill>
                <a:latin typeface="+mn-lt"/>
                <a:ea typeface="+mn-ea"/>
              </a:defRPr>
            </a:lvl9pPr>
          </a:lstStyle>
          <a:p>
            <a:pPr marL="0" indent="0">
              <a:buNone/>
            </a:pPr>
            <a:r>
              <a:rPr lang="en-US" altLang="ja-JP" sz="500" kern="0" dirty="0">
                <a:latin typeface="Meiryo UI" panose="020B0604030504040204" pitchFamily="50" charset="-128"/>
                <a:ea typeface="Meiryo UI" panose="020B0604030504040204" pitchFamily="50" charset="-128"/>
              </a:rPr>
              <a:t>(</a:t>
            </a:r>
            <a:r>
              <a:rPr lang="ja-JP" altLang="en-US" sz="500" kern="0" dirty="0">
                <a:latin typeface="Meiryo UI" panose="020B0604030504040204" pitchFamily="50" charset="-128"/>
                <a:ea typeface="Meiryo UI" panose="020B0604030504040204" pitchFamily="50" charset="-128"/>
              </a:rPr>
              <a:t>バックアップフォルダ</a:t>
            </a:r>
            <a:r>
              <a:rPr lang="en-US" altLang="ja-JP" sz="500" kern="0" dirty="0">
                <a:latin typeface="Meiryo UI" panose="020B0604030504040204" pitchFamily="50" charset="-128"/>
                <a:ea typeface="Meiryo UI" panose="020B0604030504040204" pitchFamily="50" charset="-128"/>
              </a:rPr>
              <a:t>)</a:t>
            </a:r>
          </a:p>
        </p:txBody>
      </p:sp>
      <p:cxnSp>
        <p:nvCxnSpPr>
          <p:cNvPr id="75" name="コネクタ: カギ線 74">
            <a:extLst>
              <a:ext uri="{FF2B5EF4-FFF2-40B4-BE49-F238E27FC236}">
                <a16:creationId xmlns:a16="http://schemas.microsoft.com/office/drawing/2014/main" id="{CB04C8B8-16A4-4164-A4CF-4EDB02AF3D2D}"/>
              </a:ext>
            </a:extLst>
          </p:cNvPr>
          <p:cNvCxnSpPr>
            <a:cxnSpLocks/>
            <a:stCxn id="63" idx="2"/>
            <a:endCxn id="38" idx="1"/>
          </p:cNvCxnSpPr>
          <p:nvPr/>
        </p:nvCxnSpPr>
        <p:spPr bwMode="auto">
          <a:xfrm rot="5400000" flipH="1" flipV="1">
            <a:off x="4647674" y="581609"/>
            <a:ext cx="298788" cy="3989783"/>
          </a:xfrm>
          <a:prstGeom prst="bentConnector4">
            <a:avLst>
              <a:gd name="adj1" fmla="val -32122"/>
              <a:gd name="adj2" fmla="val 52634"/>
            </a:avLst>
          </a:prstGeom>
          <a:gradFill rotWithShape="0">
            <a:gsLst>
              <a:gs pos="0">
                <a:srgbClr val="FFFFFF"/>
              </a:gs>
              <a:gs pos="100000">
                <a:srgbClr val="CACAC7"/>
              </a:gs>
            </a:gsLst>
            <a:lin ang="5400000" scaled="1"/>
          </a:gradFill>
          <a:ln w="9525" cap="flat" cmpd="sng" algn="ctr">
            <a:solidFill>
              <a:srgbClr val="57564F"/>
            </a:solidFill>
            <a:prstDash val="solid"/>
            <a:round/>
            <a:headEnd type="none" w="med" len="med"/>
            <a:tailEnd type="triangle"/>
          </a:ln>
          <a:effectLst/>
          <a:extLs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cxnSp>
    </p:spTree>
    <p:extLst>
      <p:ext uri="{BB962C8B-B14F-4D97-AF65-F5344CB8AC3E}">
        <p14:creationId xmlns:p14="http://schemas.microsoft.com/office/powerpoint/2010/main" val="3370124709"/>
      </p:ext>
    </p:extLst>
  </p:cSld>
  <p:clrMapOvr>
    <a:masterClrMapping/>
  </p:clrMapOvr>
  <p:transition advClick="0" advTm="10000"/>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フッター プレースホルダー 4">
            <a:extLst>
              <a:ext uri="{FF2B5EF4-FFF2-40B4-BE49-F238E27FC236}">
                <a16:creationId xmlns:a16="http://schemas.microsoft.com/office/drawing/2014/main" id="{7BD34961-8257-439E-B16C-F1DE6DAA98DE}"/>
              </a:ext>
            </a:extLst>
          </p:cNvPr>
          <p:cNvSpPr>
            <a:spLocks noGrp="1"/>
          </p:cNvSpPr>
          <p:nvPr>
            <p:ph type="ftr" sz="quarter" idx="11"/>
          </p:nvPr>
        </p:nvSpPr>
        <p:spPr/>
        <p:txBody>
          <a:bodyPr/>
          <a:lstStyle/>
          <a:p>
            <a:r>
              <a:rPr kumimoji="1" lang="en-US" altLang="ja-JP"/>
              <a:t>© 2022 Fujitsu Limited</a:t>
            </a:r>
            <a:endParaRPr kumimoji="1" lang="ja-JP" altLang="en-US"/>
          </a:p>
        </p:txBody>
      </p:sp>
      <p:sp>
        <p:nvSpPr>
          <p:cNvPr id="7" name="Title 1">
            <a:extLst>
              <a:ext uri="{FF2B5EF4-FFF2-40B4-BE49-F238E27FC236}">
                <a16:creationId xmlns:a16="http://schemas.microsoft.com/office/drawing/2014/main" id="{4BFF9200-35A7-4187-AC92-23F70E8F30A3}"/>
              </a:ext>
            </a:extLst>
          </p:cNvPr>
          <p:cNvSpPr txBox="1">
            <a:spLocks/>
          </p:cNvSpPr>
          <p:nvPr/>
        </p:nvSpPr>
        <p:spPr bwMode="gray">
          <a:xfrm>
            <a:off x="275677" y="2138594"/>
            <a:ext cx="3479289" cy="553998"/>
          </a:xfrm>
          <a:prstGeom prst="rect">
            <a:avLst/>
          </a:prstGeom>
        </p:spPr>
        <p:txBody>
          <a:bodyPr vert="horz" lIns="0" tIns="0" rIns="0" bIns="0" rtlCol="0" anchor="t" anchorCtr="0">
            <a:normAutofit/>
          </a:bodyPr>
          <a:lstStyle>
            <a:lvl1pPr algn="l" defTabSz="685800" rtl="0" eaLnBrk="1" latinLnBrk="0" hangingPunct="1">
              <a:lnSpc>
                <a:spcPct val="90000"/>
              </a:lnSpc>
              <a:spcBef>
                <a:spcPts val="0"/>
              </a:spcBef>
              <a:spcAft>
                <a:spcPts val="600"/>
              </a:spcAft>
              <a:buNone/>
              <a:defRPr kumimoji="1" sz="4000" b="1" kern="1200">
                <a:solidFill>
                  <a:schemeClr val="tx1"/>
                </a:solidFill>
                <a:latin typeface="Arial" panose="020B0604020202020204" pitchFamily="34" charset="0"/>
                <a:ea typeface="+mj-ea"/>
                <a:cs typeface="Arial" panose="020B0604020202020204" pitchFamily="34" charset="0"/>
              </a:defRPr>
            </a:lvl1pPr>
          </a:lstStyle>
          <a:p>
            <a:r>
              <a:rPr lang="en-US" dirty="0"/>
              <a:t>Thank you</a:t>
            </a:r>
          </a:p>
        </p:txBody>
      </p:sp>
    </p:spTree>
    <p:extLst>
      <p:ext uri="{BB962C8B-B14F-4D97-AF65-F5344CB8AC3E}">
        <p14:creationId xmlns:p14="http://schemas.microsoft.com/office/powerpoint/2010/main" val="888291540"/>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DATEFORMAT" val="0"/>
</p:tagLst>
</file>

<file path=ppt/theme/theme1.xml><?xml version="1.0" encoding="utf-8"?>
<a:theme xmlns:a="http://schemas.openxmlformats.org/drawingml/2006/main" name="F_Tool_T2_01_JP_Red">
  <a:themeElements>
    <a:clrScheme name="F_Tool">
      <a:dk1>
        <a:srgbClr val="000000"/>
      </a:dk1>
      <a:lt1>
        <a:sysClr val="window" lastClr="FFFFFF"/>
      </a:lt1>
      <a:dk2>
        <a:srgbClr val="000000"/>
      </a:dk2>
      <a:lt2>
        <a:srgbClr val="FFFFFF"/>
      </a:lt2>
      <a:accent1>
        <a:srgbClr val="EA0000"/>
      </a:accent1>
      <a:accent2>
        <a:srgbClr val="FF8000"/>
      </a:accent2>
      <a:accent3>
        <a:srgbClr val="D80084"/>
      </a:accent3>
      <a:accent4>
        <a:srgbClr val="2400B0"/>
      </a:accent4>
      <a:accent5>
        <a:srgbClr val="61D600"/>
      </a:accent5>
      <a:accent6>
        <a:srgbClr val="008224"/>
      </a:accent6>
      <a:hlink>
        <a:srgbClr val="0563C1"/>
      </a:hlink>
      <a:folHlink>
        <a:srgbClr val="954F72"/>
      </a:folHlink>
    </a:clrScheme>
    <a:fontScheme name="F_Tool_JP">
      <a:majorFont>
        <a:latin typeface="メイリオ"/>
        <a:ea typeface="メイリオ"/>
        <a:cs typeface=""/>
      </a:majorFont>
      <a:minorFont>
        <a:latin typeface="メイリオ"/>
        <a:ea typeface="メイリオ"/>
        <a:cs typeface=""/>
      </a:minorFont>
    </a:fontScheme>
    <a:fmtScheme name="Office テーマ">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EFEFEF"/>
        </a:solidFill>
        <a:ln>
          <a:solidFill>
            <a:srgbClr val="DCDCDC"/>
          </a:solidFill>
        </a:ln>
      </a:spPr>
      <a:bodyPr rtlCol="0" anchor="ctr"/>
      <a:lstStyle>
        <a:defPPr algn="l">
          <a:defRPr kumimoji="1" dirty="0" smtClean="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9525">
          <a:solidFill>
            <a:schemeClr val="bg1">
              <a:lumMod val="50000"/>
            </a:schemeClr>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none" rtlCol="0">
        <a:spAutoFit/>
      </a:bodyPr>
      <a:lstStyle>
        <a:defPPr algn="l">
          <a:defRPr kumimoji="1" dirty="0" smtClean="0"/>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F_Tool_T2_01_JP_Orange">
  <a:themeElements>
    <a:clrScheme name="F_Tool">
      <a:dk1>
        <a:srgbClr val="000000"/>
      </a:dk1>
      <a:lt1>
        <a:sysClr val="window" lastClr="FFFFFF"/>
      </a:lt1>
      <a:dk2>
        <a:srgbClr val="000000"/>
      </a:dk2>
      <a:lt2>
        <a:srgbClr val="FFFFFF"/>
      </a:lt2>
      <a:accent1>
        <a:srgbClr val="EA0000"/>
      </a:accent1>
      <a:accent2>
        <a:srgbClr val="FF8000"/>
      </a:accent2>
      <a:accent3>
        <a:srgbClr val="D80084"/>
      </a:accent3>
      <a:accent4>
        <a:srgbClr val="2400B0"/>
      </a:accent4>
      <a:accent5>
        <a:srgbClr val="61D600"/>
      </a:accent5>
      <a:accent6>
        <a:srgbClr val="008224"/>
      </a:accent6>
      <a:hlink>
        <a:srgbClr val="0563C1"/>
      </a:hlink>
      <a:folHlink>
        <a:srgbClr val="954F72"/>
      </a:folHlink>
    </a:clrScheme>
    <a:fontScheme name="F_Tool_JP">
      <a:majorFont>
        <a:latin typeface="メイリオ"/>
        <a:ea typeface="メイリオ"/>
        <a:cs typeface=""/>
      </a:majorFont>
      <a:minorFont>
        <a:latin typeface="メイリオ"/>
        <a:ea typeface="メイリオ"/>
        <a:cs typeface=""/>
      </a:minorFont>
    </a:fontScheme>
    <a:fmtScheme name="Office テーマ">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1">
            <a:lumMod val="95000"/>
          </a:schemeClr>
        </a:solidFill>
        <a:ln>
          <a:solidFill>
            <a:schemeClr val="bg1">
              <a:lumMod val="75000"/>
            </a:schemeClr>
          </a:solidFill>
        </a:ln>
      </a:spPr>
      <a:bodyPr rtlCol="0" anchor="ctr"/>
      <a:lstStyle>
        <a:defPPr algn="ctr">
          <a:defRPr kumimoji="1" dirty="0" err="1" smtClean="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9525">
          <a:solidFill>
            <a:schemeClr val="bg1">
              <a:lumMod val="50000"/>
            </a:schemeClr>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none" rtlCol="0">
        <a:spAutoFit/>
      </a:bodyPr>
      <a:lstStyle>
        <a:defPPr algn="l">
          <a:defRPr kumimoji="1" dirty="0" smtClean="0"/>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F_Tool_T2_01_JP_Blue">
  <a:themeElements>
    <a:clrScheme name="F_Tool">
      <a:dk1>
        <a:srgbClr val="000000"/>
      </a:dk1>
      <a:lt1>
        <a:sysClr val="window" lastClr="FFFFFF"/>
      </a:lt1>
      <a:dk2>
        <a:srgbClr val="000000"/>
      </a:dk2>
      <a:lt2>
        <a:srgbClr val="FFFFFF"/>
      </a:lt2>
      <a:accent1>
        <a:srgbClr val="EA0000"/>
      </a:accent1>
      <a:accent2>
        <a:srgbClr val="FF8000"/>
      </a:accent2>
      <a:accent3>
        <a:srgbClr val="D80084"/>
      </a:accent3>
      <a:accent4>
        <a:srgbClr val="2400B0"/>
      </a:accent4>
      <a:accent5>
        <a:srgbClr val="61D600"/>
      </a:accent5>
      <a:accent6>
        <a:srgbClr val="008224"/>
      </a:accent6>
      <a:hlink>
        <a:srgbClr val="0563C1"/>
      </a:hlink>
      <a:folHlink>
        <a:srgbClr val="954F72"/>
      </a:folHlink>
    </a:clrScheme>
    <a:fontScheme name="F_Tool_JP">
      <a:majorFont>
        <a:latin typeface="メイリオ"/>
        <a:ea typeface="メイリオ"/>
        <a:cs typeface=""/>
      </a:majorFont>
      <a:minorFont>
        <a:latin typeface="メイリオ"/>
        <a:ea typeface="メイリオ"/>
        <a:cs typeface=""/>
      </a:minorFont>
    </a:fontScheme>
    <a:fmtScheme name="Office テーマ">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1">
            <a:lumMod val="95000"/>
          </a:schemeClr>
        </a:solidFill>
        <a:ln>
          <a:solidFill>
            <a:schemeClr val="bg1">
              <a:lumMod val="75000"/>
            </a:schemeClr>
          </a:solidFill>
        </a:ln>
      </a:spPr>
      <a:bodyPr rtlCol="0" anchor="ctr"/>
      <a:lstStyle>
        <a:defPPr algn="ctr">
          <a:defRPr kumimoji="1" dirty="0" err="1" smtClean="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9525">
          <a:solidFill>
            <a:schemeClr val="bg1">
              <a:lumMod val="50000"/>
            </a:schemeClr>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none" rtlCol="0">
        <a:spAutoFit/>
      </a:bodyPr>
      <a:lstStyle>
        <a:defPPr algn="l">
          <a:defRPr kumimoji="1" dirty="0" smtClean="0"/>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F_Tool_T2_01_JP_Emerald">
  <a:themeElements>
    <a:clrScheme name="F_Tool">
      <a:dk1>
        <a:srgbClr val="000000"/>
      </a:dk1>
      <a:lt1>
        <a:sysClr val="window" lastClr="FFFFFF"/>
      </a:lt1>
      <a:dk2>
        <a:srgbClr val="000000"/>
      </a:dk2>
      <a:lt2>
        <a:srgbClr val="FFFFFF"/>
      </a:lt2>
      <a:accent1>
        <a:srgbClr val="EA0000"/>
      </a:accent1>
      <a:accent2>
        <a:srgbClr val="FF8000"/>
      </a:accent2>
      <a:accent3>
        <a:srgbClr val="D80084"/>
      </a:accent3>
      <a:accent4>
        <a:srgbClr val="2400B0"/>
      </a:accent4>
      <a:accent5>
        <a:srgbClr val="61D600"/>
      </a:accent5>
      <a:accent6>
        <a:srgbClr val="008224"/>
      </a:accent6>
      <a:hlink>
        <a:srgbClr val="0563C1"/>
      </a:hlink>
      <a:folHlink>
        <a:srgbClr val="954F72"/>
      </a:folHlink>
    </a:clrScheme>
    <a:fontScheme name="F_Tool_JP">
      <a:majorFont>
        <a:latin typeface="メイリオ"/>
        <a:ea typeface="メイリオ"/>
        <a:cs typeface=""/>
      </a:majorFont>
      <a:minorFont>
        <a:latin typeface="メイリオ"/>
        <a:ea typeface="メイリオ"/>
        <a:cs typeface=""/>
      </a:minorFont>
    </a:fontScheme>
    <a:fmtScheme name="Office テーマ">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1">
            <a:lumMod val="95000"/>
          </a:schemeClr>
        </a:solidFill>
        <a:ln>
          <a:solidFill>
            <a:schemeClr val="bg1">
              <a:lumMod val="75000"/>
            </a:schemeClr>
          </a:solidFill>
        </a:ln>
      </a:spPr>
      <a:bodyPr rtlCol="0" anchor="ctr"/>
      <a:lstStyle>
        <a:defPPr algn="ctr">
          <a:defRPr kumimoji="1" dirty="0" err="1" smtClean="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9525">
          <a:solidFill>
            <a:schemeClr val="bg1">
              <a:lumMod val="50000"/>
            </a:schemeClr>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none" rtlCol="0">
        <a:spAutoFit/>
      </a:bodyPr>
      <a:lstStyle>
        <a:defPPr algn="l">
          <a:defRPr kumimoji="1" dirty="0" smtClean="0"/>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F_Tool_T2_01_JP_Yellow">
  <a:themeElements>
    <a:clrScheme name="F_Tool">
      <a:dk1>
        <a:srgbClr val="000000"/>
      </a:dk1>
      <a:lt1>
        <a:sysClr val="window" lastClr="FFFFFF"/>
      </a:lt1>
      <a:dk2>
        <a:srgbClr val="000000"/>
      </a:dk2>
      <a:lt2>
        <a:srgbClr val="FFFFFF"/>
      </a:lt2>
      <a:accent1>
        <a:srgbClr val="EA0000"/>
      </a:accent1>
      <a:accent2>
        <a:srgbClr val="FF8000"/>
      </a:accent2>
      <a:accent3>
        <a:srgbClr val="D80084"/>
      </a:accent3>
      <a:accent4>
        <a:srgbClr val="2400B0"/>
      </a:accent4>
      <a:accent5>
        <a:srgbClr val="61D600"/>
      </a:accent5>
      <a:accent6>
        <a:srgbClr val="008224"/>
      </a:accent6>
      <a:hlink>
        <a:srgbClr val="0563C1"/>
      </a:hlink>
      <a:folHlink>
        <a:srgbClr val="954F72"/>
      </a:folHlink>
    </a:clrScheme>
    <a:fontScheme name="F_Tool_JP">
      <a:majorFont>
        <a:latin typeface="メイリオ"/>
        <a:ea typeface="メイリオ"/>
        <a:cs typeface=""/>
      </a:majorFont>
      <a:minorFont>
        <a:latin typeface="メイリオ"/>
        <a:ea typeface="メイリオ"/>
        <a:cs typeface=""/>
      </a:minorFont>
    </a:fontScheme>
    <a:fmtScheme name="Office テーマ">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1">
            <a:lumMod val="95000"/>
          </a:schemeClr>
        </a:solidFill>
        <a:ln>
          <a:solidFill>
            <a:schemeClr val="bg1">
              <a:lumMod val="75000"/>
            </a:schemeClr>
          </a:solidFill>
        </a:ln>
      </a:spPr>
      <a:bodyPr rtlCol="0" anchor="ctr"/>
      <a:lstStyle>
        <a:defPPr algn="ctr">
          <a:defRPr kumimoji="1" dirty="0" err="1" smtClean="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9525">
          <a:solidFill>
            <a:schemeClr val="bg1">
              <a:lumMod val="50000"/>
            </a:schemeClr>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none" rtlCol="0">
        <a:spAutoFit/>
      </a:bodyPr>
      <a:lstStyle>
        <a:defPPr algn="l">
          <a:defRPr kumimoji="1" dirty="0" smtClean="0"/>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テーマ">
  <a:themeElements>
    <a:clrScheme name="F_Tool_8_EN">
      <a:dk1>
        <a:srgbClr val="000000"/>
      </a:dk1>
      <a:lt1>
        <a:sysClr val="window" lastClr="FFFFFF"/>
      </a:lt1>
      <a:dk2>
        <a:srgbClr val="D51C89"/>
      </a:dk2>
      <a:lt2>
        <a:srgbClr val="E60000"/>
      </a:lt2>
      <a:accent1>
        <a:srgbClr val="1813B1"/>
      </a:accent1>
      <a:accent2>
        <a:srgbClr val="00ECF4"/>
      </a:accent2>
      <a:accent3>
        <a:srgbClr val="75D700"/>
      </a:accent3>
      <a:accent4>
        <a:srgbClr val="00812F"/>
      </a:accent4>
      <a:accent5>
        <a:srgbClr val="FFE800"/>
      </a:accent5>
      <a:accent6>
        <a:srgbClr val="FF8100"/>
      </a:accent6>
      <a:hlink>
        <a:srgbClr val="0563C1"/>
      </a:hlink>
      <a:folHlink>
        <a:srgbClr val="954F72"/>
      </a:folHlink>
    </a:clrScheme>
    <a:fontScheme name="F_Tool_8_EN">
      <a:majorFont>
        <a:latin typeface="Arial"/>
        <a:ea typeface="メイリオ"/>
        <a:cs typeface=""/>
      </a:majorFont>
      <a:minorFont>
        <a:latin typeface="Arial"/>
        <a:ea typeface="メイリオ"/>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Office テーマ">
  <a:themeElements>
    <a:clrScheme name="F_Tool_8_EN">
      <a:dk1>
        <a:srgbClr val="000000"/>
      </a:dk1>
      <a:lt1>
        <a:sysClr val="window" lastClr="FFFFFF"/>
      </a:lt1>
      <a:dk2>
        <a:srgbClr val="D51C89"/>
      </a:dk2>
      <a:lt2>
        <a:srgbClr val="E60000"/>
      </a:lt2>
      <a:accent1>
        <a:srgbClr val="1813B1"/>
      </a:accent1>
      <a:accent2>
        <a:srgbClr val="00ECF4"/>
      </a:accent2>
      <a:accent3>
        <a:srgbClr val="75D700"/>
      </a:accent3>
      <a:accent4>
        <a:srgbClr val="00812F"/>
      </a:accent4>
      <a:accent5>
        <a:srgbClr val="FFE800"/>
      </a:accent5>
      <a:accent6>
        <a:srgbClr val="FF8100"/>
      </a:accent6>
      <a:hlink>
        <a:srgbClr val="0563C1"/>
      </a:hlink>
      <a:folHlink>
        <a:srgbClr val="954F72"/>
      </a:folHlink>
    </a:clrScheme>
    <a:fontScheme name="F_Tool_8_EN">
      <a:majorFont>
        <a:latin typeface="Arial"/>
        <a:ea typeface="メイリオ"/>
        <a:cs typeface=""/>
      </a:majorFont>
      <a:minorFont>
        <a:latin typeface="Arial"/>
        <a:ea typeface="メイリオ"/>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91D9D84106166446A8C44A34C38DBD01" ma:contentTypeVersion="12" ma:contentTypeDescription="Create a new document." ma:contentTypeScope="" ma:versionID="e9ee013934f62cf780dd32be8c167197">
  <xsd:schema xmlns:xsd="http://www.w3.org/2001/XMLSchema" xmlns:xs="http://www.w3.org/2001/XMLSchema" xmlns:p="http://schemas.microsoft.com/office/2006/metadata/properties" xmlns:ns2="20d7c0fd-1794-42d5-91f7-05e729f7bb09" xmlns:ns3="1b84360c-a484-4a23-b45b-771d0fae43b0" targetNamespace="http://schemas.microsoft.com/office/2006/metadata/properties" ma:root="true" ma:fieldsID="3afe81e8fd29f0a900286c7cb4b7e465" ns2:_="" ns3:_="">
    <xsd:import namespace="20d7c0fd-1794-42d5-91f7-05e729f7bb09"/>
    <xsd:import namespace="1b84360c-a484-4a23-b45b-771d0fae43b0"/>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lcf76f155ced4ddcb4097134ff3c332f" minOccurs="0"/>
                <xsd:element ref="ns3:TaxCatchAll" minOccurs="0"/>
                <xsd:element ref="ns2:MediaServiceDateTaken" minOccurs="0"/>
                <xsd:element ref="ns2:MediaServiceOCR" minOccurs="0"/>
                <xsd:element ref="ns2:MediaServiceGenerationTime" minOccurs="0"/>
                <xsd:element ref="ns2:MediaServiceEventHashCode"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0d7c0fd-1794-42d5-91f7-05e729f7bb09"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bc4fd492-276b-4614-b3af-3a4c63b563f8" ma:termSetId="09814cd3-568e-fe90-9814-8d621ff8fb84" ma:anchorId="fba54fb3-c3e1-fe81-a776-ca4b69148c4d" ma:open="true" ma:isKeyword="false">
      <xsd:complexType>
        <xsd:sequence>
          <xsd:element ref="pc:Terms" minOccurs="0" maxOccurs="1"/>
        </xsd:sequence>
      </xsd:complexType>
    </xsd:element>
    <xsd:element name="MediaServiceDateTaken" ma:index="15" nillable="true" ma:displayName="MediaServiceDateTaken" ma:hidden="true" ma:indexed="true" ma:internalName="MediaServiceDateTaken" ma:readOnly="true">
      <xsd:simpleType>
        <xsd:restriction base="dms:Text"/>
      </xsd:simpleType>
    </xsd:element>
    <xsd:element name="MediaServiceOCR" ma:index="16" nillable="true" ma:displayName="Extracted Text" ma:internalName="MediaServiceOCR" ma:readOnly="true">
      <xsd:simpleType>
        <xsd:restriction base="dms:Note">
          <xsd:maxLength value="255"/>
        </xsd:restriction>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LengthInSeconds" ma:index="19"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1b84360c-a484-4a23-b45b-771d0fae43b0"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cd64ca47-2c71-4046-8055-8d80361ca6bc}" ma:internalName="TaxCatchAll" ma:showField="CatchAllData" ma:web="1b84360c-a484-4a23-b45b-771d0fae43b0">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TaxCatchAll xmlns="1b84360c-a484-4a23-b45b-771d0fae43b0" xsi:nil="true"/>
    <lcf76f155ced4ddcb4097134ff3c332f xmlns="20d7c0fd-1794-42d5-91f7-05e729f7bb09">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258AD9CF-7F0C-4A76-966D-381FC88A489E}">
  <ds:schemaRefs>
    <ds:schemaRef ds:uri="http://schemas.microsoft.com/sharepoint/v3/contenttype/forms"/>
  </ds:schemaRefs>
</ds:datastoreItem>
</file>

<file path=customXml/itemProps2.xml><?xml version="1.0" encoding="utf-8"?>
<ds:datastoreItem xmlns:ds="http://schemas.openxmlformats.org/officeDocument/2006/customXml" ds:itemID="{ABA5DBDF-B8A6-4321-86C4-26DD5ED0279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20d7c0fd-1794-42d5-91f7-05e729f7bb09"/>
    <ds:schemaRef ds:uri="1b84360c-a484-4a23-b45b-771d0fae43b0"/>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E058BF11-20B5-4856-B32E-11BB448B5C63}">
  <ds:schemaRefs>
    <ds:schemaRef ds:uri="http://schemas.microsoft.com/office/2006/metadata/properties"/>
    <ds:schemaRef ds:uri="http://schemas.microsoft.com/office/infopath/2007/PartnerControls"/>
    <ds:schemaRef ds:uri="8c6df97e-211a-48c5-a8df-1f41b52f02a1"/>
    <ds:schemaRef ds:uri="1b84360c-a484-4a23-b45b-771d0fae43b0"/>
    <ds:schemaRef ds:uri="20d7c0fd-1794-42d5-91f7-05e729f7bb09"/>
  </ds:schemaRefs>
</ds:datastoreItem>
</file>

<file path=docProps/app.xml><?xml version="1.0" encoding="utf-8"?>
<Properties xmlns="http://schemas.openxmlformats.org/officeDocument/2006/extended-properties" xmlns:vt="http://schemas.openxmlformats.org/officeDocument/2006/docPropsVTypes">
  <Template/>
  <TotalTime>0</TotalTime>
  <Words>1496</Words>
  <Application>Microsoft Office PowerPoint</Application>
  <PresentationFormat>On-screen Show (16:9)</PresentationFormat>
  <Paragraphs>269</Paragraphs>
  <Slides>14</Slides>
  <Notes>14</Notes>
  <HiddenSlides>0</HiddenSlides>
  <MMClips>0</MMClips>
  <ScaleCrop>false</ScaleCrop>
  <HeadingPairs>
    <vt:vector size="4" baseType="variant">
      <vt:variant>
        <vt:lpstr>Theme</vt:lpstr>
      </vt:variant>
      <vt:variant>
        <vt:i4>5</vt:i4>
      </vt:variant>
      <vt:variant>
        <vt:lpstr>Slide Titles</vt:lpstr>
      </vt:variant>
      <vt:variant>
        <vt:i4>14</vt:i4>
      </vt:variant>
    </vt:vector>
  </HeadingPairs>
  <TitlesOfParts>
    <vt:vector size="19" baseType="lpstr">
      <vt:lpstr>F_Tool_T2_01_JP_Red</vt:lpstr>
      <vt:lpstr>F_Tool_T2_01_JP_Orange</vt:lpstr>
      <vt:lpstr>F_Tool_T2_01_JP_Blue</vt:lpstr>
      <vt:lpstr>F_Tool_T2_01_JP_Emerald</vt:lpstr>
      <vt:lpstr>F_Tool_T2_01_JP_Yellow</vt:lpstr>
      <vt:lpstr>  Activate 3.0 構成管理手順書</vt:lpstr>
      <vt:lpstr>更新履歴</vt:lpstr>
      <vt:lpstr>目次</vt:lpstr>
      <vt:lpstr>本ドキュメントについて</vt:lpstr>
      <vt:lpstr>Activate 3.0構成管理概要について</vt:lpstr>
      <vt:lpstr>Activate 3.0構成管理概要について</vt:lpstr>
      <vt:lpstr>構成管理実施手順 -1.Activate更新依頼（随時）-</vt:lpstr>
      <vt:lpstr>構成管理実施手順 -1.Activate更新依頼（随時）-</vt:lpstr>
      <vt:lpstr>構成管理実施手順 -1.Activate更新依頼（随時）-</vt:lpstr>
      <vt:lpstr>構成管理実施手順 -1.Activate更新依頼（随時）-</vt:lpstr>
      <vt:lpstr>構成管理実施手順 -2.Activate更新検討（四半期）-</vt:lpstr>
      <vt:lpstr>構成管理実施手順 -3.Activate更新（四半期）-</vt:lpstr>
      <vt:lpstr>構成管理実施手順 -4.Activateリリース（四半期）-</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6</cp:revision>
  <dcterms:created xsi:type="dcterms:W3CDTF">2021-10-28T00:04:59Z</dcterms:created>
  <dcterms:modified xsi:type="dcterms:W3CDTF">2026-03-19T09:11:45Z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a7295cc1-d279-42ac-ab4d-3b0f4fece050_Enabled">
    <vt:lpwstr>true</vt:lpwstr>
  </property>
  <property fmtid="{D5CDD505-2E9C-101B-9397-08002B2CF9AE}" pid="3" name="MSIP_Label_a7295cc1-d279-42ac-ab4d-3b0f4fece050_SetDate">
    <vt:lpwstr>2021-10-28T00:05:04Z</vt:lpwstr>
  </property>
  <property fmtid="{D5CDD505-2E9C-101B-9397-08002B2CF9AE}" pid="4" name="MSIP_Label_a7295cc1-d279-42ac-ab4d-3b0f4fece050_Method">
    <vt:lpwstr>Standard</vt:lpwstr>
  </property>
  <property fmtid="{D5CDD505-2E9C-101B-9397-08002B2CF9AE}" pid="5" name="MSIP_Label_a7295cc1-d279-42ac-ab4d-3b0f4fece050_Name">
    <vt:lpwstr>FUJITSU-RESTRICTED​</vt:lpwstr>
  </property>
  <property fmtid="{D5CDD505-2E9C-101B-9397-08002B2CF9AE}" pid="6" name="MSIP_Label_a7295cc1-d279-42ac-ab4d-3b0f4fece050_SiteId">
    <vt:lpwstr>a19f121d-81e1-4858-a9d8-736e267fd4c7</vt:lpwstr>
  </property>
  <property fmtid="{D5CDD505-2E9C-101B-9397-08002B2CF9AE}" pid="7" name="MSIP_Label_a7295cc1-d279-42ac-ab4d-3b0f4fece050_ActionId">
    <vt:lpwstr>2213c45c-f659-4547-b6fb-40f3bd2d3676</vt:lpwstr>
  </property>
  <property fmtid="{D5CDD505-2E9C-101B-9397-08002B2CF9AE}" pid="8" name="MSIP_Label_a7295cc1-d279-42ac-ab4d-3b0f4fece050_ContentBits">
    <vt:lpwstr>0</vt:lpwstr>
  </property>
  <property fmtid="{D5CDD505-2E9C-101B-9397-08002B2CF9AE}" pid="9" name="ContentTypeId">
    <vt:lpwstr>0x01010091D9D84106166446A8C44A34C38DBD01</vt:lpwstr>
  </property>
  <property fmtid="{D5CDD505-2E9C-101B-9397-08002B2CF9AE}" pid="10" name="Order">
    <vt:r8>291000</vt:r8>
  </property>
  <property fmtid="{D5CDD505-2E9C-101B-9397-08002B2CF9AE}" pid="11" name="xd_Signature">
    <vt:bool>false</vt:bool>
  </property>
  <property fmtid="{D5CDD505-2E9C-101B-9397-08002B2CF9AE}" pid="12" name="表示・非表示">
    <vt:bool>false</vt:bool>
  </property>
  <property fmtid="{D5CDD505-2E9C-101B-9397-08002B2CF9AE}" pid="13" name="xd_ProgID">
    <vt:lpwstr/>
  </property>
  <property fmtid="{D5CDD505-2E9C-101B-9397-08002B2CF9AE}" pid="14" name="_SourceUrl">
    <vt:lpwstr/>
  </property>
  <property fmtid="{D5CDD505-2E9C-101B-9397-08002B2CF9AE}" pid="15" name="_SharedFileIndex">
    <vt:lpwstr/>
  </property>
  <property fmtid="{D5CDD505-2E9C-101B-9397-08002B2CF9AE}" pid="16" name="ComplianceAssetId">
    <vt:lpwstr/>
  </property>
  <property fmtid="{D5CDD505-2E9C-101B-9397-08002B2CF9AE}" pid="17" name="TemplateUrl">
    <vt:lpwstr/>
  </property>
  <property fmtid="{D5CDD505-2E9C-101B-9397-08002B2CF9AE}" pid="18" name="hiddenFolderPath">
    <vt:lpwstr>Activate20/</vt:lpwstr>
  </property>
  <property fmtid="{D5CDD505-2E9C-101B-9397-08002B2CF9AE}" pid="19" name="_ExtendedDescription">
    <vt:lpwstr/>
  </property>
  <property fmtid="{D5CDD505-2E9C-101B-9397-08002B2CF9AE}" pid="20" name="TriggerFlowInfo">
    <vt:lpwstr/>
  </property>
  <property fmtid="{D5CDD505-2E9C-101B-9397-08002B2CF9AE}" pid="21" name="MediaServiceImageTags">
    <vt:lpwstr/>
  </property>
</Properties>
</file>