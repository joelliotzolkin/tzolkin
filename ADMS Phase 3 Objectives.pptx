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F_AE11CF4D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omments/modernComment_111_F39FE80D.xml" ContentType="application/vnd.ms-powerpoint.comment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sldIdLst>
    <p:sldId id="274" r:id="rId5"/>
    <p:sldId id="257" r:id="rId6"/>
    <p:sldId id="271" r:id="rId7"/>
    <p:sldId id="273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E67EE7-7CF5-7186-EDAF-AC49A82790CC}" name="Filipiak, Lukasz" initials="FL" userId="S::lukasz.filipiak@fujitsu.com::85a70ae8-1dbf-4ee8-b328-163ee1a2268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D2C5D-0061-4BE7-BA64-46BA446D5712}" v="3" dt="2026-02-13T08:15:02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agi, Pramod" userId="186f2246-1a75-4f08-8367-3582f0dc2a7c" providerId="ADAL" clId="{78C09EE9-737C-47AE-B11D-E11DA6593670}"/>
    <pc:docChg chg="undo custSel addSld delSld modSld sldOrd">
      <pc:chgData name="Tyagi, Pramod" userId="186f2246-1a75-4f08-8367-3582f0dc2a7c" providerId="ADAL" clId="{78C09EE9-737C-47AE-B11D-E11DA6593670}" dt="2026-02-13T08:15:17.306" v="59" actId="6549"/>
      <pc:docMkLst>
        <pc:docMk/>
      </pc:docMkLst>
      <pc:sldChg chg="delSp add mod">
        <pc:chgData name="Tyagi, Pramod" userId="186f2246-1a75-4f08-8367-3582f0dc2a7c" providerId="ADAL" clId="{78C09EE9-737C-47AE-B11D-E11DA6593670}" dt="2026-02-13T02:57:59.888" v="5" actId="478"/>
        <pc:sldMkLst>
          <pc:docMk/>
          <pc:sldMk cId="463276773" sldId="258"/>
        </pc:sldMkLst>
        <pc:spChg chg="del">
          <ac:chgData name="Tyagi, Pramod" userId="186f2246-1a75-4f08-8367-3582f0dc2a7c" providerId="ADAL" clId="{78C09EE9-737C-47AE-B11D-E11DA6593670}" dt="2026-02-13T02:57:55.030" v="4" actId="478"/>
          <ac:spMkLst>
            <pc:docMk/>
            <pc:sldMk cId="463276773" sldId="258"/>
            <ac:spMk id="3" creationId="{77A3972E-A6A9-1B04-A11C-5330481F03E6}"/>
          </ac:spMkLst>
        </pc:spChg>
        <pc:spChg chg="del">
          <ac:chgData name="Tyagi, Pramod" userId="186f2246-1a75-4f08-8367-3582f0dc2a7c" providerId="ADAL" clId="{78C09EE9-737C-47AE-B11D-E11DA6593670}" dt="2026-02-13T02:57:59.888" v="5" actId="478"/>
          <ac:spMkLst>
            <pc:docMk/>
            <pc:sldMk cId="463276773" sldId="258"/>
            <ac:spMk id="5" creationId="{E1E710B7-175E-D5E4-0F5F-DD8375B34AB2}"/>
          </ac:spMkLst>
        </pc:spChg>
        <pc:cxnChg chg="del">
          <ac:chgData name="Tyagi, Pramod" userId="186f2246-1a75-4f08-8367-3582f0dc2a7c" providerId="ADAL" clId="{78C09EE9-737C-47AE-B11D-E11DA6593670}" dt="2026-02-13T02:57:55.030" v="4" actId="478"/>
          <ac:cxnSpMkLst>
            <pc:docMk/>
            <pc:sldMk cId="463276773" sldId="258"/>
            <ac:cxnSpMk id="7" creationId="{BDFA0FBF-3E03-0EB9-E498-6970C7B6A584}"/>
          </ac:cxnSpMkLst>
        </pc:cxnChg>
        <pc:cxnChg chg="del">
          <ac:chgData name="Tyagi, Pramod" userId="186f2246-1a75-4f08-8367-3582f0dc2a7c" providerId="ADAL" clId="{78C09EE9-737C-47AE-B11D-E11DA6593670}" dt="2026-02-13T02:57:55.030" v="4" actId="478"/>
          <ac:cxnSpMkLst>
            <pc:docMk/>
            <pc:sldMk cId="463276773" sldId="258"/>
            <ac:cxnSpMk id="9" creationId="{E4DA563F-1868-13EA-457C-2C3EF98C3BD3}"/>
          </ac:cxnSpMkLst>
        </pc:cxnChg>
      </pc:sldChg>
      <pc:sldChg chg="add">
        <pc:chgData name="Tyagi, Pramod" userId="186f2246-1a75-4f08-8367-3582f0dc2a7c" providerId="ADAL" clId="{78C09EE9-737C-47AE-B11D-E11DA6593670}" dt="2026-02-13T02:50:37.402" v="2"/>
        <pc:sldMkLst>
          <pc:docMk/>
          <pc:sldMk cId="2920402765" sldId="271"/>
        </pc:sldMkLst>
      </pc:sldChg>
      <pc:sldChg chg="add">
        <pc:chgData name="Tyagi, Pramod" userId="186f2246-1a75-4f08-8367-3582f0dc2a7c" providerId="ADAL" clId="{78C09EE9-737C-47AE-B11D-E11DA6593670}" dt="2026-02-13T02:50:37.402" v="2"/>
        <pc:sldMkLst>
          <pc:docMk/>
          <pc:sldMk cId="4087343117" sldId="273"/>
        </pc:sldMkLst>
      </pc:sldChg>
      <pc:sldChg chg="addSp delSp modSp new mod ord modClrScheme chgLayout">
        <pc:chgData name="Tyagi, Pramod" userId="186f2246-1a75-4f08-8367-3582f0dc2a7c" providerId="ADAL" clId="{78C09EE9-737C-47AE-B11D-E11DA6593670}" dt="2026-02-13T08:15:17.306" v="59" actId="6549"/>
        <pc:sldMkLst>
          <pc:docMk/>
          <pc:sldMk cId="2897046757" sldId="274"/>
        </pc:sldMkLst>
        <pc:spChg chg="del mod ord">
          <ac:chgData name="Tyagi, Pramod" userId="186f2246-1a75-4f08-8367-3582f0dc2a7c" providerId="ADAL" clId="{78C09EE9-737C-47AE-B11D-E11DA6593670}" dt="2026-02-13T08:13:27.536" v="11" actId="700"/>
          <ac:spMkLst>
            <pc:docMk/>
            <pc:sldMk cId="2897046757" sldId="274"/>
            <ac:spMk id="2" creationId="{1B46D100-853F-5B00-127F-AED0A0121643}"/>
          </ac:spMkLst>
        </pc:spChg>
        <pc:spChg chg="add mod ord">
          <ac:chgData name="Tyagi, Pramod" userId="186f2246-1a75-4f08-8367-3582f0dc2a7c" providerId="ADAL" clId="{78C09EE9-737C-47AE-B11D-E11DA6593670}" dt="2026-02-13T08:15:17.306" v="59" actId="6549"/>
          <ac:spMkLst>
            <pc:docMk/>
            <pc:sldMk cId="2897046757" sldId="274"/>
            <ac:spMk id="3" creationId="{71C7644A-FCF4-07C9-D068-775ACF3D72F2}"/>
          </ac:spMkLst>
        </pc:spChg>
        <pc:spChg chg="add del mod ord">
          <ac:chgData name="Tyagi, Pramod" userId="186f2246-1a75-4f08-8367-3582f0dc2a7c" providerId="ADAL" clId="{78C09EE9-737C-47AE-B11D-E11DA6593670}" dt="2026-02-13T08:15:10.953" v="55" actId="478"/>
          <ac:spMkLst>
            <pc:docMk/>
            <pc:sldMk cId="2897046757" sldId="274"/>
            <ac:spMk id="4" creationId="{40FCF4F1-57C1-5ED3-9810-BBE6A5520253}"/>
          </ac:spMkLst>
        </pc:spChg>
      </pc:sldChg>
      <pc:sldChg chg="del">
        <pc:chgData name="Tyagi, Pramod" userId="186f2246-1a75-4f08-8367-3582f0dc2a7c" providerId="ADAL" clId="{78C09EE9-737C-47AE-B11D-E11DA6593670}" dt="2026-02-13T02:58:12.283" v="7" actId="47"/>
        <pc:sldMkLst>
          <pc:docMk/>
          <pc:sldMk cId="2522535725" sldId="2147483645"/>
        </pc:sldMkLst>
      </pc:sldChg>
      <pc:sldChg chg="del">
        <pc:chgData name="Tyagi, Pramod" userId="186f2246-1a75-4f08-8367-3582f0dc2a7c" providerId="ADAL" clId="{78C09EE9-737C-47AE-B11D-E11DA6593670}" dt="2026-02-13T02:50:04.172" v="1" actId="47"/>
        <pc:sldMkLst>
          <pc:docMk/>
          <pc:sldMk cId="194848686" sldId="2147483646"/>
        </pc:sldMkLst>
      </pc:sldChg>
      <pc:sldChg chg="new del">
        <pc:chgData name="Tyagi, Pramod" userId="186f2246-1a75-4f08-8367-3582f0dc2a7c" providerId="ADAL" clId="{78C09EE9-737C-47AE-B11D-E11DA6593670}" dt="2026-02-13T02:58:06.880" v="6" actId="47"/>
        <pc:sldMkLst>
          <pc:docMk/>
          <pc:sldMk cId="3173026663" sldId="2147483647"/>
        </pc:sldMkLst>
      </pc:sldChg>
    </pc:docChg>
  </pc:docChgLst>
</pc:chgInfo>
</file>

<file path=ppt/comments/modernComment_10F_AE11CF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50F6ECB-7DEB-448F-A2C7-B754DFEDD247}" authorId="{83E67EE7-7CF5-7186-EDAF-AC49A82790CC}" created="2026-01-20T13:06:43.10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20402765" sldId="271"/>
      <ac:spMk id="10" creationId="{EF42D703-1959-7301-060D-74D5153BDC9D}"/>
      <ac:txMk cp="324" len="23">
        <ac:context len="303" hash="2716831469"/>
      </ac:txMk>
    </ac:txMkLst>
    <p188:pos x="1106465" y="2515643"/>
    <p188:txBody>
      <a:bodyPr/>
      <a:lstStyle/>
      <a:p>
        <a:r>
          <a:rPr lang="en-US"/>
          <a:t>Justification: SAP Activate places a strong focus on team enablement (process, tools, standards). Without this, there is an increased risk of inconsistent configuration and documentation quality, especially with a global rollout </a:t>
        </a:r>
      </a:p>
    </p188:txBody>
  </p188:cm>
  <p188:cm id="{816E6F5E-E7B4-4379-B3CF-A8F2520CB5DB}" authorId="{83E67EE7-7CF5-7186-EDAF-AC49A82790CC}" created="2026-01-20T13:08:52.9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20402765" sldId="271"/>
      <ac:spMk id="10" creationId="{EF42D703-1959-7301-060D-74D5153BDC9D}"/>
      <ac:txMk cp="348" len="60">
        <ac:context len="303" hash="2716831469"/>
      </ac:txMk>
    </ac:txMkLst>
    <p188:pos x="970767" y="3329835"/>
    <p188:txBody>
      <a:bodyPr/>
      <a:lstStyle/>
      <a:p>
        <a:r>
          <a:rPr lang="en-US"/>
          <a:t>A structured learning needs analysis is needed to design an effective enablement plan and should therefore be treated as a mandatory</a:t>
        </a:r>
      </a:p>
    </p188:txBody>
  </p188:cm>
  <p188:cm id="{4A22A014-7B10-461A-B0C7-B39FCBA8E734}" authorId="{83E67EE7-7CF5-7186-EDAF-AC49A82790CC}" created="2026-01-20T13:21:48.34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20402765" sldId="271"/>
      <ac:spMk id="5" creationId="{B57DC28F-5918-9716-B427-C7984A070755}"/>
      <ac:txMk cp="594" len="54">
        <ac:context len="594" hash="1645050431"/>
      </ac:txMk>
    </ac:txMkLst>
    <p188:pos x="1774520" y="4603315"/>
    <p188:txBody>
      <a:bodyPr/>
      <a:lstStyle/>
      <a:p>
        <a:r>
          <a:rPr lang="en-US"/>
          <a:t>User training planning starts in Explore in SAP Activate; without a formal analysis, user adoption is at risk, so it should be Mandatory.</a:t>
        </a:r>
      </a:p>
    </p188:txBody>
  </p188:cm>
  <p188:cm id="{0D4FCC59-FB7C-4A8B-A2AE-91325402C17E}" authorId="{83E67EE7-7CF5-7186-EDAF-AC49A82790CC}" created="2026-01-20T13:31:56.3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20402765" sldId="271"/>
      <ac:spMk id="5" creationId="{B57DC28F-5918-9716-B427-C7984A070755}"/>
      <ac:txMk cp="649" len="49">
        <ac:context len="594" hash="1645050431"/>
      </ac:txMk>
    </ac:txMkLst>
    <p188:pos x="939452" y="5146109"/>
    <p188:txBody>
      <a:bodyPr/>
      <a:lstStyle/>
      <a:p>
        <a:r>
          <a:rPr lang="en-US"/>
          <a:t>Evaluating impact on operations (support, jobs, interfaces, controls) is crucial for migration projects and for cutover planning</a:t>
        </a:r>
      </a:p>
    </p188:txBody>
  </p188:cm>
  <p188:cm id="{A21C014C-742C-4655-9C22-57F77CDBBEF7}" authorId="{83E67EE7-7CF5-7186-EDAF-AC49A82790CC}" created="2026-01-20T13:38:28.0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20402765" sldId="271"/>
      <ac:spMk id="6" creationId="{476F1812-06FB-8CEF-D578-77C65974DA02}"/>
      <ac:txMk cp="678" len="51">
        <ac:context len="678" hash="783193957"/>
      </ac:txMk>
    </ac:txMkLst>
    <p188:pos x="1503123" y="4822520"/>
    <p188:txBody>
      <a:bodyPr/>
      <a:lstStyle/>
      <a:p>
        <a:r>
          <a:rPr lang="en-US"/>
          <a:t>Once enablement is planned, creating training in Realize is a standard Activate deliverable</a:t>
        </a:r>
      </a:p>
    </p188:txBody>
  </p188:cm>
  <p188:cm id="{95B5C977-C18E-4447-8B6B-46650C8FAC23}" authorId="{83E67EE7-7CF5-7186-EDAF-AC49A82790CC}" created="2026-01-20T13:39:50.6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20402765" sldId="271"/>
      <ac:spMk id="6" creationId="{476F1812-06FB-8CEF-D578-77C65974DA02}"/>
      <ac:txMk cp="730" len="38">
        <ac:context len="678" hash="783193957"/>
      </ac:txMk>
    </ac:txMkLst>
    <p188:pos x="1158657" y="5093917"/>
    <p188:txBody>
      <a:bodyPr/>
      <a:lstStyle/>
      <a:p>
        <a:r>
          <a:rPr lang="en-US"/>
          <a:t>S/4HANA Private Cloud expects Fiori‑based user experience; basic UX implementation (roles, catalogs, launchpad) is not optional and should be Mandatory</a:t>
        </a:r>
      </a:p>
    </p188:txBody>
  </p188:cm>
  <p188:cm id="{BBD9BAC4-2F9A-408B-9DC4-38414344DEB4}" authorId="{83E67EE7-7CF5-7186-EDAF-AC49A82790CC}" created="2026-01-20T13:42:07.6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20402765" sldId="271"/>
      <ac:spMk id="6" creationId="{476F1812-06FB-8CEF-D578-77C65974DA02}"/>
      <ac:txMk cp="769" len="46">
        <ac:context len="678" hash="783193957"/>
      </ac:txMk>
    </ac:txMkLst>
    <p188:pos x="1158657" y="5501013"/>
    <p188:txBody>
      <a:bodyPr/>
      <a:lstStyle/>
      <a:p>
        <a:r>
          <a:rPr lang="en-US"/>
          <a:t>Setting up operational processes (monitoring, batch, interfaces, support model) is key for a stable Run phase and should be Mandatory</a:t>
        </a:r>
      </a:p>
    </p188:txBody>
  </p188:cm>
  <p188:cm id="{F1A337B7-131C-4BC8-8209-153BC53B400C}" authorId="{83E67EE7-7CF5-7186-EDAF-AC49A82790CC}" created="2026-01-20T13:50:44.4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920402765" sldId="271"/>
      <ac:spMk id="7" creationId="{45D06995-3A66-F418-BF1F-88045DCF8C15}"/>
      <ac:txMk cp="198" len="36">
        <ac:context len="198" hash="321577430"/>
      </ac:txMk>
    </ac:txMkLst>
    <p188:pos x="855945" y="1753643"/>
    <p188:txBody>
      <a:bodyPr/>
      <a:lstStyle/>
      <a:p>
        <a:r>
          <a:rPr lang="en-US"/>
          <a:t>A technical and business cutover rehearsal is a widely recommended SAP practice for S/4HANA migrations and significantly reduces go‑live risk</a:t>
        </a:r>
      </a:p>
    </p188:txBody>
  </p188:cm>
</p188:cmLst>
</file>

<file path=ppt/comments/modernComment_111_F39FE8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4D274B8-4690-49E6-A224-91E6A12BA3D6}" authorId="{83E67EE7-7CF5-7186-EDAF-AC49A82790CC}" created="2026-01-20T13:06:43.10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87343117" sldId="273"/>
      <ac:spMk id="10" creationId="{CEF4A0AE-A6CF-AFC8-72EA-36A65F020A0A}"/>
      <ac:txMk cp="324" len="23">
        <ac:context len="180" hash="2650918638"/>
      </ac:txMk>
    </ac:txMkLst>
    <p188:pos x="1106465" y="2515643"/>
    <p188:txBody>
      <a:bodyPr/>
      <a:lstStyle/>
      <a:p>
        <a:r>
          <a:rPr lang="en-US"/>
          <a:t>Justification: SAP Activate places a strong focus on team enablement (process, tools, standards). Without this, there is an increased risk of inconsistent configuration and documentation quality, especially with a global rollout </a:t>
        </a:r>
      </a:p>
    </p188:txBody>
  </p188:cm>
  <p188:cm id="{ED24020A-A681-4BD5-9A9A-B361FDB59A07}" authorId="{83E67EE7-7CF5-7186-EDAF-AC49A82790CC}" created="2026-01-20T13:08:52.9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87343117" sldId="273"/>
      <ac:spMk id="10" creationId="{CEF4A0AE-A6CF-AFC8-72EA-36A65F020A0A}"/>
      <ac:txMk cp="348" len="60">
        <ac:context len="180" hash="2650918638"/>
      </ac:txMk>
    </ac:txMkLst>
    <p188:pos x="970767" y="3329835"/>
    <p188:txBody>
      <a:bodyPr/>
      <a:lstStyle/>
      <a:p>
        <a:r>
          <a:rPr lang="en-US"/>
          <a:t>A structured learning needs analysis is needed to design an effective enablement plan and should therefore be treated as a mandatory</a:t>
        </a:r>
      </a:p>
    </p188:txBody>
  </p188:cm>
  <p188:cm id="{0ED6E6E0-8E42-47DD-B9F6-5F94132CCFE1}" authorId="{83E67EE7-7CF5-7186-EDAF-AC49A82790CC}" created="2026-01-20T13:21:48.34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87343117" sldId="273"/>
      <ac:spMk id="5" creationId="{51D7AFD2-7853-D3DA-7588-EE89183F393A}"/>
      <ac:txMk cp="594" len="54">
        <ac:context len="329" hash="4282911300"/>
      </ac:txMk>
    </ac:txMkLst>
    <p188:pos x="1774520" y="4603315"/>
    <p188:txBody>
      <a:bodyPr/>
      <a:lstStyle/>
      <a:p>
        <a:r>
          <a:rPr lang="en-US"/>
          <a:t>User training planning starts in Explore in SAP Activate; without a formal analysis, user adoption is at risk, so it should be Mandatory.</a:t>
        </a:r>
      </a:p>
    </p188:txBody>
  </p188:cm>
  <p188:cm id="{761439FB-5EC6-471F-8CB6-4A60DFE3D51B}" authorId="{83E67EE7-7CF5-7186-EDAF-AC49A82790CC}" created="2026-01-20T13:31:56.31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87343117" sldId="273"/>
      <ac:spMk id="5" creationId="{51D7AFD2-7853-D3DA-7588-EE89183F393A}"/>
      <ac:txMk cp="649" len="49">
        <ac:context len="329" hash="4282911300"/>
      </ac:txMk>
    </ac:txMkLst>
    <p188:pos x="939452" y="5146109"/>
    <p188:txBody>
      <a:bodyPr/>
      <a:lstStyle/>
      <a:p>
        <a:r>
          <a:rPr lang="en-US"/>
          <a:t>Evaluating impact on operations (support, jobs, interfaces, controls) is crucial for migration projects and for cutover planning</a:t>
        </a:r>
      </a:p>
    </p188:txBody>
  </p188:cm>
  <p188:cm id="{83683B51-DE3A-4096-AC49-C16AFDDB1D3E}" authorId="{83E67EE7-7CF5-7186-EDAF-AC49A82790CC}" created="2026-01-20T13:38:28.0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87343117" sldId="273"/>
      <ac:spMk id="6" creationId="{1AF95401-A8B3-F4C9-B43D-38876D5AB7E1}"/>
      <ac:txMk cp="678" len="51">
        <ac:context len="349" hash="2654016678"/>
      </ac:txMk>
    </ac:txMkLst>
    <p188:pos x="1503123" y="4822520"/>
    <p188:txBody>
      <a:bodyPr/>
      <a:lstStyle/>
      <a:p>
        <a:r>
          <a:rPr lang="en-US"/>
          <a:t>Once enablement is planned, creating training in Realize is a standard Activate deliverable</a:t>
        </a:r>
      </a:p>
    </p188:txBody>
  </p188:cm>
  <p188:cm id="{897418FD-633B-4554-8D27-567893E9F7A4}" authorId="{83E67EE7-7CF5-7186-EDAF-AC49A82790CC}" created="2026-01-20T13:39:50.6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87343117" sldId="273"/>
      <ac:spMk id="6" creationId="{1AF95401-A8B3-F4C9-B43D-38876D5AB7E1}"/>
      <ac:txMk cp="730" len="38">
        <ac:context len="349" hash="2654016678"/>
      </ac:txMk>
    </ac:txMkLst>
    <p188:pos x="1158657" y="5093917"/>
    <p188:txBody>
      <a:bodyPr/>
      <a:lstStyle/>
      <a:p>
        <a:r>
          <a:rPr lang="en-US"/>
          <a:t>S/4HANA Private Cloud expects Fiori‑based user experience; basic UX implementation (roles, catalogs, launchpad) is not optional and should be Mandatory</a:t>
        </a:r>
      </a:p>
    </p188:txBody>
  </p188:cm>
  <p188:cm id="{0A32DAD8-0175-4874-AACA-4A4C614E8305}" authorId="{83E67EE7-7CF5-7186-EDAF-AC49A82790CC}" created="2026-01-20T13:42:07.62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87343117" sldId="273"/>
      <ac:spMk id="6" creationId="{1AF95401-A8B3-F4C9-B43D-38876D5AB7E1}"/>
      <ac:txMk cp="769" len="46">
        <ac:context len="349" hash="2654016678"/>
      </ac:txMk>
    </ac:txMkLst>
    <p188:pos x="1158657" y="5501013"/>
    <p188:txBody>
      <a:bodyPr/>
      <a:lstStyle/>
      <a:p>
        <a:r>
          <a:rPr lang="en-US"/>
          <a:t>Setting up operational processes (monitoring, batch, interfaces, support model) is key for a stable Run phase and should be Mandatory</a:t>
        </a:r>
      </a:p>
    </p188:txBody>
  </p188:cm>
  <p188:cm id="{464ECC59-C223-4988-881E-BB12A8D11648}" authorId="{83E67EE7-7CF5-7186-EDAF-AC49A82790CC}" created="2026-01-20T13:50:44.4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87343117" sldId="273"/>
      <ac:spMk id="7" creationId="{6EA571CB-7B9C-DA43-89A7-CA8EFCF8FA50}"/>
      <ac:txMk cp="198">
        <ac:context len="106" hash="2585999792"/>
      </ac:txMk>
    </ac:txMkLst>
    <p188:pos x="855945" y="1753643"/>
    <p188:txBody>
      <a:bodyPr/>
      <a:lstStyle/>
      <a:p>
        <a:r>
          <a:rPr lang="en-US"/>
          <a:t>A technical and business cutover rehearsal is a widely recommended SAP practice for S/4HANA migrations and significantly reduces go‑live risk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82492D-0597-44FF-96E8-8656D69463D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409C5B4-2105-4821-B76B-8767AB8B4AAC}">
      <dgm:prSet phldrT="[Text]" custT="1"/>
      <dgm:spPr/>
      <dgm:t>
        <a:bodyPr/>
        <a:lstStyle/>
        <a:p>
          <a:r>
            <a:rPr lang="en-US" sz="1800"/>
            <a:t>Discover</a:t>
          </a:r>
        </a:p>
      </dgm:t>
    </dgm:pt>
    <dgm:pt modelId="{6EA14203-FB64-42C4-9E0E-E5E31CFE59DE}" type="parTrans" cxnId="{4F0E985E-7095-4566-B203-E48E894BFDBC}">
      <dgm:prSet/>
      <dgm:spPr/>
      <dgm:t>
        <a:bodyPr/>
        <a:lstStyle/>
        <a:p>
          <a:endParaRPr lang="en-US"/>
        </a:p>
      </dgm:t>
    </dgm:pt>
    <dgm:pt modelId="{6C09BFEA-7F97-41E5-B299-B93177924058}" type="sibTrans" cxnId="{4F0E985E-7095-4566-B203-E48E894BFDBC}">
      <dgm:prSet/>
      <dgm:spPr/>
      <dgm:t>
        <a:bodyPr/>
        <a:lstStyle/>
        <a:p>
          <a:endParaRPr lang="en-US"/>
        </a:p>
      </dgm:t>
    </dgm:pt>
    <dgm:pt modelId="{BD41FF71-88ED-47A8-B52B-21770C276489}">
      <dgm:prSet phldrT="[Text]" custT="1"/>
      <dgm:spPr/>
      <dgm:t>
        <a:bodyPr/>
        <a:lstStyle/>
        <a:p>
          <a:r>
            <a:rPr lang="en-US" sz="1800"/>
            <a:t>Prepare</a:t>
          </a:r>
        </a:p>
      </dgm:t>
    </dgm:pt>
    <dgm:pt modelId="{66431DC0-FF2B-465C-92DF-3C1EA96088AB}" type="parTrans" cxnId="{43A0E7CF-F706-45C4-B11A-7CCA23F22326}">
      <dgm:prSet/>
      <dgm:spPr/>
      <dgm:t>
        <a:bodyPr/>
        <a:lstStyle/>
        <a:p>
          <a:endParaRPr lang="en-US"/>
        </a:p>
      </dgm:t>
    </dgm:pt>
    <dgm:pt modelId="{EFB3664C-A40A-49C2-BA0B-E68FD04B2F25}" type="sibTrans" cxnId="{43A0E7CF-F706-45C4-B11A-7CCA23F22326}">
      <dgm:prSet/>
      <dgm:spPr/>
      <dgm:t>
        <a:bodyPr/>
        <a:lstStyle/>
        <a:p>
          <a:endParaRPr lang="en-US"/>
        </a:p>
      </dgm:t>
    </dgm:pt>
    <dgm:pt modelId="{EB75F02A-672B-478F-9756-D8E10BB32E0E}">
      <dgm:prSet phldrT="[Text]" custT="1"/>
      <dgm:spPr/>
      <dgm:t>
        <a:bodyPr/>
        <a:lstStyle/>
        <a:p>
          <a:r>
            <a:rPr lang="en-US" sz="1800"/>
            <a:t>Explore</a:t>
          </a:r>
        </a:p>
      </dgm:t>
    </dgm:pt>
    <dgm:pt modelId="{998FAF70-C124-4AEA-9F84-E0BF541CE5F7}" type="parTrans" cxnId="{362DD27D-6717-470C-95E7-E2D9F93BC02C}">
      <dgm:prSet/>
      <dgm:spPr/>
      <dgm:t>
        <a:bodyPr/>
        <a:lstStyle/>
        <a:p>
          <a:endParaRPr lang="en-US"/>
        </a:p>
      </dgm:t>
    </dgm:pt>
    <dgm:pt modelId="{9CCDE8B8-9EB2-4EC9-9B86-A6B847E16E37}" type="sibTrans" cxnId="{362DD27D-6717-470C-95E7-E2D9F93BC02C}">
      <dgm:prSet/>
      <dgm:spPr/>
      <dgm:t>
        <a:bodyPr/>
        <a:lstStyle/>
        <a:p>
          <a:endParaRPr lang="en-US"/>
        </a:p>
      </dgm:t>
    </dgm:pt>
    <dgm:pt modelId="{E99ADF26-CA65-4807-B8BB-998F006469B1}">
      <dgm:prSet phldrT="[Text]" custT="1"/>
      <dgm:spPr/>
      <dgm:t>
        <a:bodyPr/>
        <a:lstStyle/>
        <a:p>
          <a:r>
            <a:rPr lang="en-US" sz="1800"/>
            <a:t>Realize</a:t>
          </a:r>
        </a:p>
      </dgm:t>
    </dgm:pt>
    <dgm:pt modelId="{ED5D3301-EA13-42EF-84A0-4269A3775D46}" type="parTrans" cxnId="{738F8BEB-31BB-452F-BB65-302E434AFCEF}">
      <dgm:prSet/>
      <dgm:spPr/>
      <dgm:t>
        <a:bodyPr/>
        <a:lstStyle/>
        <a:p>
          <a:endParaRPr lang="en-US"/>
        </a:p>
      </dgm:t>
    </dgm:pt>
    <dgm:pt modelId="{52C50E55-4C89-432C-A9A1-4DD0C70FB84B}" type="sibTrans" cxnId="{738F8BEB-31BB-452F-BB65-302E434AFCEF}">
      <dgm:prSet/>
      <dgm:spPr/>
      <dgm:t>
        <a:bodyPr/>
        <a:lstStyle/>
        <a:p>
          <a:endParaRPr lang="en-US"/>
        </a:p>
      </dgm:t>
    </dgm:pt>
    <dgm:pt modelId="{8A9E0C3A-A27F-41B3-ADE3-3DB36F435B1F}">
      <dgm:prSet phldrT="[Text]" custT="1"/>
      <dgm:spPr/>
      <dgm:t>
        <a:bodyPr/>
        <a:lstStyle/>
        <a:p>
          <a:r>
            <a:rPr lang="en-US" sz="1800"/>
            <a:t>Deploy</a:t>
          </a:r>
        </a:p>
      </dgm:t>
    </dgm:pt>
    <dgm:pt modelId="{38565BBE-EFBE-4D0E-9421-53DEA94F6651}" type="parTrans" cxnId="{DA79A7F6-C400-4691-9676-37E7B9C924BA}">
      <dgm:prSet/>
      <dgm:spPr/>
      <dgm:t>
        <a:bodyPr/>
        <a:lstStyle/>
        <a:p>
          <a:endParaRPr lang="en-US"/>
        </a:p>
      </dgm:t>
    </dgm:pt>
    <dgm:pt modelId="{51E1BE0D-F3F6-480B-B1AC-55BB38170FBF}" type="sibTrans" cxnId="{DA79A7F6-C400-4691-9676-37E7B9C924BA}">
      <dgm:prSet/>
      <dgm:spPr/>
      <dgm:t>
        <a:bodyPr/>
        <a:lstStyle/>
        <a:p>
          <a:endParaRPr lang="en-US"/>
        </a:p>
      </dgm:t>
    </dgm:pt>
    <dgm:pt modelId="{4926F4D4-FB55-4E9C-885D-AADCC98398FA}">
      <dgm:prSet phldrT="[Text]" custT="1"/>
      <dgm:spPr/>
      <dgm:t>
        <a:bodyPr/>
        <a:lstStyle/>
        <a:p>
          <a:r>
            <a:rPr lang="en-US" sz="1800"/>
            <a:t>Run</a:t>
          </a:r>
        </a:p>
      </dgm:t>
    </dgm:pt>
    <dgm:pt modelId="{2CE2A1BA-B205-4B19-A223-AA30FAF3DBCB}" type="parTrans" cxnId="{CE9C8C4F-379A-48C4-8572-A80B54C95245}">
      <dgm:prSet/>
      <dgm:spPr/>
      <dgm:t>
        <a:bodyPr/>
        <a:lstStyle/>
        <a:p>
          <a:endParaRPr lang="en-US"/>
        </a:p>
      </dgm:t>
    </dgm:pt>
    <dgm:pt modelId="{C8C486E0-7311-485C-85D9-36A35D614B68}" type="sibTrans" cxnId="{CE9C8C4F-379A-48C4-8572-A80B54C95245}">
      <dgm:prSet/>
      <dgm:spPr/>
      <dgm:t>
        <a:bodyPr/>
        <a:lstStyle/>
        <a:p>
          <a:endParaRPr lang="en-US"/>
        </a:p>
      </dgm:t>
    </dgm:pt>
    <dgm:pt modelId="{43895676-18BE-473A-8720-79E361FD4580}" type="pres">
      <dgm:prSet presAssocID="{5C82492D-0597-44FF-96E8-8656D69463DE}" presName="Name0" presStyleCnt="0">
        <dgm:presLayoutVars>
          <dgm:dir/>
          <dgm:animLvl val="lvl"/>
          <dgm:resizeHandles val="exact"/>
        </dgm:presLayoutVars>
      </dgm:prSet>
      <dgm:spPr/>
    </dgm:pt>
    <dgm:pt modelId="{F702BE47-8DD2-4DEB-A91B-1BCF5A1167FD}" type="pres">
      <dgm:prSet presAssocID="{B409C5B4-2105-4821-B76B-8767AB8B4AAC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F27E4050-36E6-4219-99AB-046DFDB7D0F3}" type="pres">
      <dgm:prSet presAssocID="{6C09BFEA-7F97-41E5-B299-B93177924058}" presName="parTxOnlySpace" presStyleCnt="0"/>
      <dgm:spPr/>
    </dgm:pt>
    <dgm:pt modelId="{4E17AC9C-6F94-4064-A064-B8CF3DD921DE}" type="pres">
      <dgm:prSet presAssocID="{BD41FF71-88ED-47A8-B52B-21770C276489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BC80D412-F586-4842-BDB7-7EC04D433335}" type="pres">
      <dgm:prSet presAssocID="{EFB3664C-A40A-49C2-BA0B-E68FD04B2F25}" presName="parTxOnlySpace" presStyleCnt="0"/>
      <dgm:spPr/>
    </dgm:pt>
    <dgm:pt modelId="{02FC48F8-68FF-4869-9029-85A6FA3F2CE4}" type="pres">
      <dgm:prSet presAssocID="{EB75F02A-672B-478F-9756-D8E10BB32E0E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CA67EAB5-5B67-4F66-93F3-DD656A09D282}" type="pres">
      <dgm:prSet presAssocID="{9CCDE8B8-9EB2-4EC9-9B86-A6B847E16E37}" presName="parTxOnlySpace" presStyleCnt="0"/>
      <dgm:spPr/>
    </dgm:pt>
    <dgm:pt modelId="{494A05A8-24E6-4389-975F-23CE0C5247FE}" type="pres">
      <dgm:prSet presAssocID="{E99ADF26-CA65-4807-B8BB-998F006469B1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2C177DBE-8827-498A-A9C5-5B6445D74326}" type="pres">
      <dgm:prSet presAssocID="{52C50E55-4C89-432C-A9A1-4DD0C70FB84B}" presName="parTxOnlySpace" presStyleCnt="0"/>
      <dgm:spPr/>
    </dgm:pt>
    <dgm:pt modelId="{FEC85A4A-A447-41D5-A47B-598FA8384B45}" type="pres">
      <dgm:prSet presAssocID="{8A9E0C3A-A27F-41B3-ADE3-3DB36F435B1F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6F9BEF66-4C00-4A47-92D4-265AD31A4F30}" type="pres">
      <dgm:prSet presAssocID="{51E1BE0D-F3F6-480B-B1AC-55BB38170FBF}" presName="parTxOnlySpace" presStyleCnt="0"/>
      <dgm:spPr/>
    </dgm:pt>
    <dgm:pt modelId="{52BC54DF-E04C-45BB-8F8E-819397643DF0}" type="pres">
      <dgm:prSet presAssocID="{4926F4D4-FB55-4E9C-885D-AADCC98398FA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A4103120-3F75-483E-A104-5A87B14E2FC1}" type="presOf" srcId="{B409C5B4-2105-4821-B76B-8767AB8B4AAC}" destId="{F702BE47-8DD2-4DEB-A91B-1BCF5A1167FD}" srcOrd="0" destOrd="0" presId="urn:microsoft.com/office/officeart/2005/8/layout/chevron1"/>
    <dgm:cxn modelId="{A6379A24-8A1C-49A0-B94C-70963A79CC7A}" type="presOf" srcId="{5C82492D-0597-44FF-96E8-8656D69463DE}" destId="{43895676-18BE-473A-8720-79E361FD4580}" srcOrd="0" destOrd="0" presId="urn:microsoft.com/office/officeart/2005/8/layout/chevron1"/>
    <dgm:cxn modelId="{DAE6D938-CA0E-4AE7-9C0D-765A256D574E}" type="presOf" srcId="{BD41FF71-88ED-47A8-B52B-21770C276489}" destId="{4E17AC9C-6F94-4064-A064-B8CF3DD921DE}" srcOrd="0" destOrd="0" presId="urn:microsoft.com/office/officeart/2005/8/layout/chevron1"/>
    <dgm:cxn modelId="{4F0E985E-7095-4566-B203-E48E894BFDBC}" srcId="{5C82492D-0597-44FF-96E8-8656D69463DE}" destId="{B409C5B4-2105-4821-B76B-8767AB8B4AAC}" srcOrd="0" destOrd="0" parTransId="{6EA14203-FB64-42C4-9E0E-E5E31CFE59DE}" sibTransId="{6C09BFEA-7F97-41E5-B299-B93177924058}"/>
    <dgm:cxn modelId="{09A50E60-A7A1-45F3-971B-B0451D354207}" type="presOf" srcId="{8A9E0C3A-A27F-41B3-ADE3-3DB36F435B1F}" destId="{FEC85A4A-A447-41D5-A47B-598FA8384B45}" srcOrd="0" destOrd="0" presId="urn:microsoft.com/office/officeart/2005/8/layout/chevron1"/>
    <dgm:cxn modelId="{CE9C8C4F-379A-48C4-8572-A80B54C95245}" srcId="{5C82492D-0597-44FF-96E8-8656D69463DE}" destId="{4926F4D4-FB55-4E9C-885D-AADCC98398FA}" srcOrd="5" destOrd="0" parTransId="{2CE2A1BA-B205-4B19-A223-AA30FAF3DBCB}" sibTransId="{C8C486E0-7311-485C-85D9-36A35D614B68}"/>
    <dgm:cxn modelId="{362DD27D-6717-470C-95E7-E2D9F93BC02C}" srcId="{5C82492D-0597-44FF-96E8-8656D69463DE}" destId="{EB75F02A-672B-478F-9756-D8E10BB32E0E}" srcOrd="2" destOrd="0" parTransId="{998FAF70-C124-4AEA-9F84-E0BF541CE5F7}" sibTransId="{9CCDE8B8-9EB2-4EC9-9B86-A6B847E16E37}"/>
    <dgm:cxn modelId="{0804D198-B061-43DC-BD70-BFACC07F1FF9}" type="presOf" srcId="{4926F4D4-FB55-4E9C-885D-AADCC98398FA}" destId="{52BC54DF-E04C-45BB-8F8E-819397643DF0}" srcOrd="0" destOrd="0" presId="urn:microsoft.com/office/officeart/2005/8/layout/chevron1"/>
    <dgm:cxn modelId="{CE95DB9C-C616-4C40-AB72-09908C3AA44F}" type="presOf" srcId="{EB75F02A-672B-478F-9756-D8E10BB32E0E}" destId="{02FC48F8-68FF-4869-9029-85A6FA3F2CE4}" srcOrd="0" destOrd="0" presId="urn:microsoft.com/office/officeart/2005/8/layout/chevron1"/>
    <dgm:cxn modelId="{43A0E7CF-F706-45C4-B11A-7CCA23F22326}" srcId="{5C82492D-0597-44FF-96E8-8656D69463DE}" destId="{BD41FF71-88ED-47A8-B52B-21770C276489}" srcOrd="1" destOrd="0" parTransId="{66431DC0-FF2B-465C-92DF-3C1EA96088AB}" sibTransId="{EFB3664C-A40A-49C2-BA0B-E68FD04B2F25}"/>
    <dgm:cxn modelId="{506EEDD4-AEE6-46FB-95DA-49070620DFE0}" type="presOf" srcId="{E99ADF26-CA65-4807-B8BB-998F006469B1}" destId="{494A05A8-24E6-4389-975F-23CE0C5247FE}" srcOrd="0" destOrd="0" presId="urn:microsoft.com/office/officeart/2005/8/layout/chevron1"/>
    <dgm:cxn modelId="{738F8BEB-31BB-452F-BB65-302E434AFCEF}" srcId="{5C82492D-0597-44FF-96E8-8656D69463DE}" destId="{E99ADF26-CA65-4807-B8BB-998F006469B1}" srcOrd="3" destOrd="0" parTransId="{ED5D3301-EA13-42EF-84A0-4269A3775D46}" sibTransId="{52C50E55-4C89-432C-A9A1-4DD0C70FB84B}"/>
    <dgm:cxn modelId="{DA79A7F6-C400-4691-9676-37E7B9C924BA}" srcId="{5C82492D-0597-44FF-96E8-8656D69463DE}" destId="{8A9E0C3A-A27F-41B3-ADE3-3DB36F435B1F}" srcOrd="4" destOrd="0" parTransId="{38565BBE-EFBE-4D0E-9421-53DEA94F6651}" sibTransId="{51E1BE0D-F3F6-480B-B1AC-55BB38170FBF}"/>
    <dgm:cxn modelId="{3C0425A2-F928-48A4-ABD9-B75D02EAE8A2}" type="presParOf" srcId="{43895676-18BE-473A-8720-79E361FD4580}" destId="{F702BE47-8DD2-4DEB-A91B-1BCF5A1167FD}" srcOrd="0" destOrd="0" presId="urn:microsoft.com/office/officeart/2005/8/layout/chevron1"/>
    <dgm:cxn modelId="{A763FD12-9DF7-4FCA-9FAF-588183B74082}" type="presParOf" srcId="{43895676-18BE-473A-8720-79E361FD4580}" destId="{F27E4050-36E6-4219-99AB-046DFDB7D0F3}" srcOrd="1" destOrd="0" presId="urn:microsoft.com/office/officeart/2005/8/layout/chevron1"/>
    <dgm:cxn modelId="{FEFD6632-5EE4-4897-9DA3-C6E76C59C611}" type="presParOf" srcId="{43895676-18BE-473A-8720-79E361FD4580}" destId="{4E17AC9C-6F94-4064-A064-B8CF3DD921DE}" srcOrd="2" destOrd="0" presId="urn:microsoft.com/office/officeart/2005/8/layout/chevron1"/>
    <dgm:cxn modelId="{204D63C7-0520-405F-A76E-A003B95B5F7D}" type="presParOf" srcId="{43895676-18BE-473A-8720-79E361FD4580}" destId="{BC80D412-F586-4842-BDB7-7EC04D433335}" srcOrd="3" destOrd="0" presId="urn:microsoft.com/office/officeart/2005/8/layout/chevron1"/>
    <dgm:cxn modelId="{BBC586EA-6CC2-45EF-8A3D-0536C5F51A3B}" type="presParOf" srcId="{43895676-18BE-473A-8720-79E361FD4580}" destId="{02FC48F8-68FF-4869-9029-85A6FA3F2CE4}" srcOrd="4" destOrd="0" presId="urn:microsoft.com/office/officeart/2005/8/layout/chevron1"/>
    <dgm:cxn modelId="{C4DF4302-A1E5-4D3C-A0E6-0DB2411A4F77}" type="presParOf" srcId="{43895676-18BE-473A-8720-79E361FD4580}" destId="{CA67EAB5-5B67-4F66-93F3-DD656A09D282}" srcOrd="5" destOrd="0" presId="urn:microsoft.com/office/officeart/2005/8/layout/chevron1"/>
    <dgm:cxn modelId="{6F3CFA1C-1076-4B8C-8CF1-D9E826726B7A}" type="presParOf" srcId="{43895676-18BE-473A-8720-79E361FD4580}" destId="{494A05A8-24E6-4389-975F-23CE0C5247FE}" srcOrd="6" destOrd="0" presId="urn:microsoft.com/office/officeart/2005/8/layout/chevron1"/>
    <dgm:cxn modelId="{5207F5E1-C8A3-4FA8-9A3E-3F1C5D41E1D8}" type="presParOf" srcId="{43895676-18BE-473A-8720-79E361FD4580}" destId="{2C177DBE-8827-498A-A9C5-5B6445D74326}" srcOrd="7" destOrd="0" presId="urn:microsoft.com/office/officeart/2005/8/layout/chevron1"/>
    <dgm:cxn modelId="{B9D1E6E9-0640-4622-B726-AED3EC67734A}" type="presParOf" srcId="{43895676-18BE-473A-8720-79E361FD4580}" destId="{FEC85A4A-A447-41D5-A47B-598FA8384B45}" srcOrd="8" destOrd="0" presId="urn:microsoft.com/office/officeart/2005/8/layout/chevron1"/>
    <dgm:cxn modelId="{D94F3D2D-D713-447D-BD28-E7AB5C38B81B}" type="presParOf" srcId="{43895676-18BE-473A-8720-79E361FD4580}" destId="{6F9BEF66-4C00-4A47-92D4-265AD31A4F30}" srcOrd="9" destOrd="0" presId="urn:microsoft.com/office/officeart/2005/8/layout/chevron1"/>
    <dgm:cxn modelId="{A0749D6A-34E8-4FE2-A57A-3AE16BD7C0F7}" type="presParOf" srcId="{43895676-18BE-473A-8720-79E361FD4580}" destId="{52BC54DF-E04C-45BB-8F8E-819397643DF0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82492D-0597-44FF-96E8-8656D69463D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409C5B4-2105-4821-B76B-8767AB8B4AAC}">
      <dgm:prSet phldrT="[Text]" custT="1"/>
      <dgm:spPr/>
      <dgm:t>
        <a:bodyPr/>
        <a:lstStyle/>
        <a:p>
          <a:r>
            <a:rPr lang="ja-JP" altLang="en-US" sz="1800"/>
            <a:t>発見する</a:t>
          </a:r>
          <a:endParaRPr lang="en-US"/>
        </a:p>
      </dgm:t>
    </dgm:pt>
    <dgm:pt modelId="{6EA14203-FB64-42C4-9E0E-E5E31CFE59DE}" type="parTrans" cxnId="{4F0E985E-7095-4566-B203-E48E894BFDBC}">
      <dgm:prSet/>
      <dgm:spPr/>
      <dgm:t>
        <a:bodyPr/>
        <a:lstStyle/>
        <a:p>
          <a:endParaRPr lang="en-US"/>
        </a:p>
      </dgm:t>
    </dgm:pt>
    <dgm:pt modelId="{6C09BFEA-7F97-41E5-B299-B93177924058}" type="sibTrans" cxnId="{4F0E985E-7095-4566-B203-E48E894BFDBC}">
      <dgm:prSet/>
      <dgm:spPr/>
      <dgm:t>
        <a:bodyPr/>
        <a:lstStyle/>
        <a:p>
          <a:endParaRPr lang="en-US"/>
        </a:p>
      </dgm:t>
    </dgm:pt>
    <dgm:pt modelId="{BD41FF71-88ED-47A8-B52B-21770C276489}">
      <dgm:prSet phldrT="[Text]" custT="1"/>
      <dgm:spPr/>
      <dgm:t>
        <a:bodyPr/>
        <a:lstStyle/>
        <a:p>
          <a:r>
            <a:rPr lang="ja-JP" altLang="en-US" sz="1800"/>
            <a:t>準備する</a:t>
          </a:r>
          <a:endParaRPr lang="en-US" sz="1800"/>
        </a:p>
      </dgm:t>
    </dgm:pt>
    <dgm:pt modelId="{66431DC0-FF2B-465C-92DF-3C1EA96088AB}" type="parTrans" cxnId="{43A0E7CF-F706-45C4-B11A-7CCA23F22326}">
      <dgm:prSet/>
      <dgm:spPr/>
      <dgm:t>
        <a:bodyPr/>
        <a:lstStyle/>
        <a:p>
          <a:endParaRPr lang="en-US"/>
        </a:p>
      </dgm:t>
    </dgm:pt>
    <dgm:pt modelId="{EFB3664C-A40A-49C2-BA0B-E68FD04B2F25}" type="sibTrans" cxnId="{43A0E7CF-F706-45C4-B11A-7CCA23F22326}">
      <dgm:prSet/>
      <dgm:spPr/>
      <dgm:t>
        <a:bodyPr/>
        <a:lstStyle/>
        <a:p>
          <a:endParaRPr lang="en-US"/>
        </a:p>
      </dgm:t>
    </dgm:pt>
    <dgm:pt modelId="{EB75F02A-672B-478F-9756-D8E10BB32E0E}">
      <dgm:prSet phldrT="[Text]" custT="1"/>
      <dgm:spPr/>
      <dgm:t>
        <a:bodyPr/>
        <a:lstStyle/>
        <a:p>
          <a:r>
            <a:rPr lang="ja-JP" altLang="en-US" sz="1800"/>
            <a:t>探求する</a:t>
          </a:r>
          <a:endParaRPr lang="en-US" sz="1800"/>
        </a:p>
      </dgm:t>
    </dgm:pt>
    <dgm:pt modelId="{998FAF70-C124-4AEA-9F84-E0BF541CE5F7}" type="parTrans" cxnId="{362DD27D-6717-470C-95E7-E2D9F93BC02C}">
      <dgm:prSet/>
      <dgm:spPr/>
      <dgm:t>
        <a:bodyPr/>
        <a:lstStyle/>
        <a:p>
          <a:endParaRPr lang="en-US"/>
        </a:p>
      </dgm:t>
    </dgm:pt>
    <dgm:pt modelId="{9CCDE8B8-9EB2-4EC9-9B86-A6B847E16E37}" type="sibTrans" cxnId="{362DD27D-6717-470C-95E7-E2D9F93BC02C}">
      <dgm:prSet/>
      <dgm:spPr/>
      <dgm:t>
        <a:bodyPr/>
        <a:lstStyle/>
        <a:p>
          <a:endParaRPr lang="en-US"/>
        </a:p>
      </dgm:t>
    </dgm:pt>
    <dgm:pt modelId="{E99ADF26-CA65-4807-B8BB-998F006469B1}">
      <dgm:prSet phldrT="[Text]" custT="1"/>
      <dgm:spPr/>
      <dgm:t>
        <a:bodyPr/>
        <a:lstStyle/>
        <a:p>
          <a:r>
            <a:rPr lang="ja-JP" altLang="en-US" sz="1800"/>
            <a:t>実現する</a:t>
          </a:r>
          <a:endParaRPr lang="en-US" sz="1800"/>
        </a:p>
      </dgm:t>
    </dgm:pt>
    <dgm:pt modelId="{ED5D3301-EA13-42EF-84A0-4269A3775D46}" type="parTrans" cxnId="{738F8BEB-31BB-452F-BB65-302E434AFCEF}">
      <dgm:prSet/>
      <dgm:spPr/>
      <dgm:t>
        <a:bodyPr/>
        <a:lstStyle/>
        <a:p>
          <a:endParaRPr lang="en-US"/>
        </a:p>
      </dgm:t>
    </dgm:pt>
    <dgm:pt modelId="{52C50E55-4C89-432C-A9A1-4DD0C70FB84B}" type="sibTrans" cxnId="{738F8BEB-31BB-452F-BB65-302E434AFCEF}">
      <dgm:prSet/>
      <dgm:spPr/>
      <dgm:t>
        <a:bodyPr/>
        <a:lstStyle/>
        <a:p>
          <a:endParaRPr lang="en-US"/>
        </a:p>
      </dgm:t>
    </dgm:pt>
    <dgm:pt modelId="{8A9E0C3A-A27F-41B3-ADE3-3DB36F435B1F}">
      <dgm:prSet phldrT="[Text]" custT="1"/>
      <dgm:spPr/>
      <dgm:t>
        <a:bodyPr/>
        <a:lstStyle/>
        <a:p>
          <a:r>
            <a:rPr lang="ja-JP" altLang="en-US" sz="1800"/>
            <a:t>デプロイ</a:t>
          </a:r>
          <a:endParaRPr lang="en-US" sz="1800"/>
        </a:p>
      </dgm:t>
    </dgm:pt>
    <dgm:pt modelId="{38565BBE-EFBE-4D0E-9421-53DEA94F6651}" type="parTrans" cxnId="{DA79A7F6-C400-4691-9676-37E7B9C924BA}">
      <dgm:prSet/>
      <dgm:spPr/>
      <dgm:t>
        <a:bodyPr/>
        <a:lstStyle/>
        <a:p>
          <a:endParaRPr lang="en-US"/>
        </a:p>
      </dgm:t>
    </dgm:pt>
    <dgm:pt modelId="{51E1BE0D-F3F6-480B-B1AC-55BB38170FBF}" type="sibTrans" cxnId="{DA79A7F6-C400-4691-9676-37E7B9C924BA}">
      <dgm:prSet/>
      <dgm:spPr/>
      <dgm:t>
        <a:bodyPr/>
        <a:lstStyle/>
        <a:p>
          <a:endParaRPr lang="en-US"/>
        </a:p>
      </dgm:t>
    </dgm:pt>
    <dgm:pt modelId="{4926F4D4-FB55-4E9C-885D-AADCC98398FA}">
      <dgm:prSet phldrT="[Text]" custT="1"/>
      <dgm:spPr/>
      <dgm:t>
        <a:bodyPr/>
        <a:lstStyle/>
        <a:p>
          <a:r>
            <a:rPr lang="ja-JP" altLang="en-US" sz="1800"/>
            <a:t>走る</a:t>
          </a:r>
          <a:endParaRPr lang="en-US" sz="1800"/>
        </a:p>
      </dgm:t>
    </dgm:pt>
    <dgm:pt modelId="{2CE2A1BA-B205-4B19-A223-AA30FAF3DBCB}" type="parTrans" cxnId="{CE9C8C4F-379A-48C4-8572-A80B54C95245}">
      <dgm:prSet/>
      <dgm:spPr/>
      <dgm:t>
        <a:bodyPr/>
        <a:lstStyle/>
        <a:p>
          <a:endParaRPr lang="en-US"/>
        </a:p>
      </dgm:t>
    </dgm:pt>
    <dgm:pt modelId="{C8C486E0-7311-485C-85D9-36A35D614B68}" type="sibTrans" cxnId="{CE9C8C4F-379A-48C4-8572-A80B54C95245}">
      <dgm:prSet/>
      <dgm:spPr/>
      <dgm:t>
        <a:bodyPr/>
        <a:lstStyle/>
        <a:p>
          <a:endParaRPr lang="en-US"/>
        </a:p>
      </dgm:t>
    </dgm:pt>
    <dgm:pt modelId="{43895676-18BE-473A-8720-79E361FD4580}" type="pres">
      <dgm:prSet presAssocID="{5C82492D-0597-44FF-96E8-8656D69463DE}" presName="Name0" presStyleCnt="0">
        <dgm:presLayoutVars>
          <dgm:dir/>
          <dgm:animLvl val="lvl"/>
          <dgm:resizeHandles val="exact"/>
        </dgm:presLayoutVars>
      </dgm:prSet>
      <dgm:spPr/>
    </dgm:pt>
    <dgm:pt modelId="{F702BE47-8DD2-4DEB-A91B-1BCF5A1167FD}" type="pres">
      <dgm:prSet presAssocID="{B409C5B4-2105-4821-B76B-8767AB8B4AAC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F27E4050-36E6-4219-99AB-046DFDB7D0F3}" type="pres">
      <dgm:prSet presAssocID="{6C09BFEA-7F97-41E5-B299-B93177924058}" presName="parTxOnlySpace" presStyleCnt="0"/>
      <dgm:spPr/>
    </dgm:pt>
    <dgm:pt modelId="{4E17AC9C-6F94-4064-A064-B8CF3DD921DE}" type="pres">
      <dgm:prSet presAssocID="{BD41FF71-88ED-47A8-B52B-21770C276489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BC80D412-F586-4842-BDB7-7EC04D433335}" type="pres">
      <dgm:prSet presAssocID="{EFB3664C-A40A-49C2-BA0B-E68FD04B2F25}" presName="parTxOnlySpace" presStyleCnt="0"/>
      <dgm:spPr/>
    </dgm:pt>
    <dgm:pt modelId="{02FC48F8-68FF-4869-9029-85A6FA3F2CE4}" type="pres">
      <dgm:prSet presAssocID="{EB75F02A-672B-478F-9756-D8E10BB32E0E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CA67EAB5-5B67-4F66-93F3-DD656A09D282}" type="pres">
      <dgm:prSet presAssocID="{9CCDE8B8-9EB2-4EC9-9B86-A6B847E16E37}" presName="parTxOnlySpace" presStyleCnt="0"/>
      <dgm:spPr/>
    </dgm:pt>
    <dgm:pt modelId="{494A05A8-24E6-4389-975F-23CE0C5247FE}" type="pres">
      <dgm:prSet presAssocID="{E99ADF26-CA65-4807-B8BB-998F006469B1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2C177DBE-8827-498A-A9C5-5B6445D74326}" type="pres">
      <dgm:prSet presAssocID="{52C50E55-4C89-432C-A9A1-4DD0C70FB84B}" presName="parTxOnlySpace" presStyleCnt="0"/>
      <dgm:spPr/>
    </dgm:pt>
    <dgm:pt modelId="{FEC85A4A-A447-41D5-A47B-598FA8384B45}" type="pres">
      <dgm:prSet presAssocID="{8A9E0C3A-A27F-41B3-ADE3-3DB36F435B1F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6F9BEF66-4C00-4A47-92D4-265AD31A4F30}" type="pres">
      <dgm:prSet presAssocID="{51E1BE0D-F3F6-480B-B1AC-55BB38170FBF}" presName="parTxOnlySpace" presStyleCnt="0"/>
      <dgm:spPr/>
    </dgm:pt>
    <dgm:pt modelId="{52BC54DF-E04C-45BB-8F8E-819397643DF0}" type="pres">
      <dgm:prSet presAssocID="{4926F4D4-FB55-4E9C-885D-AADCC98398FA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A4103120-3F75-483E-A104-5A87B14E2FC1}" type="presOf" srcId="{B409C5B4-2105-4821-B76B-8767AB8B4AAC}" destId="{F702BE47-8DD2-4DEB-A91B-1BCF5A1167FD}" srcOrd="0" destOrd="0" presId="urn:microsoft.com/office/officeart/2005/8/layout/chevron1"/>
    <dgm:cxn modelId="{A6379A24-8A1C-49A0-B94C-70963A79CC7A}" type="presOf" srcId="{5C82492D-0597-44FF-96E8-8656D69463DE}" destId="{43895676-18BE-473A-8720-79E361FD4580}" srcOrd="0" destOrd="0" presId="urn:microsoft.com/office/officeart/2005/8/layout/chevron1"/>
    <dgm:cxn modelId="{DAE6D938-CA0E-4AE7-9C0D-765A256D574E}" type="presOf" srcId="{BD41FF71-88ED-47A8-B52B-21770C276489}" destId="{4E17AC9C-6F94-4064-A064-B8CF3DD921DE}" srcOrd="0" destOrd="0" presId="urn:microsoft.com/office/officeart/2005/8/layout/chevron1"/>
    <dgm:cxn modelId="{4F0E985E-7095-4566-B203-E48E894BFDBC}" srcId="{5C82492D-0597-44FF-96E8-8656D69463DE}" destId="{B409C5B4-2105-4821-B76B-8767AB8B4AAC}" srcOrd="0" destOrd="0" parTransId="{6EA14203-FB64-42C4-9E0E-E5E31CFE59DE}" sibTransId="{6C09BFEA-7F97-41E5-B299-B93177924058}"/>
    <dgm:cxn modelId="{09A50E60-A7A1-45F3-971B-B0451D354207}" type="presOf" srcId="{8A9E0C3A-A27F-41B3-ADE3-3DB36F435B1F}" destId="{FEC85A4A-A447-41D5-A47B-598FA8384B45}" srcOrd="0" destOrd="0" presId="urn:microsoft.com/office/officeart/2005/8/layout/chevron1"/>
    <dgm:cxn modelId="{CE9C8C4F-379A-48C4-8572-A80B54C95245}" srcId="{5C82492D-0597-44FF-96E8-8656D69463DE}" destId="{4926F4D4-FB55-4E9C-885D-AADCC98398FA}" srcOrd="5" destOrd="0" parTransId="{2CE2A1BA-B205-4B19-A223-AA30FAF3DBCB}" sibTransId="{C8C486E0-7311-485C-85D9-36A35D614B68}"/>
    <dgm:cxn modelId="{362DD27D-6717-470C-95E7-E2D9F93BC02C}" srcId="{5C82492D-0597-44FF-96E8-8656D69463DE}" destId="{EB75F02A-672B-478F-9756-D8E10BB32E0E}" srcOrd="2" destOrd="0" parTransId="{998FAF70-C124-4AEA-9F84-E0BF541CE5F7}" sibTransId="{9CCDE8B8-9EB2-4EC9-9B86-A6B847E16E37}"/>
    <dgm:cxn modelId="{0804D198-B061-43DC-BD70-BFACC07F1FF9}" type="presOf" srcId="{4926F4D4-FB55-4E9C-885D-AADCC98398FA}" destId="{52BC54DF-E04C-45BB-8F8E-819397643DF0}" srcOrd="0" destOrd="0" presId="urn:microsoft.com/office/officeart/2005/8/layout/chevron1"/>
    <dgm:cxn modelId="{CE95DB9C-C616-4C40-AB72-09908C3AA44F}" type="presOf" srcId="{EB75F02A-672B-478F-9756-D8E10BB32E0E}" destId="{02FC48F8-68FF-4869-9029-85A6FA3F2CE4}" srcOrd="0" destOrd="0" presId="urn:microsoft.com/office/officeart/2005/8/layout/chevron1"/>
    <dgm:cxn modelId="{43A0E7CF-F706-45C4-B11A-7CCA23F22326}" srcId="{5C82492D-0597-44FF-96E8-8656D69463DE}" destId="{BD41FF71-88ED-47A8-B52B-21770C276489}" srcOrd="1" destOrd="0" parTransId="{66431DC0-FF2B-465C-92DF-3C1EA96088AB}" sibTransId="{EFB3664C-A40A-49C2-BA0B-E68FD04B2F25}"/>
    <dgm:cxn modelId="{506EEDD4-AEE6-46FB-95DA-49070620DFE0}" type="presOf" srcId="{E99ADF26-CA65-4807-B8BB-998F006469B1}" destId="{494A05A8-24E6-4389-975F-23CE0C5247FE}" srcOrd="0" destOrd="0" presId="urn:microsoft.com/office/officeart/2005/8/layout/chevron1"/>
    <dgm:cxn modelId="{738F8BEB-31BB-452F-BB65-302E434AFCEF}" srcId="{5C82492D-0597-44FF-96E8-8656D69463DE}" destId="{E99ADF26-CA65-4807-B8BB-998F006469B1}" srcOrd="3" destOrd="0" parTransId="{ED5D3301-EA13-42EF-84A0-4269A3775D46}" sibTransId="{52C50E55-4C89-432C-A9A1-4DD0C70FB84B}"/>
    <dgm:cxn modelId="{DA79A7F6-C400-4691-9676-37E7B9C924BA}" srcId="{5C82492D-0597-44FF-96E8-8656D69463DE}" destId="{8A9E0C3A-A27F-41B3-ADE3-3DB36F435B1F}" srcOrd="4" destOrd="0" parTransId="{38565BBE-EFBE-4D0E-9421-53DEA94F6651}" sibTransId="{51E1BE0D-F3F6-480B-B1AC-55BB38170FBF}"/>
    <dgm:cxn modelId="{3C0425A2-F928-48A4-ABD9-B75D02EAE8A2}" type="presParOf" srcId="{43895676-18BE-473A-8720-79E361FD4580}" destId="{F702BE47-8DD2-4DEB-A91B-1BCF5A1167FD}" srcOrd="0" destOrd="0" presId="urn:microsoft.com/office/officeart/2005/8/layout/chevron1"/>
    <dgm:cxn modelId="{A763FD12-9DF7-4FCA-9FAF-588183B74082}" type="presParOf" srcId="{43895676-18BE-473A-8720-79E361FD4580}" destId="{F27E4050-36E6-4219-99AB-046DFDB7D0F3}" srcOrd="1" destOrd="0" presId="urn:microsoft.com/office/officeart/2005/8/layout/chevron1"/>
    <dgm:cxn modelId="{FEFD6632-5EE4-4897-9DA3-C6E76C59C611}" type="presParOf" srcId="{43895676-18BE-473A-8720-79E361FD4580}" destId="{4E17AC9C-6F94-4064-A064-B8CF3DD921DE}" srcOrd="2" destOrd="0" presId="urn:microsoft.com/office/officeart/2005/8/layout/chevron1"/>
    <dgm:cxn modelId="{204D63C7-0520-405F-A76E-A003B95B5F7D}" type="presParOf" srcId="{43895676-18BE-473A-8720-79E361FD4580}" destId="{BC80D412-F586-4842-BDB7-7EC04D433335}" srcOrd="3" destOrd="0" presId="urn:microsoft.com/office/officeart/2005/8/layout/chevron1"/>
    <dgm:cxn modelId="{BBC586EA-6CC2-45EF-8A3D-0536C5F51A3B}" type="presParOf" srcId="{43895676-18BE-473A-8720-79E361FD4580}" destId="{02FC48F8-68FF-4869-9029-85A6FA3F2CE4}" srcOrd="4" destOrd="0" presId="urn:microsoft.com/office/officeart/2005/8/layout/chevron1"/>
    <dgm:cxn modelId="{C4DF4302-A1E5-4D3C-A0E6-0DB2411A4F77}" type="presParOf" srcId="{43895676-18BE-473A-8720-79E361FD4580}" destId="{CA67EAB5-5B67-4F66-93F3-DD656A09D282}" srcOrd="5" destOrd="0" presId="urn:microsoft.com/office/officeart/2005/8/layout/chevron1"/>
    <dgm:cxn modelId="{6F3CFA1C-1076-4B8C-8CF1-D9E826726B7A}" type="presParOf" srcId="{43895676-18BE-473A-8720-79E361FD4580}" destId="{494A05A8-24E6-4389-975F-23CE0C5247FE}" srcOrd="6" destOrd="0" presId="urn:microsoft.com/office/officeart/2005/8/layout/chevron1"/>
    <dgm:cxn modelId="{5207F5E1-C8A3-4FA8-9A3E-3F1C5D41E1D8}" type="presParOf" srcId="{43895676-18BE-473A-8720-79E361FD4580}" destId="{2C177DBE-8827-498A-A9C5-5B6445D74326}" srcOrd="7" destOrd="0" presId="urn:microsoft.com/office/officeart/2005/8/layout/chevron1"/>
    <dgm:cxn modelId="{B9D1E6E9-0640-4622-B726-AED3EC67734A}" type="presParOf" srcId="{43895676-18BE-473A-8720-79E361FD4580}" destId="{FEC85A4A-A447-41D5-A47B-598FA8384B45}" srcOrd="8" destOrd="0" presId="urn:microsoft.com/office/officeart/2005/8/layout/chevron1"/>
    <dgm:cxn modelId="{D94F3D2D-D713-447D-BD28-E7AB5C38B81B}" type="presParOf" srcId="{43895676-18BE-473A-8720-79E361FD4580}" destId="{6F9BEF66-4C00-4A47-92D4-265AD31A4F30}" srcOrd="9" destOrd="0" presId="urn:microsoft.com/office/officeart/2005/8/layout/chevron1"/>
    <dgm:cxn modelId="{A0749D6A-34E8-4FE2-A57A-3AE16BD7C0F7}" type="presParOf" srcId="{43895676-18BE-473A-8720-79E361FD4580}" destId="{52BC54DF-E04C-45BB-8F8E-819397643DF0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2BE47-8DD2-4DEB-A91B-1BCF5A1167FD}">
      <dsp:nvSpPr>
        <dsp:cNvPr id="0" name=""/>
        <dsp:cNvSpPr/>
      </dsp:nvSpPr>
      <dsp:spPr>
        <a:xfrm>
          <a:off x="5855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Discover</a:t>
          </a:r>
        </a:p>
      </dsp:txBody>
      <dsp:txXfrm>
        <a:off x="252077" y="0"/>
        <a:ext cx="1685985" cy="492443"/>
      </dsp:txXfrm>
    </dsp:sp>
    <dsp:sp modelId="{4E17AC9C-6F94-4064-A064-B8CF3DD921DE}">
      <dsp:nvSpPr>
        <dsp:cNvPr id="0" name=""/>
        <dsp:cNvSpPr/>
      </dsp:nvSpPr>
      <dsp:spPr>
        <a:xfrm>
          <a:off x="1966441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Prepare</a:t>
          </a:r>
        </a:p>
      </dsp:txBody>
      <dsp:txXfrm>
        <a:off x="2212663" y="0"/>
        <a:ext cx="1685985" cy="492443"/>
      </dsp:txXfrm>
    </dsp:sp>
    <dsp:sp modelId="{02FC48F8-68FF-4869-9029-85A6FA3F2CE4}">
      <dsp:nvSpPr>
        <dsp:cNvPr id="0" name=""/>
        <dsp:cNvSpPr/>
      </dsp:nvSpPr>
      <dsp:spPr>
        <a:xfrm>
          <a:off x="3927026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Explore</a:t>
          </a:r>
        </a:p>
      </dsp:txBody>
      <dsp:txXfrm>
        <a:off x="4173248" y="0"/>
        <a:ext cx="1685985" cy="492443"/>
      </dsp:txXfrm>
    </dsp:sp>
    <dsp:sp modelId="{494A05A8-24E6-4389-975F-23CE0C5247FE}">
      <dsp:nvSpPr>
        <dsp:cNvPr id="0" name=""/>
        <dsp:cNvSpPr/>
      </dsp:nvSpPr>
      <dsp:spPr>
        <a:xfrm>
          <a:off x="5887612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Realize</a:t>
          </a:r>
        </a:p>
      </dsp:txBody>
      <dsp:txXfrm>
        <a:off x="6133834" y="0"/>
        <a:ext cx="1685985" cy="492443"/>
      </dsp:txXfrm>
    </dsp:sp>
    <dsp:sp modelId="{FEC85A4A-A447-41D5-A47B-598FA8384B45}">
      <dsp:nvSpPr>
        <dsp:cNvPr id="0" name=""/>
        <dsp:cNvSpPr/>
      </dsp:nvSpPr>
      <dsp:spPr>
        <a:xfrm>
          <a:off x="7848197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Deploy</a:t>
          </a:r>
        </a:p>
      </dsp:txBody>
      <dsp:txXfrm>
        <a:off x="8094419" y="0"/>
        <a:ext cx="1685985" cy="492443"/>
      </dsp:txXfrm>
    </dsp:sp>
    <dsp:sp modelId="{52BC54DF-E04C-45BB-8F8E-819397643DF0}">
      <dsp:nvSpPr>
        <dsp:cNvPr id="0" name=""/>
        <dsp:cNvSpPr/>
      </dsp:nvSpPr>
      <dsp:spPr>
        <a:xfrm>
          <a:off x="9808782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Run</a:t>
          </a:r>
        </a:p>
      </dsp:txBody>
      <dsp:txXfrm>
        <a:off x="10055004" y="0"/>
        <a:ext cx="1685985" cy="4924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02BE47-8DD2-4DEB-A91B-1BCF5A1167FD}">
      <dsp:nvSpPr>
        <dsp:cNvPr id="0" name=""/>
        <dsp:cNvSpPr/>
      </dsp:nvSpPr>
      <dsp:spPr>
        <a:xfrm>
          <a:off x="5855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/>
            <a:t>発見する</a:t>
          </a:r>
          <a:endParaRPr lang="en-US" kern="1200"/>
        </a:p>
      </dsp:txBody>
      <dsp:txXfrm>
        <a:off x="252077" y="0"/>
        <a:ext cx="1685985" cy="492443"/>
      </dsp:txXfrm>
    </dsp:sp>
    <dsp:sp modelId="{4E17AC9C-6F94-4064-A064-B8CF3DD921DE}">
      <dsp:nvSpPr>
        <dsp:cNvPr id="0" name=""/>
        <dsp:cNvSpPr/>
      </dsp:nvSpPr>
      <dsp:spPr>
        <a:xfrm>
          <a:off x="1966441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/>
            <a:t>準備する</a:t>
          </a:r>
          <a:endParaRPr lang="en-US" sz="1800" kern="1200"/>
        </a:p>
      </dsp:txBody>
      <dsp:txXfrm>
        <a:off x="2212663" y="0"/>
        <a:ext cx="1685985" cy="492443"/>
      </dsp:txXfrm>
    </dsp:sp>
    <dsp:sp modelId="{02FC48F8-68FF-4869-9029-85A6FA3F2CE4}">
      <dsp:nvSpPr>
        <dsp:cNvPr id="0" name=""/>
        <dsp:cNvSpPr/>
      </dsp:nvSpPr>
      <dsp:spPr>
        <a:xfrm>
          <a:off x="3927026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/>
            <a:t>探求する</a:t>
          </a:r>
          <a:endParaRPr lang="en-US" sz="1800" kern="1200"/>
        </a:p>
      </dsp:txBody>
      <dsp:txXfrm>
        <a:off x="4173248" y="0"/>
        <a:ext cx="1685985" cy="492443"/>
      </dsp:txXfrm>
    </dsp:sp>
    <dsp:sp modelId="{494A05A8-24E6-4389-975F-23CE0C5247FE}">
      <dsp:nvSpPr>
        <dsp:cNvPr id="0" name=""/>
        <dsp:cNvSpPr/>
      </dsp:nvSpPr>
      <dsp:spPr>
        <a:xfrm>
          <a:off x="5887612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/>
            <a:t>実現する</a:t>
          </a:r>
          <a:endParaRPr lang="en-US" sz="1800" kern="1200"/>
        </a:p>
      </dsp:txBody>
      <dsp:txXfrm>
        <a:off x="6133834" y="0"/>
        <a:ext cx="1685985" cy="492443"/>
      </dsp:txXfrm>
    </dsp:sp>
    <dsp:sp modelId="{FEC85A4A-A447-41D5-A47B-598FA8384B45}">
      <dsp:nvSpPr>
        <dsp:cNvPr id="0" name=""/>
        <dsp:cNvSpPr/>
      </dsp:nvSpPr>
      <dsp:spPr>
        <a:xfrm>
          <a:off x="7848197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/>
            <a:t>デプロイ</a:t>
          </a:r>
          <a:endParaRPr lang="en-US" sz="1800" kern="1200"/>
        </a:p>
      </dsp:txBody>
      <dsp:txXfrm>
        <a:off x="8094419" y="0"/>
        <a:ext cx="1685985" cy="492443"/>
      </dsp:txXfrm>
    </dsp:sp>
    <dsp:sp modelId="{52BC54DF-E04C-45BB-8F8E-819397643DF0}">
      <dsp:nvSpPr>
        <dsp:cNvPr id="0" name=""/>
        <dsp:cNvSpPr/>
      </dsp:nvSpPr>
      <dsp:spPr>
        <a:xfrm>
          <a:off x="9808782" y="0"/>
          <a:ext cx="2178428" cy="49244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1800" kern="1200"/>
            <a:t>走る</a:t>
          </a:r>
          <a:endParaRPr lang="en-US" sz="1800" kern="1200"/>
        </a:p>
      </dsp:txBody>
      <dsp:txXfrm>
        <a:off x="10055004" y="0"/>
        <a:ext cx="1685985" cy="4924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81229-F7ED-4B01-B436-FDB2A741BC4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240A66-1802-4723-9B24-05C1438D96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571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43C6A-48BC-C494-533F-711A91D30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287299-BA89-BD45-EF86-A171A4486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2D22F1-F1FA-F489-C5E7-29E040E4F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Nilesh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3927A-EA4C-798B-BC56-A6FBA345B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951F2-ADE4-4FC7-99E5-14309F71684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8636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BE82F-337C-E5AE-CCF8-C23369B7B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C6487-8720-85C0-539A-E6AADA423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ABFA4-6920-F567-58A9-125AD9B5C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Nilesh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88E56-BCDE-795D-4D12-2146CC4D6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2951F2-ADE4-4FC7-99E5-14309F71684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489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D6C19976-6421-4963-9A88-EE470FC49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681" y="-20321"/>
            <a:ext cx="6092535" cy="68783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D7DDC9A-A335-4BC5-818F-36151E46A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6720" y="0"/>
            <a:ext cx="61134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CA82F0D-3D9E-4144-B61A-CBCB9E809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082185" y="1088331"/>
            <a:ext cx="6054723" cy="46813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1928" y="2182170"/>
            <a:ext cx="3973001" cy="1395253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4533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headline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27" y="3835276"/>
            <a:ext cx="2491297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Subheadline and description</a:t>
            </a:r>
          </a:p>
        </p:txBody>
      </p:sp>
      <p:sp>
        <p:nvSpPr>
          <p:cNvPr id="13" name="Rounded Rectangle 21">
            <a:extLst>
              <a:ext uri="{FF2B5EF4-FFF2-40B4-BE49-F238E27FC236}">
                <a16:creationId xmlns:a16="http://schemas.microsoft.com/office/drawing/2014/main" id="{FFB45DF7-FD75-418C-8A43-BD02426ED2D6}"/>
              </a:ext>
            </a:extLst>
          </p:cNvPr>
          <p:cNvSpPr/>
          <p:nvPr userDrawn="1"/>
        </p:nvSpPr>
        <p:spPr bwMode="black">
          <a:xfrm>
            <a:off x="378884" y="6479829"/>
            <a:ext cx="1274987" cy="188215"/>
          </a:xfrm>
          <a:prstGeom prst="roundRect">
            <a:avLst>
              <a:gd name="adj" fmla="val 50000"/>
            </a:avLst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624857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33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ujitsu Infinity Pro" pitchFamily="2" charset="0"/>
                <a:ea typeface="+mn-ea"/>
                <a:cs typeface="+mn-cs"/>
              </a:rPr>
              <a:t>FUJITSU-RESTRICTED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0FBE6BF5-51E1-4019-B1D6-7AF2B1BA7C23}"/>
              </a:ext>
            </a:extLst>
          </p:cNvPr>
          <p:cNvSpPr txBox="1">
            <a:spLocks/>
          </p:cNvSpPr>
          <p:nvPr userDrawn="1"/>
        </p:nvSpPr>
        <p:spPr>
          <a:xfrm>
            <a:off x="6616705" y="6502153"/>
            <a:ext cx="5207920" cy="1435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33">
                <a:latin typeface="Fujitsu Infinity Pro" pitchFamily="2" charset="0"/>
              </a:rPr>
              <a:t>© Fujitsu 2025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6B8B3F-91C0-B618-4F5D-915858EEA7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8843" y="182293"/>
            <a:ext cx="1155259" cy="562509"/>
          </a:xfrm>
          <a:prstGeom prst="rect">
            <a:avLst/>
          </a:prstGeom>
        </p:spPr>
      </p:pic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21FBCF32-0F93-A8BC-3022-2D55484281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12352057" y="-19049"/>
            <a:ext cx="893696" cy="449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00373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B252B52-F9BF-4CDD-A2C7-B953C2999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757914" y="-1"/>
            <a:ext cx="3434085" cy="686651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F151A3-079E-4CEC-B057-AA32714CB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8757919" cy="6847839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Fujitsu Infinity Pro" pitchFamily="2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D61B758-F061-44D1-94CC-17BBBDD69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42653" y="1087209"/>
            <a:ext cx="6057627" cy="46835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367572" y="1484543"/>
            <a:ext cx="6137081" cy="209288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4533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headline</a:t>
            </a:r>
            <a:br>
              <a:rPr lang="en-US"/>
            </a:br>
            <a:r>
              <a:rPr lang="en-US"/>
              <a:t>Presentation headline</a:t>
            </a:r>
            <a:br>
              <a:rPr lang="en-US"/>
            </a:br>
            <a:r>
              <a:rPr lang="en-US"/>
              <a:t>Presentation headline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367571" y="3835277"/>
            <a:ext cx="5861879" cy="36933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Subheadline and description</a:t>
            </a:r>
          </a:p>
        </p:txBody>
      </p:sp>
      <p:sp>
        <p:nvSpPr>
          <p:cNvPr id="11" name="Rounded Rectangle 21">
            <a:extLst>
              <a:ext uri="{FF2B5EF4-FFF2-40B4-BE49-F238E27FC236}">
                <a16:creationId xmlns:a16="http://schemas.microsoft.com/office/drawing/2014/main" id="{020CBEA8-43AA-40E5-81F1-FE35A1B4EFBA}"/>
              </a:ext>
            </a:extLst>
          </p:cNvPr>
          <p:cNvSpPr/>
          <p:nvPr userDrawn="1"/>
        </p:nvSpPr>
        <p:spPr bwMode="black">
          <a:xfrm>
            <a:off x="378884" y="6479829"/>
            <a:ext cx="1274987" cy="188215"/>
          </a:xfrm>
          <a:prstGeom prst="roundRect">
            <a:avLst>
              <a:gd name="adj" fmla="val 50000"/>
            </a:avLst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624857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 pitchFamily="2" charset="0"/>
                <a:ea typeface="+mn-ea"/>
                <a:cs typeface="+mn-cs"/>
              </a:rPr>
              <a:t>FUJITSU-RESTRICTED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0FBE6BF5-51E1-4019-B1D6-7AF2B1BA7C23}"/>
              </a:ext>
            </a:extLst>
          </p:cNvPr>
          <p:cNvSpPr txBox="1">
            <a:spLocks/>
          </p:cNvSpPr>
          <p:nvPr userDrawn="1"/>
        </p:nvSpPr>
        <p:spPr>
          <a:xfrm>
            <a:off x="6616705" y="6502153"/>
            <a:ext cx="5207920" cy="1435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33">
                <a:solidFill>
                  <a:schemeClr val="tx1"/>
                </a:solidFill>
                <a:latin typeface="Fujitsu Infinity Pro" pitchFamily="2" charset="0"/>
              </a:rPr>
              <a:t>© Fujitsu 2025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D892EC9-526F-22FD-A7BC-AAD288A744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58843" y="182293"/>
            <a:ext cx="1155259" cy="56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9470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D25DB7-50D8-D48A-03FA-0308F1BC4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-5900"/>
            <a:ext cx="12191997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1925" y="2879796"/>
            <a:ext cx="8209723" cy="6976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4533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– option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25" y="3835277"/>
            <a:ext cx="818852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Subheadline and description</a:t>
            </a:r>
          </a:p>
        </p:txBody>
      </p:sp>
      <p:sp>
        <p:nvSpPr>
          <p:cNvPr id="9" name="Rounded Rectangle 21">
            <a:extLst>
              <a:ext uri="{FF2B5EF4-FFF2-40B4-BE49-F238E27FC236}">
                <a16:creationId xmlns:a16="http://schemas.microsoft.com/office/drawing/2014/main" id="{5B678967-3B36-4A40-A0A0-AF505B18F40B}"/>
              </a:ext>
            </a:extLst>
          </p:cNvPr>
          <p:cNvSpPr/>
          <p:nvPr userDrawn="1"/>
        </p:nvSpPr>
        <p:spPr bwMode="black">
          <a:xfrm>
            <a:off x="378884" y="6471877"/>
            <a:ext cx="1274987" cy="188215"/>
          </a:xfrm>
          <a:prstGeom prst="roundRect">
            <a:avLst>
              <a:gd name="adj" fmla="val 50000"/>
            </a:avLst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624857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33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ujitsu Infinity Pro" pitchFamily="2" charset="0"/>
                <a:ea typeface="+mn-ea"/>
                <a:cs typeface="+mn-cs"/>
              </a:rPr>
              <a:t>FUJITSU-RESTRICTED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75FF0E-D043-48F6-8008-08B559AC6C64}"/>
              </a:ext>
            </a:extLst>
          </p:cNvPr>
          <p:cNvSpPr txBox="1">
            <a:spLocks/>
          </p:cNvSpPr>
          <p:nvPr userDrawn="1"/>
        </p:nvSpPr>
        <p:spPr>
          <a:xfrm>
            <a:off x="5630334" y="6483878"/>
            <a:ext cx="93133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91D783-09FD-4521-A659-E21AD8C1F52B}" type="slidenum">
              <a:rPr lang="en-GB" sz="1067" smtClean="0">
                <a:solidFill>
                  <a:schemeClr val="tx1"/>
                </a:solidFill>
                <a:latin typeface="Fujitsu Infinity Pro" pitchFamily="2" charset="0"/>
              </a:rPr>
              <a:t>‹#›</a:t>
            </a:fld>
            <a:endParaRPr lang="en-GB" sz="1067">
              <a:solidFill>
                <a:schemeClr val="tx1"/>
              </a:solidFill>
              <a:latin typeface="Fujitsu Infinity Pro" pitchFamily="2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0FBE6BF5-51E1-4019-B1D6-7AF2B1BA7C23}"/>
              </a:ext>
            </a:extLst>
          </p:cNvPr>
          <p:cNvSpPr txBox="1">
            <a:spLocks/>
          </p:cNvSpPr>
          <p:nvPr userDrawn="1"/>
        </p:nvSpPr>
        <p:spPr>
          <a:xfrm>
            <a:off x="6616705" y="6494201"/>
            <a:ext cx="5207920" cy="1435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33">
                <a:solidFill>
                  <a:schemeClr val="tx1"/>
                </a:solidFill>
                <a:latin typeface="Fujitsu Infinity Pro" pitchFamily="2" charset="0"/>
              </a:rPr>
              <a:t>© Fujitsu 2025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AEA97A-5D21-6D31-5A90-67AEDCE84A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58843" y="182293"/>
            <a:ext cx="1155259" cy="56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979674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D25DB7-50D8-D48A-03FA-0308F1BC4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7" y="-2949"/>
            <a:ext cx="12191997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1925" y="2879796"/>
            <a:ext cx="8209723" cy="6976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4533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– option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25" y="3835277"/>
            <a:ext cx="818852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Subheadline and description</a:t>
            </a:r>
          </a:p>
        </p:txBody>
      </p:sp>
      <p:sp>
        <p:nvSpPr>
          <p:cNvPr id="9" name="Rounded Rectangle 21">
            <a:extLst>
              <a:ext uri="{FF2B5EF4-FFF2-40B4-BE49-F238E27FC236}">
                <a16:creationId xmlns:a16="http://schemas.microsoft.com/office/drawing/2014/main" id="{5B678967-3B36-4A40-A0A0-AF505B18F40B}"/>
              </a:ext>
            </a:extLst>
          </p:cNvPr>
          <p:cNvSpPr/>
          <p:nvPr userDrawn="1"/>
        </p:nvSpPr>
        <p:spPr bwMode="black">
          <a:xfrm>
            <a:off x="378884" y="6471877"/>
            <a:ext cx="1274987" cy="188215"/>
          </a:xfrm>
          <a:prstGeom prst="roundRect">
            <a:avLst>
              <a:gd name="adj" fmla="val 50000"/>
            </a:avLst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624857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33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ujitsu Infinity Pro" pitchFamily="2" charset="0"/>
                <a:ea typeface="+mn-ea"/>
                <a:cs typeface="+mn-cs"/>
              </a:rPr>
              <a:t>FUJITSU-RESTRICTED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75FF0E-D043-48F6-8008-08B559AC6C64}"/>
              </a:ext>
            </a:extLst>
          </p:cNvPr>
          <p:cNvSpPr txBox="1">
            <a:spLocks/>
          </p:cNvSpPr>
          <p:nvPr userDrawn="1"/>
        </p:nvSpPr>
        <p:spPr>
          <a:xfrm>
            <a:off x="5630334" y="6483878"/>
            <a:ext cx="93133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C92A11-2F15-4707-AA0C-D0B684DE7653}" type="slidenum">
              <a:rPr lang="en-GB" sz="1067" smtClean="0">
                <a:solidFill>
                  <a:schemeClr val="tx1"/>
                </a:solidFill>
                <a:latin typeface="Fujitsu Infinity Pro" pitchFamily="2" charset="0"/>
              </a:rPr>
              <a:t>‹#›</a:t>
            </a:fld>
            <a:endParaRPr lang="en-GB" sz="1067">
              <a:solidFill>
                <a:schemeClr val="tx1"/>
              </a:solidFill>
              <a:latin typeface="Fujitsu Infinity Pro" pitchFamily="2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0FBE6BF5-51E1-4019-B1D6-7AF2B1BA7C23}"/>
              </a:ext>
            </a:extLst>
          </p:cNvPr>
          <p:cNvSpPr txBox="1">
            <a:spLocks/>
          </p:cNvSpPr>
          <p:nvPr userDrawn="1"/>
        </p:nvSpPr>
        <p:spPr>
          <a:xfrm>
            <a:off x="6616705" y="6494201"/>
            <a:ext cx="5207920" cy="1435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33">
                <a:solidFill>
                  <a:schemeClr val="tx1"/>
                </a:solidFill>
                <a:latin typeface="Fujitsu Infinity Pro" pitchFamily="2" charset="0"/>
              </a:rPr>
              <a:t>© Fujitsu 2025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AEA97A-5D21-6D31-5A90-67AEDCE84A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58843" y="182293"/>
            <a:ext cx="1155259" cy="56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06336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D25DB7-50D8-D48A-03FA-0308F1BC4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1925" y="2879796"/>
            <a:ext cx="8209723" cy="6976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4533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– option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25" y="3835277"/>
            <a:ext cx="818852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Subheadline and description</a:t>
            </a:r>
          </a:p>
        </p:txBody>
      </p:sp>
      <p:sp>
        <p:nvSpPr>
          <p:cNvPr id="9" name="Rounded Rectangle 21">
            <a:extLst>
              <a:ext uri="{FF2B5EF4-FFF2-40B4-BE49-F238E27FC236}">
                <a16:creationId xmlns:a16="http://schemas.microsoft.com/office/drawing/2014/main" id="{5B678967-3B36-4A40-A0A0-AF505B18F40B}"/>
              </a:ext>
            </a:extLst>
          </p:cNvPr>
          <p:cNvSpPr/>
          <p:nvPr userDrawn="1"/>
        </p:nvSpPr>
        <p:spPr bwMode="black">
          <a:xfrm>
            <a:off x="378884" y="6471877"/>
            <a:ext cx="1274987" cy="188215"/>
          </a:xfrm>
          <a:prstGeom prst="roundRect">
            <a:avLst>
              <a:gd name="adj" fmla="val 50000"/>
            </a:avLst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624857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33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ujitsu Infinity Pro" pitchFamily="2" charset="0"/>
                <a:ea typeface="+mn-ea"/>
                <a:cs typeface="+mn-cs"/>
              </a:rPr>
              <a:t>FUJITSU-RESTRICTED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75FF0E-D043-48F6-8008-08B559AC6C64}"/>
              </a:ext>
            </a:extLst>
          </p:cNvPr>
          <p:cNvSpPr txBox="1">
            <a:spLocks/>
          </p:cNvSpPr>
          <p:nvPr userDrawn="1"/>
        </p:nvSpPr>
        <p:spPr>
          <a:xfrm>
            <a:off x="5630334" y="6483878"/>
            <a:ext cx="93133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CE9F05B-A703-4850-925C-C99F80FDCD2A}" type="slidenum">
              <a:rPr lang="en-GB" sz="1067" smtClean="0">
                <a:solidFill>
                  <a:schemeClr val="tx1"/>
                </a:solidFill>
                <a:latin typeface="Fujitsu Infinity Pro" pitchFamily="2" charset="0"/>
              </a:rPr>
              <a:t>‹#›</a:t>
            </a:fld>
            <a:endParaRPr lang="en-GB" sz="1067">
              <a:solidFill>
                <a:schemeClr val="tx1"/>
              </a:solidFill>
              <a:latin typeface="Fujitsu Infinity Pro" pitchFamily="2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0FBE6BF5-51E1-4019-B1D6-7AF2B1BA7C23}"/>
              </a:ext>
            </a:extLst>
          </p:cNvPr>
          <p:cNvSpPr txBox="1">
            <a:spLocks/>
          </p:cNvSpPr>
          <p:nvPr userDrawn="1"/>
        </p:nvSpPr>
        <p:spPr>
          <a:xfrm>
            <a:off x="6616705" y="6494201"/>
            <a:ext cx="5207920" cy="1435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33">
                <a:solidFill>
                  <a:schemeClr val="tx1"/>
                </a:solidFill>
                <a:latin typeface="Fujitsu Infinity Pro" pitchFamily="2" charset="0"/>
              </a:rPr>
              <a:t>© Fujitsu 2025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AEA97A-5D21-6D31-5A90-67AEDCE84A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58843" y="182293"/>
            <a:ext cx="1155259" cy="56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0147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D25DB7-50D8-D48A-03FA-0308F1BC4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0320"/>
            <a:ext cx="12192000" cy="68868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1925" y="2879796"/>
            <a:ext cx="8209723" cy="6976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4533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– option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25" y="3835277"/>
            <a:ext cx="818852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err="1"/>
              <a:t>Subheadline</a:t>
            </a:r>
            <a:r>
              <a:rPr lang="en-US"/>
              <a:t> and description</a:t>
            </a:r>
          </a:p>
        </p:txBody>
      </p:sp>
      <p:sp>
        <p:nvSpPr>
          <p:cNvPr id="9" name="Rounded Rectangle 21">
            <a:extLst>
              <a:ext uri="{FF2B5EF4-FFF2-40B4-BE49-F238E27FC236}">
                <a16:creationId xmlns:a16="http://schemas.microsoft.com/office/drawing/2014/main" id="{5B678967-3B36-4A40-A0A0-AF505B18F40B}"/>
              </a:ext>
            </a:extLst>
          </p:cNvPr>
          <p:cNvSpPr/>
          <p:nvPr userDrawn="1"/>
        </p:nvSpPr>
        <p:spPr bwMode="black">
          <a:xfrm>
            <a:off x="378884" y="6471877"/>
            <a:ext cx="1274987" cy="188215"/>
          </a:xfrm>
          <a:prstGeom prst="roundRect">
            <a:avLst>
              <a:gd name="adj" fmla="val 50000"/>
            </a:avLst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624857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33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Fujitsu Infinity Pro" pitchFamily="2" charset="0"/>
                <a:ea typeface="+mn-ea"/>
                <a:cs typeface="+mn-cs"/>
              </a:rPr>
              <a:t>FUJITSU-RESTRICTED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75FF0E-D043-48F6-8008-08B559AC6C64}"/>
              </a:ext>
            </a:extLst>
          </p:cNvPr>
          <p:cNvSpPr txBox="1">
            <a:spLocks/>
          </p:cNvSpPr>
          <p:nvPr userDrawn="1"/>
        </p:nvSpPr>
        <p:spPr>
          <a:xfrm>
            <a:off x="5630334" y="6483878"/>
            <a:ext cx="93133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E3905F-283A-49B0-AA73-69A34F8E81C2}" type="slidenum">
              <a:rPr lang="en-GB" sz="1067" smtClean="0">
                <a:solidFill>
                  <a:schemeClr val="tx1"/>
                </a:solidFill>
                <a:latin typeface="Fujitsu Infinity Pro" pitchFamily="2" charset="0"/>
              </a:rPr>
              <a:t>‹#›</a:t>
            </a:fld>
            <a:endParaRPr lang="en-GB" sz="1067">
              <a:solidFill>
                <a:schemeClr val="tx1"/>
              </a:solidFill>
              <a:latin typeface="Fujitsu Infinity Pro" pitchFamily="2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0FBE6BF5-51E1-4019-B1D6-7AF2B1BA7C23}"/>
              </a:ext>
            </a:extLst>
          </p:cNvPr>
          <p:cNvSpPr txBox="1">
            <a:spLocks/>
          </p:cNvSpPr>
          <p:nvPr userDrawn="1"/>
        </p:nvSpPr>
        <p:spPr>
          <a:xfrm>
            <a:off x="6616705" y="6494201"/>
            <a:ext cx="5207920" cy="1435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33">
                <a:solidFill>
                  <a:schemeClr val="tx1"/>
                </a:solidFill>
                <a:latin typeface="Fujitsu Infinity Pro" pitchFamily="2" charset="0"/>
              </a:rPr>
              <a:t>© Fujitsu 2025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8AEA97A-5D21-6D31-5A90-67AEDCE84A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58843" y="182293"/>
            <a:ext cx="1155259" cy="56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1483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0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4">
            <a:extLst>
              <a:ext uri="{FF2B5EF4-FFF2-40B4-BE49-F238E27FC236}">
                <a16:creationId xmlns:a16="http://schemas.microsoft.com/office/drawing/2014/main" id="{62A5D4AD-212A-4F38-A4F5-81127404B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8803205" y="0"/>
            <a:ext cx="33887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1925" y="2879796"/>
            <a:ext cx="8209723" cy="6976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4533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– option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25" y="3835277"/>
            <a:ext cx="818852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Subheadline and description</a:t>
            </a:r>
          </a:p>
        </p:txBody>
      </p:sp>
      <p:sp>
        <p:nvSpPr>
          <p:cNvPr id="9" name="Rounded Rectangle 21">
            <a:extLst>
              <a:ext uri="{FF2B5EF4-FFF2-40B4-BE49-F238E27FC236}">
                <a16:creationId xmlns:a16="http://schemas.microsoft.com/office/drawing/2014/main" id="{5B678967-3B36-4A40-A0A0-AF505B18F40B}"/>
              </a:ext>
            </a:extLst>
          </p:cNvPr>
          <p:cNvSpPr/>
          <p:nvPr userDrawn="1"/>
        </p:nvSpPr>
        <p:spPr bwMode="black">
          <a:xfrm>
            <a:off x="378884" y="6471877"/>
            <a:ext cx="1274987" cy="188215"/>
          </a:xfrm>
          <a:prstGeom prst="roundRect">
            <a:avLst>
              <a:gd name="adj" fmla="val 50000"/>
            </a:avLst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624857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 pitchFamily="2" charset="0"/>
                <a:ea typeface="+mn-ea"/>
                <a:cs typeface="+mn-cs"/>
              </a:rPr>
              <a:t>FUJITSU-RESTRICTED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75FF0E-D043-48F6-8008-08B559AC6C64}"/>
              </a:ext>
            </a:extLst>
          </p:cNvPr>
          <p:cNvSpPr txBox="1">
            <a:spLocks/>
          </p:cNvSpPr>
          <p:nvPr userDrawn="1"/>
        </p:nvSpPr>
        <p:spPr>
          <a:xfrm>
            <a:off x="5630334" y="6483878"/>
            <a:ext cx="93133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A1F3DD1-AF03-41B0-ADA3-13B434ED0CF3}" type="slidenum">
              <a:rPr lang="en-GB" sz="1067" smtClean="0">
                <a:solidFill>
                  <a:schemeClr val="tx1"/>
                </a:solidFill>
                <a:latin typeface="Fujitsu Infinity Pro" pitchFamily="2" charset="0"/>
              </a:rPr>
              <a:t>‹#›</a:t>
            </a:fld>
            <a:endParaRPr lang="en-GB" sz="1067">
              <a:solidFill>
                <a:schemeClr val="tx1"/>
              </a:solidFill>
              <a:latin typeface="Fujitsu Infinity Pro" pitchFamily="2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0FBE6BF5-51E1-4019-B1D6-7AF2B1BA7C23}"/>
              </a:ext>
            </a:extLst>
          </p:cNvPr>
          <p:cNvSpPr txBox="1">
            <a:spLocks/>
          </p:cNvSpPr>
          <p:nvPr userDrawn="1"/>
        </p:nvSpPr>
        <p:spPr>
          <a:xfrm>
            <a:off x="6616705" y="6494201"/>
            <a:ext cx="5207920" cy="1435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33">
                <a:solidFill>
                  <a:schemeClr val="tx1"/>
                </a:solidFill>
                <a:latin typeface="Fujitsu Infinity Pro" pitchFamily="2" charset="0"/>
              </a:rPr>
              <a:t>© Fujitsu 2025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C51EC5D-2A50-4460-F0E0-2C05C9A438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58843" y="182293"/>
            <a:ext cx="1155259" cy="562509"/>
          </a:xfrm>
          <a:prstGeom prst="rect">
            <a:avLst/>
          </a:prstGeom>
        </p:spPr>
      </p:pic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868F4394-47B2-8E79-A92D-3E2A33AB00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12352057" y="-19049"/>
            <a:ext cx="893696" cy="449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0523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1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4">
            <a:extLst>
              <a:ext uri="{FF2B5EF4-FFF2-40B4-BE49-F238E27FC236}">
                <a16:creationId xmlns:a16="http://schemas.microsoft.com/office/drawing/2014/main" id="{62A5D4AD-212A-4F38-A4F5-81127404B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8803205" y="0"/>
            <a:ext cx="33887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1925" y="2879796"/>
            <a:ext cx="8209723" cy="697627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4533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– option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1925" y="3835277"/>
            <a:ext cx="818852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24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Subheadline and description</a:t>
            </a:r>
          </a:p>
        </p:txBody>
      </p:sp>
      <p:sp>
        <p:nvSpPr>
          <p:cNvPr id="9" name="Rounded Rectangle 21">
            <a:extLst>
              <a:ext uri="{FF2B5EF4-FFF2-40B4-BE49-F238E27FC236}">
                <a16:creationId xmlns:a16="http://schemas.microsoft.com/office/drawing/2014/main" id="{5B678967-3B36-4A40-A0A0-AF505B18F40B}"/>
              </a:ext>
            </a:extLst>
          </p:cNvPr>
          <p:cNvSpPr/>
          <p:nvPr userDrawn="1"/>
        </p:nvSpPr>
        <p:spPr bwMode="black">
          <a:xfrm>
            <a:off x="378884" y="6471877"/>
            <a:ext cx="1274987" cy="188215"/>
          </a:xfrm>
          <a:prstGeom prst="roundRect">
            <a:avLst>
              <a:gd name="adj" fmla="val 50000"/>
            </a:avLst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624857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 pitchFamily="2" charset="0"/>
                <a:ea typeface="+mn-ea"/>
                <a:cs typeface="+mn-cs"/>
              </a:rPr>
              <a:t>FUJITSU-RESTRICTED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E475FF0E-D043-48F6-8008-08B559AC6C64}"/>
              </a:ext>
            </a:extLst>
          </p:cNvPr>
          <p:cNvSpPr txBox="1">
            <a:spLocks/>
          </p:cNvSpPr>
          <p:nvPr userDrawn="1"/>
        </p:nvSpPr>
        <p:spPr>
          <a:xfrm>
            <a:off x="5630334" y="6483878"/>
            <a:ext cx="93133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27B3B5-6DD2-4956-91C0-BE412E34FBA0}" type="slidenum">
              <a:rPr lang="en-GB" sz="1067" smtClean="0">
                <a:solidFill>
                  <a:schemeClr val="tx1"/>
                </a:solidFill>
                <a:latin typeface="Fujitsu Infinity Pro" pitchFamily="2" charset="0"/>
              </a:rPr>
              <a:t>‹#›</a:t>
            </a:fld>
            <a:endParaRPr lang="en-GB" sz="1067">
              <a:solidFill>
                <a:schemeClr val="tx1"/>
              </a:solidFill>
              <a:latin typeface="Fujitsu Infinity Pro" pitchFamily="2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0FBE6BF5-51E1-4019-B1D6-7AF2B1BA7C23}"/>
              </a:ext>
            </a:extLst>
          </p:cNvPr>
          <p:cNvSpPr txBox="1">
            <a:spLocks/>
          </p:cNvSpPr>
          <p:nvPr userDrawn="1"/>
        </p:nvSpPr>
        <p:spPr>
          <a:xfrm>
            <a:off x="6616705" y="6494201"/>
            <a:ext cx="5207920" cy="1435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33">
                <a:solidFill>
                  <a:schemeClr val="tx1"/>
                </a:solidFill>
                <a:latin typeface="Fujitsu Infinity Pro" pitchFamily="2" charset="0"/>
              </a:rPr>
              <a:t>© Fujitsu 2025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C51EC5D-2A50-4460-F0E0-2C05C9A438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58843" y="182293"/>
            <a:ext cx="1155259" cy="562509"/>
          </a:xfrm>
          <a:prstGeom prst="rect">
            <a:avLst/>
          </a:prstGeom>
        </p:spPr>
      </p:pic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868F4394-47B2-8E79-A92D-3E2A33AB00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12352057" y="-19049"/>
            <a:ext cx="893696" cy="449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8616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DF1F97-FD11-846C-5162-7FCBC22AED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/>
          <a:stretch/>
        </p:blipFill>
        <p:spPr>
          <a:xfrm>
            <a:off x="0" y="0"/>
            <a:ext cx="12192000" cy="9482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E1CA3E02-8571-1FA1-56B9-C9B5371FBD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58843" y="182293"/>
            <a:ext cx="1155259" cy="562509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2D1AE542-2DCF-43CD-4B7B-4604864C87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0323226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4AF426-799D-1E2A-8156-B3BB7415CB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sz="1800" err="1">
              <a:solidFill>
                <a:schemeClr val="tx1"/>
              </a:solidFill>
            </a:endParaRPr>
          </a:p>
        </p:txBody>
      </p:sp>
      <p:sp>
        <p:nvSpPr>
          <p:cNvPr id="2" name="object 11">
            <a:extLst>
              <a:ext uri="{FF2B5EF4-FFF2-40B4-BE49-F238E27FC236}">
                <a16:creationId xmlns:a16="http://schemas.microsoft.com/office/drawing/2014/main" id="{EB957022-A8F7-2E7E-5977-F8CCD9DA99F5}"/>
              </a:ext>
            </a:extLst>
          </p:cNvPr>
          <p:cNvSpPr/>
          <p:nvPr/>
        </p:nvSpPr>
        <p:spPr>
          <a:xfrm>
            <a:off x="2843192" y="3507"/>
            <a:ext cx="6894195" cy="6854495"/>
          </a:xfrm>
          <a:custGeom>
            <a:avLst/>
            <a:gdLst/>
            <a:ahLst/>
            <a:cxnLst/>
            <a:rect l="l" t="t" r="r" b="b"/>
            <a:pathLst>
              <a:path w="6894195" h="7556500">
                <a:moveTo>
                  <a:pt x="6814124" y="0"/>
                </a:moveTo>
                <a:lnTo>
                  <a:pt x="3411304" y="0"/>
                </a:lnTo>
                <a:lnTo>
                  <a:pt x="3414326" y="25400"/>
                </a:lnTo>
                <a:lnTo>
                  <a:pt x="3424418" y="76200"/>
                </a:lnTo>
                <a:lnTo>
                  <a:pt x="3434059" y="139700"/>
                </a:lnTo>
                <a:lnTo>
                  <a:pt x="3443248" y="190500"/>
                </a:lnTo>
                <a:lnTo>
                  <a:pt x="3451983" y="254000"/>
                </a:lnTo>
                <a:lnTo>
                  <a:pt x="3460263" y="304800"/>
                </a:lnTo>
                <a:lnTo>
                  <a:pt x="3468084" y="368300"/>
                </a:lnTo>
                <a:lnTo>
                  <a:pt x="3475447" y="419100"/>
                </a:lnTo>
                <a:lnTo>
                  <a:pt x="3482348" y="482600"/>
                </a:lnTo>
                <a:lnTo>
                  <a:pt x="3488785" y="546100"/>
                </a:lnTo>
                <a:lnTo>
                  <a:pt x="3494758" y="596900"/>
                </a:lnTo>
                <a:lnTo>
                  <a:pt x="3500263" y="660400"/>
                </a:lnTo>
                <a:lnTo>
                  <a:pt x="3505300" y="723900"/>
                </a:lnTo>
                <a:lnTo>
                  <a:pt x="3509866" y="774700"/>
                </a:lnTo>
                <a:lnTo>
                  <a:pt x="3513959" y="838200"/>
                </a:lnTo>
                <a:lnTo>
                  <a:pt x="3517578" y="901700"/>
                </a:lnTo>
                <a:lnTo>
                  <a:pt x="3520720" y="952500"/>
                </a:lnTo>
                <a:lnTo>
                  <a:pt x="3523384" y="1016000"/>
                </a:lnTo>
                <a:lnTo>
                  <a:pt x="3525568" y="1079500"/>
                </a:lnTo>
                <a:lnTo>
                  <a:pt x="3527269" y="1130300"/>
                </a:lnTo>
                <a:lnTo>
                  <a:pt x="3528487" y="1193800"/>
                </a:lnTo>
                <a:lnTo>
                  <a:pt x="3529219" y="1257300"/>
                </a:lnTo>
                <a:lnTo>
                  <a:pt x="3529464" y="1320800"/>
                </a:lnTo>
                <a:lnTo>
                  <a:pt x="3529219" y="1371600"/>
                </a:lnTo>
                <a:lnTo>
                  <a:pt x="3528487" y="1435100"/>
                </a:lnTo>
                <a:lnTo>
                  <a:pt x="3527269" y="1498600"/>
                </a:lnTo>
                <a:lnTo>
                  <a:pt x="3525568" y="1562100"/>
                </a:lnTo>
                <a:lnTo>
                  <a:pt x="3523384" y="1612900"/>
                </a:lnTo>
                <a:lnTo>
                  <a:pt x="3520720" y="1676400"/>
                </a:lnTo>
                <a:lnTo>
                  <a:pt x="3517578" y="1739900"/>
                </a:lnTo>
                <a:lnTo>
                  <a:pt x="3513959" y="1790700"/>
                </a:lnTo>
                <a:lnTo>
                  <a:pt x="3509866" y="1854200"/>
                </a:lnTo>
                <a:lnTo>
                  <a:pt x="3505300" y="1917700"/>
                </a:lnTo>
                <a:lnTo>
                  <a:pt x="3500263" y="1968500"/>
                </a:lnTo>
                <a:lnTo>
                  <a:pt x="3494758" y="2032000"/>
                </a:lnTo>
                <a:lnTo>
                  <a:pt x="3488785" y="2095500"/>
                </a:lnTo>
                <a:lnTo>
                  <a:pt x="3482348" y="2146300"/>
                </a:lnTo>
                <a:lnTo>
                  <a:pt x="3475447" y="2209800"/>
                </a:lnTo>
                <a:lnTo>
                  <a:pt x="3468084" y="2273300"/>
                </a:lnTo>
                <a:lnTo>
                  <a:pt x="3460263" y="2324100"/>
                </a:lnTo>
                <a:lnTo>
                  <a:pt x="3451983" y="2387600"/>
                </a:lnTo>
                <a:lnTo>
                  <a:pt x="3443248" y="2438400"/>
                </a:lnTo>
                <a:lnTo>
                  <a:pt x="3434059" y="2501900"/>
                </a:lnTo>
                <a:lnTo>
                  <a:pt x="3424418" y="2552700"/>
                </a:lnTo>
                <a:lnTo>
                  <a:pt x="3414326" y="2616200"/>
                </a:lnTo>
                <a:lnTo>
                  <a:pt x="3403787" y="2667000"/>
                </a:lnTo>
                <a:lnTo>
                  <a:pt x="3392801" y="2730500"/>
                </a:lnTo>
                <a:lnTo>
                  <a:pt x="3381370" y="2781300"/>
                </a:lnTo>
                <a:lnTo>
                  <a:pt x="3369497" y="2844800"/>
                </a:lnTo>
                <a:lnTo>
                  <a:pt x="3357184" y="2895600"/>
                </a:lnTo>
                <a:lnTo>
                  <a:pt x="3344431" y="2959100"/>
                </a:lnTo>
                <a:lnTo>
                  <a:pt x="3331241" y="3009900"/>
                </a:lnTo>
                <a:lnTo>
                  <a:pt x="3317616" y="3073400"/>
                </a:lnTo>
                <a:lnTo>
                  <a:pt x="3303558" y="3124200"/>
                </a:lnTo>
                <a:lnTo>
                  <a:pt x="3289069" y="3175000"/>
                </a:lnTo>
                <a:lnTo>
                  <a:pt x="3274150" y="3238500"/>
                </a:lnTo>
                <a:lnTo>
                  <a:pt x="3258803" y="3289300"/>
                </a:lnTo>
                <a:lnTo>
                  <a:pt x="3243031" y="3352800"/>
                </a:lnTo>
                <a:lnTo>
                  <a:pt x="3226835" y="3403600"/>
                </a:lnTo>
                <a:lnTo>
                  <a:pt x="3210217" y="3454400"/>
                </a:lnTo>
                <a:lnTo>
                  <a:pt x="3193178" y="3517900"/>
                </a:lnTo>
                <a:lnTo>
                  <a:pt x="3175722" y="3568700"/>
                </a:lnTo>
                <a:lnTo>
                  <a:pt x="3157849" y="3619500"/>
                </a:lnTo>
                <a:lnTo>
                  <a:pt x="3139561" y="3670300"/>
                </a:lnTo>
                <a:lnTo>
                  <a:pt x="3120861" y="3733800"/>
                </a:lnTo>
                <a:lnTo>
                  <a:pt x="3101751" y="3784600"/>
                </a:lnTo>
                <a:lnTo>
                  <a:pt x="3082231" y="3835400"/>
                </a:lnTo>
                <a:lnTo>
                  <a:pt x="3062304" y="3886200"/>
                </a:lnTo>
                <a:lnTo>
                  <a:pt x="3041973" y="3937000"/>
                </a:lnTo>
                <a:lnTo>
                  <a:pt x="3021238" y="4000500"/>
                </a:lnTo>
                <a:lnTo>
                  <a:pt x="3000101" y="4051300"/>
                </a:lnTo>
                <a:lnTo>
                  <a:pt x="2978565" y="4102100"/>
                </a:lnTo>
                <a:lnTo>
                  <a:pt x="2956632" y="4152900"/>
                </a:lnTo>
                <a:lnTo>
                  <a:pt x="2934303" y="4203700"/>
                </a:lnTo>
                <a:lnTo>
                  <a:pt x="2911580" y="4254500"/>
                </a:lnTo>
                <a:lnTo>
                  <a:pt x="2888465" y="4305300"/>
                </a:lnTo>
                <a:lnTo>
                  <a:pt x="2864960" y="4356100"/>
                </a:lnTo>
                <a:lnTo>
                  <a:pt x="2841066" y="4406900"/>
                </a:lnTo>
                <a:lnTo>
                  <a:pt x="2816786" y="4470400"/>
                </a:lnTo>
                <a:lnTo>
                  <a:pt x="2792122" y="4521200"/>
                </a:lnTo>
                <a:lnTo>
                  <a:pt x="2767076" y="4572000"/>
                </a:lnTo>
                <a:lnTo>
                  <a:pt x="2741648" y="4610100"/>
                </a:lnTo>
                <a:lnTo>
                  <a:pt x="2715842" y="4660900"/>
                </a:lnTo>
                <a:lnTo>
                  <a:pt x="2689658" y="4711700"/>
                </a:lnTo>
                <a:lnTo>
                  <a:pt x="2663100" y="4762500"/>
                </a:lnTo>
                <a:lnTo>
                  <a:pt x="2636168" y="4813300"/>
                </a:lnTo>
                <a:lnTo>
                  <a:pt x="2608865" y="4864100"/>
                </a:lnTo>
                <a:lnTo>
                  <a:pt x="2581193" y="4914900"/>
                </a:lnTo>
                <a:lnTo>
                  <a:pt x="2553153" y="4965700"/>
                </a:lnTo>
                <a:lnTo>
                  <a:pt x="2524747" y="5016500"/>
                </a:lnTo>
                <a:lnTo>
                  <a:pt x="2495977" y="5054600"/>
                </a:lnTo>
                <a:lnTo>
                  <a:pt x="2466846" y="5105400"/>
                </a:lnTo>
                <a:lnTo>
                  <a:pt x="2437354" y="5156200"/>
                </a:lnTo>
                <a:lnTo>
                  <a:pt x="2407504" y="5207000"/>
                </a:lnTo>
                <a:lnTo>
                  <a:pt x="2377298" y="5257800"/>
                </a:lnTo>
                <a:lnTo>
                  <a:pt x="2346737" y="5295900"/>
                </a:lnTo>
                <a:lnTo>
                  <a:pt x="2315824" y="5346700"/>
                </a:lnTo>
                <a:lnTo>
                  <a:pt x="2284560" y="5397500"/>
                </a:lnTo>
                <a:lnTo>
                  <a:pt x="2252947" y="5435600"/>
                </a:lnTo>
                <a:lnTo>
                  <a:pt x="2220987" y="5486400"/>
                </a:lnTo>
                <a:lnTo>
                  <a:pt x="2188683" y="5524500"/>
                </a:lnTo>
                <a:lnTo>
                  <a:pt x="2156034" y="5575300"/>
                </a:lnTo>
                <a:lnTo>
                  <a:pt x="2123045" y="5626100"/>
                </a:lnTo>
                <a:lnTo>
                  <a:pt x="2089716" y="5664200"/>
                </a:lnTo>
                <a:lnTo>
                  <a:pt x="2056050" y="5715000"/>
                </a:lnTo>
                <a:lnTo>
                  <a:pt x="2022048" y="5753100"/>
                </a:lnTo>
                <a:lnTo>
                  <a:pt x="1987712" y="5803900"/>
                </a:lnTo>
                <a:lnTo>
                  <a:pt x="1953044" y="5842000"/>
                </a:lnTo>
                <a:lnTo>
                  <a:pt x="1918046" y="5892800"/>
                </a:lnTo>
                <a:lnTo>
                  <a:pt x="1847067" y="5969000"/>
                </a:lnTo>
                <a:lnTo>
                  <a:pt x="1811090" y="6019800"/>
                </a:lnTo>
                <a:lnTo>
                  <a:pt x="1774791" y="6057900"/>
                </a:lnTo>
                <a:lnTo>
                  <a:pt x="1738170" y="6108700"/>
                </a:lnTo>
                <a:lnTo>
                  <a:pt x="1701231" y="6146800"/>
                </a:lnTo>
                <a:lnTo>
                  <a:pt x="1626404" y="6223000"/>
                </a:lnTo>
                <a:lnTo>
                  <a:pt x="1588520" y="6273800"/>
                </a:lnTo>
                <a:lnTo>
                  <a:pt x="1511820" y="6350000"/>
                </a:lnTo>
                <a:lnTo>
                  <a:pt x="1433889" y="6426200"/>
                </a:lnTo>
                <a:lnTo>
                  <a:pt x="1394467" y="6477000"/>
                </a:lnTo>
                <a:lnTo>
                  <a:pt x="1314719" y="6553200"/>
                </a:lnTo>
                <a:lnTo>
                  <a:pt x="1233778" y="6629400"/>
                </a:lnTo>
                <a:lnTo>
                  <a:pt x="1151660" y="6705600"/>
                </a:lnTo>
                <a:lnTo>
                  <a:pt x="1026306" y="6819900"/>
                </a:lnTo>
                <a:lnTo>
                  <a:pt x="983949" y="6845300"/>
                </a:lnTo>
                <a:lnTo>
                  <a:pt x="898388" y="6921500"/>
                </a:lnTo>
                <a:lnTo>
                  <a:pt x="767954" y="7035800"/>
                </a:lnTo>
                <a:lnTo>
                  <a:pt x="723927" y="7061200"/>
                </a:lnTo>
                <a:lnTo>
                  <a:pt x="635057" y="7137400"/>
                </a:lnTo>
                <a:lnTo>
                  <a:pt x="590219" y="7162800"/>
                </a:lnTo>
                <a:lnTo>
                  <a:pt x="499746" y="7239000"/>
                </a:lnTo>
                <a:lnTo>
                  <a:pt x="454115" y="7264400"/>
                </a:lnTo>
                <a:lnTo>
                  <a:pt x="408223" y="7302500"/>
                </a:lnTo>
                <a:lnTo>
                  <a:pt x="362072" y="7327900"/>
                </a:lnTo>
                <a:lnTo>
                  <a:pt x="315664" y="7366000"/>
                </a:lnTo>
                <a:lnTo>
                  <a:pt x="269002" y="7391400"/>
                </a:lnTo>
                <a:lnTo>
                  <a:pt x="222086" y="7429500"/>
                </a:lnTo>
                <a:lnTo>
                  <a:pt x="127502" y="7480300"/>
                </a:lnTo>
                <a:lnTo>
                  <a:pt x="79838" y="7518400"/>
                </a:lnTo>
                <a:lnTo>
                  <a:pt x="31928" y="7543800"/>
                </a:lnTo>
                <a:lnTo>
                  <a:pt x="0" y="7556500"/>
                </a:lnTo>
                <a:lnTo>
                  <a:pt x="4876494" y="7556500"/>
                </a:lnTo>
                <a:lnTo>
                  <a:pt x="4934328" y="7480300"/>
                </a:lnTo>
                <a:lnTo>
                  <a:pt x="4991366" y="7404100"/>
                </a:lnTo>
                <a:lnTo>
                  <a:pt x="5019586" y="7353300"/>
                </a:lnTo>
                <a:lnTo>
                  <a:pt x="5075426" y="7277100"/>
                </a:lnTo>
                <a:lnTo>
                  <a:pt x="5103046" y="7239000"/>
                </a:lnTo>
                <a:lnTo>
                  <a:pt x="5130465" y="7188200"/>
                </a:lnTo>
                <a:lnTo>
                  <a:pt x="5157683" y="7150100"/>
                </a:lnTo>
                <a:lnTo>
                  <a:pt x="5184701" y="7112000"/>
                </a:lnTo>
                <a:lnTo>
                  <a:pt x="5211517" y="7073900"/>
                </a:lnTo>
                <a:lnTo>
                  <a:pt x="5238131" y="7023100"/>
                </a:lnTo>
                <a:lnTo>
                  <a:pt x="5264543" y="6985000"/>
                </a:lnTo>
                <a:lnTo>
                  <a:pt x="5290754" y="6946900"/>
                </a:lnTo>
                <a:lnTo>
                  <a:pt x="5316761" y="6908800"/>
                </a:lnTo>
                <a:lnTo>
                  <a:pt x="5342567" y="6858000"/>
                </a:lnTo>
                <a:lnTo>
                  <a:pt x="5368169" y="6819900"/>
                </a:lnTo>
                <a:lnTo>
                  <a:pt x="5393569" y="6781800"/>
                </a:lnTo>
                <a:lnTo>
                  <a:pt x="5418765" y="6731000"/>
                </a:lnTo>
                <a:lnTo>
                  <a:pt x="5443757" y="6692900"/>
                </a:lnTo>
                <a:lnTo>
                  <a:pt x="5468546" y="6654800"/>
                </a:lnTo>
                <a:lnTo>
                  <a:pt x="5493130" y="6604000"/>
                </a:lnTo>
                <a:lnTo>
                  <a:pt x="5517510" y="6565900"/>
                </a:lnTo>
                <a:lnTo>
                  <a:pt x="5541686" y="6515100"/>
                </a:lnTo>
                <a:lnTo>
                  <a:pt x="5565656" y="6477000"/>
                </a:lnTo>
                <a:lnTo>
                  <a:pt x="5589421" y="6438900"/>
                </a:lnTo>
                <a:lnTo>
                  <a:pt x="5612981" y="6388100"/>
                </a:lnTo>
                <a:lnTo>
                  <a:pt x="5636336" y="6350000"/>
                </a:lnTo>
                <a:lnTo>
                  <a:pt x="5659484" y="6299200"/>
                </a:lnTo>
                <a:lnTo>
                  <a:pt x="5682426" y="6261100"/>
                </a:lnTo>
                <a:lnTo>
                  <a:pt x="5705162" y="6223000"/>
                </a:lnTo>
                <a:lnTo>
                  <a:pt x="5727691" y="6172200"/>
                </a:lnTo>
                <a:lnTo>
                  <a:pt x="5750014" y="6134100"/>
                </a:lnTo>
                <a:lnTo>
                  <a:pt x="5772129" y="6083300"/>
                </a:lnTo>
                <a:lnTo>
                  <a:pt x="5794036" y="6045200"/>
                </a:lnTo>
                <a:lnTo>
                  <a:pt x="5815736" y="5994400"/>
                </a:lnTo>
                <a:lnTo>
                  <a:pt x="5837229" y="5956300"/>
                </a:lnTo>
                <a:lnTo>
                  <a:pt x="5858512" y="5905500"/>
                </a:lnTo>
                <a:lnTo>
                  <a:pt x="5879588" y="5867400"/>
                </a:lnTo>
                <a:lnTo>
                  <a:pt x="5900455" y="5816600"/>
                </a:lnTo>
                <a:lnTo>
                  <a:pt x="5921112" y="5778500"/>
                </a:lnTo>
                <a:lnTo>
                  <a:pt x="5941561" y="5727700"/>
                </a:lnTo>
                <a:lnTo>
                  <a:pt x="5961800" y="5689600"/>
                </a:lnTo>
                <a:lnTo>
                  <a:pt x="5981829" y="5638800"/>
                </a:lnTo>
                <a:lnTo>
                  <a:pt x="6001649" y="5600700"/>
                </a:lnTo>
                <a:lnTo>
                  <a:pt x="6021258" y="5549900"/>
                </a:lnTo>
                <a:lnTo>
                  <a:pt x="6040657" y="5511800"/>
                </a:lnTo>
                <a:lnTo>
                  <a:pt x="6059845" y="5461000"/>
                </a:lnTo>
                <a:lnTo>
                  <a:pt x="6078822" y="5422900"/>
                </a:lnTo>
                <a:lnTo>
                  <a:pt x="6097588" y="5372100"/>
                </a:lnTo>
                <a:lnTo>
                  <a:pt x="6116142" y="5334000"/>
                </a:lnTo>
                <a:lnTo>
                  <a:pt x="6134485" y="5283200"/>
                </a:lnTo>
                <a:lnTo>
                  <a:pt x="6152615" y="5232400"/>
                </a:lnTo>
                <a:lnTo>
                  <a:pt x="6170534" y="5194300"/>
                </a:lnTo>
                <a:lnTo>
                  <a:pt x="6188239" y="5143500"/>
                </a:lnTo>
                <a:lnTo>
                  <a:pt x="6205733" y="5105400"/>
                </a:lnTo>
                <a:lnTo>
                  <a:pt x="6223013" y="5054600"/>
                </a:lnTo>
                <a:lnTo>
                  <a:pt x="6240079" y="5003800"/>
                </a:lnTo>
                <a:lnTo>
                  <a:pt x="6256933" y="4965700"/>
                </a:lnTo>
                <a:lnTo>
                  <a:pt x="6273572" y="4914900"/>
                </a:lnTo>
                <a:lnTo>
                  <a:pt x="6289998" y="4864100"/>
                </a:lnTo>
                <a:lnTo>
                  <a:pt x="6306209" y="4826000"/>
                </a:lnTo>
                <a:lnTo>
                  <a:pt x="6322206" y="4775200"/>
                </a:lnTo>
                <a:lnTo>
                  <a:pt x="6337988" y="4724400"/>
                </a:lnTo>
                <a:lnTo>
                  <a:pt x="6353554" y="4686300"/>
                </a:lnTo>
                <a:lnTo>
                  <a:pt x="6368906" y="4635500"/>
                </a:lnTo>
                <a:lnTo>
                  <a:pt x="6384042" y="4584700"/>
                </a:lnTo>
                <a:lnTo>
                  <a:pt x="6398962" y="4546600"/>
                </a:lnTo>
                <a:lnTo>
                  <a:pt x="6413667" y="4495800"/>
                </a:lnTo>
                <a:lnTo>
                  <a:pt x="6428154" y="4445000"/>
                </a:lnTo>
                <a:lnTo>
                  <a:pt x="6442426" y="4406900"/>
                </a:lnTo>
                <a:lnTo>
                  <a:pt x="6456480" y="4356100"/>
                </a:lnTo>
                <a:lnTo>
                  <a:pt x="6470318" y="4305300"/>
                </a:lnTo>
                <a:lnTo>
                  <a:pt x="6483938" y="4267200"/>
                </a:lnTo>
                <a:lnTo>
                  <a:pt x="6497340" y="4216400"/>
                </a:lnTo>
                <a:lnTo>
                  <a:pt x="6510525" y="4165600"/>
                </a:lnTo>
                <a:lnTo>
                  <a:pt x="6523492" y="4114800"/>
                </a:lnTo>
                <a:lnTo>
                  <a:pt x="6536240" y="4076700"/>
                </a:lnTo>
                <a:lnTo>
                  <a:pt x="6548770" y="4025900"/>
                </a:lnTo>
                <a:lnTo>
                  <a:pt x="6561080" y="3975100"/>
                </a:lnTo>
                <a:lnTo>
                  <a:pt x="6573172" y="3924300"/>
                </a:lnTo>
                <a:lnTo>
                  <a:pt x="6585045" y="3886200"/>
                </a:lnTo>
                <a:lnTo>
                  <a:pt x="6596697" y="3835400"/>
                </a:lnTo>
                <a:lnTo>
                  <a:pt x="6608130" y="3784600"/>
                </a:lnTo>
                <a:lnTo>
                  <a:pt x="6619343" y="3733800"/>
                </a:lnTo>
                <a:lnTo>
                  <a:pt x="6630335" y="3683000"/>
                </a:lnTo>
                <a:lnTo>
                  <a:pt x="6641107" y="3644900"/>
                </a:lnTo>
                <a:lnTo>
                  <a:pt x="6651658" y="3594100"/>
                </a:lnTo>
                <a:lnTo>
                  <a:pt x="6661988" y="3543300"/>
                </a:lnTo>
                <a:lnTo>
                  <a:pt x="6672096" y="3492500"/>
                </a:lnTo>
                <a:lnTo>
                  <a:pt x="6681983" y="3441700"/>
                </a:lnTo>
                <a:lnTo>
                  <a:pt x="6691648" y="3403600"/>
                </a:lnTo>
                <a:lnTo>
                  <a:pt x="6701091" y="3352800"/>
                </a:lnTo>
                <a:lnTo>
                  <a:pt x="6710311" y="3302000"/>
                </a:lnTo>
                <a:lnTo>
                  <a:pt x="6719309" y="3251200"/>
                </a:lnTo>
                <a:lnTo>
                  <a:pt x="6728084" y="3200400"/>
                </a:lnTo>
                <a:lnTo>
                  <a:pt x="6736635" y="3162300"/>
                </a:lnTo>
                <a:lnTo>
                  <a:pt x="6744964" y="3111500"/>
                </a:lnTo>
                <a:lnTo>
                  <a:pt x="6753068" y="3060700"/>
                </a:lnTo>
                <a:lnTo>
                  <a:pt x="6760949" y="3009900"/>
                </a:lnTo>
                <a:lnTo>
                  <a:pt x="6768605" y="2959100"/>
                </a:lnTo>
                <a:lnTo>
                  <a:pt x="6776037" y="2908300"/>
                </a:lnTo>
                <a:lnTo>
                  <a:pt x="6783245" y="2857500"/>
                </a:lnTo>
                <a:lnTo>
                  <a:pt x="6790227" y="2819400"/>
                </a:lnTo>
                <a:lnTo>
                  <a:pt x="6796984" y="2768600"/>
                </a:lnTo>
                <a:lnTo>
                  <a:pt x="6803516" y="2717800"/>
                </a:lnTo>
                <a:lnTo>
                  <a:pt x="6809822" y="2667000"/>
                </a:lnTo>
                <a:lnTo>
                  <a:pt x="6815902" y="2616200"/>
                </a:lnTo>
                <a:lnTo>
                  <a:pt x="6821756" y="2565400"/>
                </a:lnTo>
                <a:lnTo>
                  <a:pt x="6827384" y="2514600"/>
                </a:lnTo>
                <a:lnTo>
                  <a:pt x="6832785" y="2463800"/>
                </a:lnTo>
                <a:lnTo>
                  <a:pt x="6837958" y="2413000"/>
                </a:lnTo>
                <a:lnTo>
                  <a:pt x="6842905" y="2374900"/>
                </a:lnTo>
                <a:lnTo>
                  <a:pt x="6847624" y="2324100"/>
                </a:lnTo>
                <a:lnTo>
                  <a:pt x="6852116" y="2273300"/>
                </a:lnTo>
                <a:lnTo>
                  <a:pt x="6856379" y="2222500"/>
                </a:lnTo>
                <a:lnTo>
                  <a:pt x="6860414" y="2171700"/>
                </a:lnTo>
                <a:lnTo>
                  <a:pt x="6864221" y="2120900"/>
                </a:lnTo>
                <a:lnTo>
                  <a:pt x="6867799" y="2070100"/>
                </a:lnTo>
                <a:lnTo>
                  <a:pt x="6871148" y="2019300"/>
                </a:lnTo>
                <a:lnTo>
                  <a:pt x="6874267" y="1968500"/>
                </a:lnTo>
                <a:lnTo>
                  <a:pt x="6877158" y="1917700"/>
                </a:lnTo>
                <a:lnTo>
                  <a:pt x="6879818" y="1866900"/>
                </a:lnTo>
                <a:lnTo>
                  <a:pt x="6882248" y="1816100"/>
                </a:lnTo>
                <a:lnTo>
                  <a:pt x="6884449" y="1765300"/>
                </a:lnTo>
                <a:lnTo>
                  <a:pt x="6886418" y="1714500"/>
                </a:lnTo>
                <a:lnTo>
                  <a:pt x="6888157" y="1663700"/>
                </a:lnTo>
                <a:lnTo>
                  <a:pt x="6889665" y="1612900"/>
                </a:lnTo>
                <a:lnTo>
                  <a:pt x="6890941" y="1574800"/>
                </a:lnTo>
                <a:lnTo>
                  <a:pt x="6891986" y="1524000"/>
                </a:lnTo>
                <a:lnTo>
                  <a:pt x="6892800" y="1473200"/>
                </a:lnTo>
                <a:lnTo>
                  <a:pt x="6893381" y="1422400"/>
                </a:lnTo>
                <a:lnTo>
                  <a:pt x="6893730" y="1371600"/>
                </a:lnTo>
                <a:lnTo>
                  <a:pt x="6893643" y="1257300"/>
                </a:lnTo>
                <a:lnTo>
                  <a:pt x="6893381" y="1219200"/>
                </a:lnTo>
                <a:lnTo>
                  <a:pt x="6892800" y="1168400"/>
                </a:lnTo>
                <a:lnTo>
                  <a:pt x="6891986" y="1117600"/>
                </a:lnTo>
                <a:lnTo>
                  <a:pt x="6890941" y="1066800"/>
                </a:lnTo>
                <a:lnTo>
                  <a:pt x="6889665" y="1016000"/>
                </a:lnTo>
                <a:lnTo>
                  <a:pt x="6888157" y="965200"/>
                </a:lnTo>
                <a:lnTo>
                  <a:pt x="6886418" y="914400"/>
                </a:lnTo>
                <a:lnTo>
                  <a:pt x="6884449" y="863600"/>
                </a:lnTo>
                <a:lnTo>
                  <a:pt x="6882248" y="812800"/>
                </a:lnTo>
                <a:lnTo>
                  <a:pt x="6879818" y="762000"/>
                </a:lnTo>
                <a:lnTo>
                  <a:pt x="6877158" y="711200"/>
                </a:lnTo>
                <a:lnTo>
                  <a:pt x="6874267" y="660400"/>
                </a:lnTo>
                <a:lnTo>
                  <a:pt x="6871148" y="609600"/>
                </a:lnTo>
                <a:lnTo>
                  <a:pt x="6867799" y="558800"/>
                </a:lnTo>
                <a:lnTo>
                  <a:pt x="6864221" y="508000"/>
                </a:lnTo>
                <a:lnTo>
                  <a:pt x="6860414" y="469900"/>
                </a:lnTo>
                <a:lnTo>
                  <a:pt x="6856379" y="419100"/>
                </a:lnTo>
                <a:lnTo>
                  <a:pt x="6852115" y="368300"/>
                </a:lnTo>
                <a:lnTo>
                  <a:pt x="6847624" y="317500"/>
                </a:lnTo>
                <a:lnTo>
                  <a:pt x="6842905" y="266700"/>
                </a:lnTo>
                <a:lnTo>
                  <a:pt x="6837958" y="215900"/>
                </a:lnTo>
                <a:lnTo>
                  <a:pt x="6832785" y="165100"/>
                </a:lnTo>
                <a:lnTo>
                  <a:pt x="6827384" y="114300"/>
                </a:lnTo>
                <a:lnTo>
                  <a:pt x="6821756" y="63500"/>
                </a:lnTo>
                <a:lnTo>
                  <a:pt x="6815902" y="12700"/>
                </a:lnTo>
                <a:lnTo>
                  <a:pt x="6814124" y="0"/>
                </a:lnTo>
                <a:close/>
              </a:path>
            </a:pathLst>
          </a:custGeom>
          <a:gradFill>
            <a:gsLst>
              <a:gs pos="23000">
                <a:schemeClr val="accent4">
                  <a:alpha val="25000"/>
                </a:schemeClr>
              </a:gs>
              <a:gs pos="72000">
                <a:schemeClr val="accent6">
                  <a:alpha val="25000"/>
                </a:schemeClr>
              </a:gs>
            </a:gsLst>
            <a:lin ang="5400000" scaled="1"/>
          </a:gradFill>
        </p:spPr>
        <p:txBody>
          <a:bodyPr wrap="square" lIns="0" tIns="0" rIns="0" bIns="0" rtlCol="0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ujitsu Infinity Pro"/>
              <a:ea typeface="+mn-ea"/>
              <a:cs typeface="+mn-cs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0420550-F2DA-C7E1-A483-00FEE6D4681B}"/>
              </a:ext>
            </a:extLst>
          </p:cNvPr>
          <p:cNvSpPr txBox="1">
            <a:spLocks/>
          </p:cNvSpPr>
          <p:nvPr/>
        </p:nvSpPr>
        <p:spPr bwMode="gray">
          <a:xfrm>
            <a:off x="10342038" y="6517804"/>
            <a:ext cx="1541489" cy="143629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altLang="ja-JP" sz="933"/>
              <a:t>© Fujitsu 2025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36EA437-100F-ABD0-9032-E08D7BFE0FE9}"/>
              </a:ext>
            </a:extLst>
          </p:cNvPr>
          <p:cNvSpPr txBox="1">
            <a:spLocks/>
          </p:cNvSpPr>
          <p:nvPr/>
        </p:nvSpPr>
        <p:spPr bwMode="gray">
          <a:xfrm>
            <a:off x="5736000" y="6503279"/>
            <a:ext cx="720000" cy="164212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0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43F034-EE66-4422-B323-D0458A1276F4}" type="slidenum">
              <a:rPr kumimoji="1" lang="ja-JP" altLang="en-US" sz="1067" smtClean="0"/>
              <a:t>‹#›</a:t>
            </a:fld>
            <a:endParaRPr kumimoji="1" lang="ja-JP" altLang="en-US" sz="1067"/>
          </a:p>
        </p:txBody>
      </p:sp>
      <p:pic>
        <p:nvPicPr>
          <p:cNvPr id="6" name="Picture 5" descr="Shape&#10;&#10;Description automatically generated with medium confidence">
            <a:extLst>
              <a:ext uri="{FF2B5EF4-FFF2-40B4-BE49-F238E27FC236}">
                <a16:creationId xmlns:a16="http://schemas.microsoft.com/office/drawing/2014/main" id="{F53E534C-A420-38CB-9CC5-82E1EF67C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668" y="196848"/>
            <a:ext cx="1095477" cy="533400"/>
          </a:xfrm>
          <a:prstGeom prst="rect">
            <a:avLst/>
          </a:prstGeom>
        </p:spPr>
      </p:pic>
      <p:pic>
        <p:nvPicPr>
          <p:cNvPr id="7" name="SD_FUJITSU-RESTRICTED">
            <a:extLst>
              <a:ext uri="{FF2B5EF4-FFF2-40B4-BE49-F238E27FC236}">
                <a16:creationId xmlns:a16="http://schemas.microsoft.com/office/drawing/2014/main" id="{A5AD97A7-9445-8E4A-189A-0DB675760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03" y="6485167"/>
            <a:ext cx="1723588" cy="22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30771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1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CCE3-064B-4C83-8249-E46C030EB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430D13-141D-4468-BCC0-47F2B79679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0976" y="1225938"/>
            <a:ext cx="11578185" cy="335694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</a:lstStyle>
          <a:p>
            <a:pPr lvl="0"/>
            <a:r>
              <a:rPr lang="en-US"/>
              <a:t>Click to edit text styles</a:t>
            </a:r>
          </a:p>
          <a:p>
            <a:pPr marL="751399" marR="0" lvl="1" indent="-29421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tabLst/>
              <a:defRPr/>
            </a:pPr>
            <a:r>
              <a:rPr kumimoji="0" lang="en-US" sz="26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/>
                <a:ea typeface="+mn-ea"/>
                <a:cs typeface="+mn-cs"/>
              </a:rPr>
              <a:t>Second level</a:t>
            </a:r>
          </a:p>
          <a:p>
            <a:pPr marL="1164138" marR="0" lvl="2" indent="-24976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/>
                <a:ea typeface="+mn-ea"/>
                <a:cs typeface="+mn-cs"/>
              </a:rPr>
              <a:t>Third level</a:t>
            </a:r>
          </a:p>
          <a:p>
            <a:pPr marL="1600160" marR="0" lvl="3" indent="-228594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tabLst/>
              <a:defRPr/>
            </a:pPr>
            <a:r>
              <a:rPr kumimoji="0" lang="en-US" sz="21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/>
                <a:ea typeface="+mn-ea"/>
                <a:cs typeface="+mn-cs"/>
              </a:rPr>
              <a:t>Fourth level</a:t>
            </a:r>
          </a:p>
          <a:p>
            <a:pPr marL="2057349" marR="0" lvl="4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tabLst/>
              <a:defRPr/>
            </a:pPr>
            <a:r>
              <a:rPr kumimoji="0" lang="en-US" sz="21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/>
                <a:ea typeface="+mn-ea"/>
                <a:cs typeface="+mn-cs"/>
              </a:rPr>
              <a:t>Fifth level</a:t>
            </a:r>
          </a:p>
          <a:p>
            <a:pPr marL="2514537" marR="0" lvl="5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tabLst/>
              <a:defRPr/>
            </a:pPr>
            <a:r>
              <a:rPr kumimoji="0" lang="en-US" sz="21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/>
                <a:ea typeface="+mn-ea"/>
                <a:cs typeface="+mn-cs"/>
              </a:rPr>
              <a:t>Sixth level</a:t>
            </a:r>
          </a:p>
          <a:p>
            <a:pPr marL="2971726" marR="0" lvl="6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tabLst/>
              <a:defRPr/>
            </a:pPr>
            <a:r>
              <a:rPr kumimoji="0" lang="en-US" sz="21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/>
                <a:ea typeface="+mn-ea"/>
                <a:cs typeface="+mn-cs"/>
              </a:rPr>
              <a:t>Seventh level </a:t>
            </a:r>
          </a:p>
          <a:p>
            <a:pPr marL="3428914" marR="0" lvl="7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tabLst/>
              <a:defRPr/>
            </a:pPr>
            <a:r>
              <a:rPr kumimoji="0" lang="en-US" sz="21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/>
                <a:ea typeface="+mn-ea"/>
                <a:cs typeface="+mn-cs"/>
              </a:rPr>
              <a:t>Eighth level</a:t>
            </a:r>
          </a:p>
          <a:p>
            <a:pPr marL="3886103" marR="0" lvl="8" indent="-228594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6D6E70"/>
              </a:buClr>
              <a:buSzPct val="120000"/>
              <a:buFont typeface="Arial" panose="020B0604020202020204" pitchFamily="34" charset="0"/>
              <a:buChar char="●"/>
              <a:tabLst/>
              <a:defRPr/>
            </a:pPr>
            <a:r>
              <a:rPr kumimoji="0" lang="en-US" sz="21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/>
                <a:ea typeface="+mn-ea"/>
                <a:cs typeface="+mn-cs"/>
              </a:rPr>
              <a:t>Ninth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65662"/>
      </p:ext>
    </p:extLst>
  </p:cSld>
  <p:clrMapOvr>
    <a:masterClrMapping/>
  </p:clrMapOvr>
  <p:transition spd="slow">
    <p:fade/>
  </p:transition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6356" y="275471"/>
            <a:ext cx="10320000" cy="488339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85000"/>
              </a:lnSpc>
              <a:defRPr sz="3733"/>
            </a:lvl1pPr>
          </a:lstStyle>
          <a:p>
            <a:r>
              <a:rPr lang="en-US" altLang="ja-JP"/>
              <a:t>Slide title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9D89-7B63-4C94-AD4D-2E4D6BB836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071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BDB61F-EECD-5E48-FC27-98DFD94FE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0" y="1"/>
            <a:ext cx="12192000" cy="94984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69599" y="205839"/>
            <a:ext cx="10141447" cy="57451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BCFE5517-A639-FCC8-97E5-653FBD117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9600" y="1233601"/>
            <a:ext cx="11455025" cy="337870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kumimoji="1" lang="en-US" altLang="ja-JP"/>
              <a:t>Click to edit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</a:p>
          <a:p>
            <a:pPr lvl="5"/>
            <a:r>
              <a:rPr kumimoji="1" lang="en-US" altLang="ja-JP"/>
              <a:t>Sixth level</a:t>
            </a:r>
          </a:p>
          <a:p>
            <a:pPr lvl="6"/>
            <a:r>
              <a:rPr kumimoji="1" lang="en-US" altLang="ja-JP"/>
              <a:t>Seventh level </a:t>
            </a:r>
          </a:p>
          <a:p>
            <a:pPr lvl="7"/>
            <a:r>
              <a:rPr kumimoji="1" lang="en-US" altLang="ja-JP"/>
              <a:t>Eighth level</a:t>
            </a:r>
          </a:p>
          <a:p>
            <a:pPr lvl="8"/>
            <a:r>
              <a:rPr kumimoji="1" lang="en-US" altLang="ja-JP"/>
              <a:t>Ninth level</a:t>
            </a:r>
          </a:p>
        </p:txBody>
      </p:sp>
      <p:sp>
        <p:nvSpPr>
          <p:cNvPr id="10" name="Rounded Rectangle 21">
            <a:extLst>
              <a:ext uri="{FF2B5EF4-FFF2-40B4-BE49-F238E27FC236}">
                <a16:creationId xmlns:a16="http://schemas.microsoft.com/office/drawing/2014/main" id="{33F54F28-88F3-4A83-ACCD-96B1EA69B72D}"/>
              </a:ext>
            </a:extLst>
          </p:cNvPr>
          <p:cNvSpPr/>
          <p:nvPr userDrawn="1"/>
        </p:nvSpPr>
        <p:spPr bwMode="gray">
          <a:xfrm>
            <a:off x="378884" y="6474699"/>
            <a:ext cx="1274987" cy="188215"/>
          </a:xfrm>
          <a:prstGeom prst="roundRect">
            <a:avLst>
              <a:gd name="adj" fmla="val 50000"/>
            </a:avLst>
          </a:prstGeom>
          <a:noFill/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1624857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33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ujitsu Infinity Pro" pitchFamily="2" charset="0"/>
                <a:ea typeface="+mn-ea"/>
                <a:cs typeface="+mn-cs"/>
              </a:rPr>
              <a:t>FUJITSU-RESTRICTED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81D5FB3D-36B5-40AB-8BB6-D26C959292D2}"/>
              </a:ext>
            </a:extLst>
          </p:cNvPr>
          <p:cNvSpPr txBox="1">
            <a:spLocks/>
          </p:cNvSpPr>
          <p:nvPr userDrawn="1"/>
        </p:nvSpPr>
        <p:spPr bwMode="gray">
          <a:xfrm>
            <a:off x="5630334" y="6486700"/>
            <a:ext cx="93133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4FA8488-155E-4771-8E21-C80A419CDBE4}" type="slidenum">
              <a:rPr lang="en-GB" sz="1067" smtClean="0">
                <a:latin typeface="Fujitsu Infinity Pro" pitchFamily="2" charset="0"/>
              </a:rPr>
              <a:t>‹#›</a:t>
            </a:fld>
            <a:endParaRPr lang="en-GB" sz="1067">
              <a:latin typeface="Fujitsu Infinity Pro" pitchFamily="2" charset="0"/>
            </a:endParaRPr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8DDEC1A9-EFFB-45DD-90D7-F14D067F3E09}"/>
              </a:ext>
            </a:extLst>
          </p:cNvPr>
          <p:cNvSpPr txBox="1">
            <a:spLocks/>
          </p:cNvSpPr>
          <p:nvPr userDrawn="1"/>
        </p:nvSpPr>
        <p:spPr bwMode="gray">
          <a:xfrm>
            <a:off x="6616705" y="6497024"/>
            <a:ext cx="5207920" cy="14356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33">
                <a:latin typeface="Fujitsu Infinity Pro" pitchFamily="2" charset="0"/>
              </a:rPr>
              <a:t>© Fujitsu 2025</a:t>
            </a:r>
          </a:p>
        </p:txBody>
      </p:sp>
      <p:pic>
        <p:nvPicPr>
          <p:cNvPr id="24" name="Picture 23" descr="A picture containing icon&#10;&#10;Description automatically generated">
            <a:extLst>
              <a:ext uri="{FF2B5EF4-FFF2-40B4-BE49-F238E27FC236}">
                <a16:creationId xmlns:a16="http://schemas.microsoft.com/office/drawing/2014/main" id="{CA8FFE63-B5D3-4D34-ACFF-C336C1DB41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12352057" y="-19049"/>
            <a:ext cx="893696" cy="449960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DE16843-15DD-5D67-88F4-8DE2F0B0134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58843" y="182293"/>
            <a:ext cx="1155259" cy="56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4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>
    <p:fade/>
  </p:transition>
  <p:hf hdr="0" ftr="0" dt="0"/>
  <p:txStyles>
    <p:titleStyle>
      <a:lvl1pPr algn="l" defTabSz="914377" rtl="0" eaLnBrk="1" latinLnBrk="0" hangingPunct="1">
        <a:lnSpc>
          <a:spcPct val="100000"/>
        </a:lnSpc>
        <a:spcBef>
          <a:spcPts val="0"/>
        </a:spcBef>
        <a:buNone/>
        <a:defRPr sz="3733" b="1" kern="1200">
          <a:solidFill>
            <a:schemeClr val="bg1"/>
          </a:solidFill>
          <a:latin typeface="Fujitsu Infinity Pro" pitchFamily="2" charset="0"/>
          <a:ea typeface="+mj-ea"/>
          <a:cs typeface="+mj-cs"/>
        </a:defRPr>
      </a:lvl1pPr>
    </p:titleStyle>
    <p:bodyStyle>
      <a:lvl1pPr marL="334425" indent="-334425" algn="l" defTabSz="914377" rtl="0" eaLnBrk="1" latinLnBrk="0" hangingPunct="1">
        <a:lnSpc>
          <a:spcPct val="100000"/>
        </a:lnSpc>
        <a:spcBef>
          <a:spcPts val="0"/>
        </a:spcBef>
        <a:buClr>
          <a:srgbClr val="008224"/>
        </a:buClr>
        <a:buSzPct val="120000"/>
        <a:buFont typeface="Arial" panose="020B0604020202020204" pitchFamily="34" charset="0"/>
        <a:buChar char="●"/>
        <a:defRPr sz="2933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1pPr>
      <a:lvl2pPr marL="751399" indent="-294210" algn="l" defTabSz="914377" rtl="0" eaLnBrk="1" latinLnBrk="0" hangingPunct="1">
        <a:lnSpc>
          <a:spcPct val="100000"/>
        </a:lnSpc>
        <a:spcBef>
          <a:spcPts val="0"/>
        </a:spcBef>
        <a:buClr>
          <a:srgbClr val="6D6E70"/>
        </a:buClr>
        <a:buSzPct val="120000"/>
        <a:buFont typeface="Arial" panose="020B0604020202020204" pitchFamily="34" charset="0"/>
        <a:buChar char="●"/>
        <a:defRPr sz="2667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2pPr>
      <a:lvl3pPr marL="1164138" indent="-249760" algn="l" defTabSz="914377" rtl="0" eaLnBrk="1" latinLnBrk="0" hangingPunct="1">
        <a:lnSpc>
          <a:spcPct val="100000"/>
        </a:lnSpc>
        <a:spcBef>
          <a:spcPts val="0"/>
        </a:spcBef>
        <a:buClr>
          <a:srgbClr val="6D6E70"/>
        </a:buClr>
        <a:buSzPct val="120000"/>
        <a:buFont typeface="Arial" panose="020B0604020202020204" pitchFamily="34" charset="0"/>
        <a:buChar char="●"/>
        <a:defRPr sz="2400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100000"/>
        </a:lnSpc>
        <a:spcBef>
          <a:spcPts val="0"/>
        </a:spcBef>
        <a:buClr>
          <a:srgbClr val="6D6E70"/>
        </a:buClr>
        <a:buSzPct val="120000"/>
        <a:buFont typeface="Arial" panose="020B0604020202020204" pitchFamily="34" charset="0"/>
        <a:buChar char="●"/>
        <a:defRPr sz="2133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D6E70"/>
        </a:buClr>
        <a:buSzPct val="120000"/>
        <a:buFont typeface="Arial" panose="020B0604020202020204" pitchFamily="34" charset="0"/>
        <a:buChar char="●"/>
        <a:defRPr sz="2133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D6E70"/>
        </a:buClr>
        <a:buSzPct val="120000"/>
        <a:buFont typeface="Arial" panose="020B0604020202020204" pitchFamily="34" charset="0"/>
        <a:buChar char="●"/>
        <a:defRPr sz="2133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D6E70"/>
        </a:buClr>
        <a:buSzPct val="120000"/>
        <a:buFont typeface="Arial" panose="020B0604020202020204" pitchFamily="34" charset="0"/>
        <a:buChar char="●"/>
        <a:defRPr sz="2133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D6E70"/>
        </a:buClr>
        <a:buSzPct val="120000"/>
        <a:buFont typeface="Arial" panose="020B0604020202020204" pitchFamily="34" charset="0"/>
        <a:buChar char="●"/>
        <a:defRPr sz="2133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Clr>
          <a:srgbClr val="6D6E70"/>
        </a:buClr>
        <a:buSzPct val="120000"/>
        <a:buFont typeface="Arial" panose="020B0604020202020204" pitchFamily="34" charset="0"/>
        <a:buChar char="●"/>
        <a:defRPr sz="2133" kern="1200">
          <a:solidFill>
            <a:schemeClr val="tx1"/>
          </a:solidFill>
          <a:latin typeface="Fujitsu Infinity Pro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84">
          <p15:clr>
            <a:srgbClr val="F26B43"/>
          </p15:clr>
        </p15:guide>
        <p15:guide id="4" pos="5579">
          <p15:clr>
            <a:srgbClr val="F26B43"/>
          </p15:clr>
        </p15:guide>
        <p15:guide id="6" orient="horz" pos="179">
          <p15:clr>
            <a:srgbClr val="F26B43"/>
          </p15:clr>
        </p15:guide>
        <p15:guide id="7" orient="horz" pos="3061">
          <p15:clr>
            <a:srgbClr val="F26B43"/>
          </p15:clr>
        </p15:guide>
        <p15:guide id="8" orient="horz" pos="5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18/10/relationships/comments" Target="../comments/modernComment_10F_AE11CF4D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18/10/relationships/comments" Target="../comments/modernComment_111_F39FE80D.xm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C7644A-FCF4-07C9-D068-775ACF3D7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28" y="1484734"/>
            <a:ext cx="5281421" cy="2092689"/>
          </a:xfrm>
        </p:spPr>
        <p:txBody>
          <a:bodyPr/>
          <a:lstStyle/>
          <a:p>
            <a:r>
              <a:rPr lang="en-GB"/>
              <a:t>SAP - Activate </a:t>
            </a:r>
            <a:r>
              <a:rPr lang="en-GB" dirty="0"/>
              <a:t>and AMS Standardisation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7046757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21F19-3636-1C55-F269-6523E4E8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JSLMI SAP Plan FY25 onwards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DE9F2D-9322-3F35-A2AA-89315CAF5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856049"/>
              </p:ext>
            </p:extLst>
          </p:nvPr>
        </p:nvGraphicFramePr>
        <p:xfrm>
          <a:off x="184156" y="1102185"/>
          <a:ext cx="11741145" cy="5681997"/>
        </p:xfrm>
        <a:graphic>
          <a:graphicData uri="http://schemas.openxmlformats.org/drawingml/2006/table">
            <a:tbl>
              <a:tblPr/>
              <a:tblGrid>
                <a:gridCol w="1995022">
                  <a:extLst>
                    <a:ext uri="{9D8B030D-6E8A-4147-A177-3AD203B41FA5}">
                      <a16:colId xmlns:a16="http://schemas.microsoft.com/office/drawing/2014/main" val="232759115"/>
                    </a:ext>
                  </a:extLst>
                </a:gridCol>
                <a:gridCol w="1521151">
                  <a:extLst>
                    <a:ext uri="{9D8B030D-6E8A-4147-A177-3AD203B41FA5}">
                      <a16:colId xmlns:a16="http://schemas.microsoft.com/office/drawing/2014/main" val="3485584337"/>
                    </a:ext>
                  </a:extLst>
                </a:gridCol>
                <a:gridCol w="3939611">
                  <a:extLst>
                    <a:ext uri="{9D8B030D-6E8A-4147-A177-3AD203B41FA5}">
                      <a16:colId xmlns:a16="http://schemas.microsoft.com/office/drawing/2014/main" val="304002307"/>
                    </a:ext>
                  </a:extLst>
                </a:gridCol>
                <a:gridCol w="3298677">
                  <a:extLst>
                    <a:ext uri="{9D8B030D-6E8A-4147-A177-3AD203B41FA5}">
                      <a16:colId xmlns:a16="http://schemas.microsoft.com/office/drawing/2014/main" val="4137259394"/>
                    </a:ext>
                  </a:extLst>
                </a:gridCol>
                <a:gridCol w="986684">
                  <a:extLst>
                    <a:ext uri="{9D8B030D-6E8A-4147-A177-3AD203B41FA5}">
                      <a16:colId xmlns:a16="http://schemas.microsoft.com/office/drawing/2014/main" val="4272950485"/>
                    </a:ext>
                  </a:extLst>
                </a:gridCol>
              </a:tblGrid>
              <a:tr h="111428">
                <a:tc>
                  <a:txBody>
                    <a:bodyPr/>
                    <a:lstStyle/>
                    <a:p>
                      <a:pPr algn="l"/>
                      <a:endParaRPr lang="en-GB" sz="1000" b="1">
                        <a:effectLst/>
                      </a:endParaRP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Category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Objective Description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Business Benefits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Timescales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975977"/>
                  </a:ext>
                </a:extLst>
              </a:tr>
              <a:tr h="1207823">
                <a:tc rowSpan="3"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Fujitsu Activate Methodology</a:t>
                      </a:r>
                      <a:br>
                        <a:rPr lang="en-GB" sz="1000" b="1">
                          <a:effectLst/>
                        </a:rPr>
                      </a:br>
                      <a:r>
                        <a:rPr lang="en-GB" sz="1000" b="1">
                          <a:effectLst/>
                        </a:rPr>
                        <a:t>(Fujitsu Integrated Edition)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First Focus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effectLst/>
                        </a:rPr>
                        <a:t>Establish and implement the Fujitsu Integrated SAP Activate methodology, integrating Fujitsu Japan's best practices and SAP's latest roadmap along with SDEM.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 dirty="0">
                          <a:effectLst/>
                        </a:rPr>
                        <a:t>This includes obtaining the full methodology, identifying gaps for DSS/SLM integration, and creating new templates.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effectLst/>
                        </a:rPr>
                        <a:t>Enhanced project delivery consistency and quality; competitive differentiation in SAP RFPs; auditable compliance with global Fujitsu standards; improved knowledge management and training.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effectLst/>
                        </a:rPr>
                        <a:t>End Q4 FY25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588726"/>
                  </a:ext>
                </a:extLst>
              </a:tr>
              <a:tr h="1207823">
                <a:tc vMerge="1">
                  <a:txBody>
                    <a:bodyPr/>
                    <a:lstStyle/>
                    <a:p>
                      <a:pPr algn="l"/>
                      <a:endParaRPr lang="en-GB" sz="1000" b="1">
                        <a:effectLst/>
                      </a:endParaRPr>
                    </a:p>
                  </a:txBody>
                  <a:tcPr marL="36000" marR="19332" marT="12888" marB="12888" anchor="ctr">
                    <a:lnL w="7951" cap="flat" cmpd="sng" algn="ctr">
                      <a:solidFill>
                        <a:srgbClr val="107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51" cap="flat" cmpd="sng" algn="ctr">
                      <a:solidFill>
                        <a:srgbClr val="107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51" cap="flat" cmpd="sng" algn="ctr">
                      <a:solidFill>
                        <a:srgbClr val="108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51" cap="flat" cmpd="sng" algn="ctr">
                      <a:solidFill>
                        <a:srgbClr val="108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Knowledge Build &amp; Pilot Implementation</a:t>
                      </a:r>
                      <a:endParaRPr lang="en-GB" sz="1000">
                        <a:effectLst/>
                      </a:endParaRP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effectLst/>
                        </a:rPr>
                        <a:t>Develop a centralized knowledge base for methodology documents, templates, and accelerators.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effectLst/>
                        </a:rPr>
                        <a:t>Conduct training workshops and internal certification tracks.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effectLst/>
                        </a:rPr>
                        <a:t>Pilot the integrated methodology on an SAP S/4HANA project to refine processes and capture lessons learned.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effectLst/>
                        </a:rPr>
                        <a:t>Improved consultant proficiency and consistent application of best practices; validated and refined methodology for wider rollout.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effectLst/>
                        </a:rPr>
                        <a:t>FY26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472140"/>
                  </a:ext>
                </a:extLst>
              </a:tr>
              <a:tr h="642076">
                <a:tc vMerge="1">
                  <a:txBody>
                    <a:bodyPr/>
                    <a:lstStyle/>
                    <a:p>
                      <a:pPr algn="l"/>
                      <a:endParaRPr lang="en-GB" sz="1000" b="1">
                        <a:effectLst/>
                      </a:endParaRPr>
                    </a:p>
                  </a:txBody>
                  <a:tcPr marL="36000" marR="19332" marT="12888" marB="12888" anchor="ctr">
                    <a:lnL w="7951" cap="flat" cmpd="sng" algn="ctr">
                      <a:solidFill>
                        <a:srgbClr val="107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51" cap="flat" cmpd="sng" algn="ctr">
                      <a:solidFill>
                        <a:srgbClr val="107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51" cap="flat" cmpd="sng" algn="ctr">
                      <a:solidFill>
                        <a:srgbClr val="108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51" cap="flat" cmpd="sng" algn="ctr">
                      <a:solidFill>
                        <a:srgbClr val="108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Formalization &amp; Continuous Improvement</a:t>
                      </a:r>
                      <a:endParaRPr lang="en-GB" sz="1000">
                        <a:effectLst/>
                      </a:endParaRP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effectLst/>
                        </a:rPr>
                        <a:t>Embed the refined Fujitsu Activate Methodology into the Fujitsu India Quality Management System (QMS) for SAP projects. 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effectLst/>
                        </a:rPr>
                        <a:t>Establish a continuous improvement loop driven by project feedback.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effectLst/>
                        </a:rPr>
                        <a:t>Ensures auditable compliance and alignment with global Fujitsu standards; continuous enhancement of delivery processes and quality.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effectLst/>
                        </a:rPr>
                        <a:t>FY26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607709"/>
                  </a:ext>
                </a:extLst>
              </a:tr>
              <a:tr h="1207823">
                <a:tc rowSpan="2"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SAP Global AMS Adoption &amp; Standardization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First Focus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effectLst/>
                        </a:rPr>
                        <a:t>Mandate the use of SAP Global AMS service description for new customer engagements and review existing contracts for alignment.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effectLst/>
                        </a:rPr>
                        <a:t>Standardize KPI reporting and ensure tooling reflects global definitions. [Owned by Quality]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effectLst/>
                        </a:rPr>
                        <a:t>DSM alignment in line with SAP Global AMS product development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effectLst/>
                        </a:rPr>
                        <a:t>Consistent, high-quality AMS delivery; improved reporting and performance measurement; strengthened client perception; alignment with SAP's global rollout plan.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effectLst/>
                        </a:rPr>
                        <a:t>To be agreed with SAP Global AMS program (Follow-up sessions &amp; actions)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027927"/>
                  </a:ext>
                </a:extLst>
              </a:tr>
              <a:tr h="894567">
                <a:tc vMerge="1">
                  <a:txBody>
                    <a:bodyPr/>
                    <a:lstStyle/>
                    <a:p>
                      <a:pPr algn="l"/>
                      <a:endParaRPr lang="en-GB" sz="1000">
                        <a:effectLst/>
                      </a:endParaRPr>
                    </a:p>
                  </a:txBody>
                  <a:tcPr marL="36000" marR="19332" marT="12888" marB="12888" anchor="ctr">
                    <a:lnL w="7951" cap="flat" cmpd="sng" algn="ctr">
                      <a:solidFill>
                        <a:srgbClr val="606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951" cap="flat" cmpd="sng" algn="ctr">
                      <a:solidFill>
                        <a:srgbClr val="6066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951" cap="flat" cmpd="sng" algn="ctr">
                      <a:solidFill>
                        <a:srgbClr val="108C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951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effectLst/>
                        </a:rPr>
                        <a:t>Communication, Training &amp; Governance (AMS)</a:t>
                      </a:r>
                      <a:endParaRPr lang="en-GB" sz="1000">
                        <a:effectLst/>
                      </a:endParaRP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effectLst/>
                        </a:rPr>
                        <a:t>Publish guidelines for SAP AMS teams. Conduct training for delivery managers on updated KPIs and service descriptions.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000">
                          <a:effectLst/>
                        </a:rPr>
                        <a:t>Establish a SAP Global AMS governance body for ongoing monitoring and improvement.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effectLst/>
                        </a:rPr>
                        <a:t>Clear communication and understanding of AMS standards; improved performance through trained personnel; effective monitoring and continuous improvement of AMS operations.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effectLst/>
                        </a:rPr>
                        <a:t>To be agreed with SAP Global AMS program (Follow-up sessions &amp; actions)</a:t>
                      </a:r>
                    </a:p>
                  </a:txBody>
                  <a:tcPr marL="36000" marR="19332" marT="12888" marB="12888"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964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460624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1E8E4-7F63-7A0F-559F-A214AFDC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9C62-AE59-9465-4F4A-4406D209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99" y="277653"/>
            <a:ext cx="10141447" cy="430887"/>
          </a:xfrm>
        </p:spPr>
        <p:txBody>
          <a:bodyPr/>
          <a:lstStyle/>
          <a:p>
            <a:r>
              <a:rPr lang="en-GB" sz="2800">
                <a:latin typeface="Fujitsu Infinity Pro"/>
              </a:rPr>
              <a:t>Integrated Mandatory Standards (IMS) Private Cloud – Mandatory</a:t>
            </a:r>
            <a:endParaRPr lang="en-GB">
              <a:latin typeface="Fujitsu Infinity Pro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60DCA46-9E0D-06A6-2D99-E14B95586F04}"/>
              </a:ext>
            </a:extLst>
          </p:cNvPr>
          <p:cNvGraphicFramePr/>
          <p:nvPr/>
        </p:nvGraphicFramePr>
        <p:xfrm>
          <a:off x="90076" y="1066801"/>
          <a:ext cx="11993067" cy="492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7DC28F-5918-9716-B427-C7984A070755}"/>
              </a:ext>
            </a:extLst>
          </p:cNvPr>
          <p:cNvSpPr txBox="1"/>
          <p:nvPr/>
        </p:nvSpPr>
        <p:spPr>
          <a:xfrm>
            <a:off x="4046497" y="1583822"/>
            <a:ext cx="1967324" cy="438581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Phase Initiation</a:t>
            </a:r>
            <a:endParaRPr lang="en-US"/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Activate Solution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Fit-to-Standard Workshop Preparation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Fit-to-Standard System Preparation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Fit-to-Standard Workshops and Documentation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Fit-to-Standard Workshop Validation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Design Workshops and Documentation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Design Review and Customer Sign Off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UX Activation and Design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Security Design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Data Volume Design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Data Migration Design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Custom Code Impact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Integration Design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Test Planning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Sandbox Setup / Conversion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DEV Setup / Conversion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Sizing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Technical Architecture and Infrastructure Definition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Technical Design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Communication Plan Execution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Phase Closure and Sign-Off phase Deliverables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76F1812-06FB-8CEF-D578-77C65974D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1583822"/>
            <a:ext cx="1967324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Phase Initiation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Plan Realize Phase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Configuration: Introduction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Configuration: Handover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Configuration: Main Configuration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Configuration: Unit Test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Configuration: Bug Fixing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Configuration: Documentation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Security Implementation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Data Volume Management Configuration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Integration Validation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Data Migration &amp; Verification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Custom Code Quality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Integration Implementation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Test Preparation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Test Execution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QAS (Quality Assurance Systems) Setup/ Conversion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IT Infrastructure Setup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Cutover Preparation &amp; Plan NOTE:  Separate document and tasks delivered outside of the Master Activate Phases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Detailed Change Impact Analysis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Enablement Delivery 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Phase Closure and Sign-Off Phase Deliverables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06995-3A66-F418-BF1F-88045DCF8C15}"/>
              </a:ext>
            </a:extLst>
          </p:cNvPr>
          <p:cNvSpPr txBox="1"/>
          <p:nvPr/>
        </p:nvSpPr>
        <p:spPr>
          <a:xfrm>
            <a:off x="7981145" y="1583822"/>
            <a:ext cx="1967324" cy="14773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900"/>
              <a:t>Phase Initiation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/>
              <a:t>Integration Validation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/>
              <a:t>Operations Readiness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/>
              <a:t>Release Closing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/>
              <a:t>Production Cutover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/>
              <a:t>Hyper Care Support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/>
              <a:t>Handover to Support Organization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900"/>
              <a:t>Project Closure and Sign-Off Project Deliverables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6BB7882-5987-D0A4-1BF6-1B61CE135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469" y="1583822"/>
            <a:ext cx="19673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Operate Solution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Improve and Innovate Solution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6C1AAB7-A7B5-535D-6EED-472B9C1811E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076" y="1583822"/>
            <a:ext cx="1905418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marL="228600" indent="-22860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100"/>
              <a:t>Strategic Planning</a:t>
            </a:r>
          </a:p>
          <a:p>
            <a:pPr marL="228600" indent="-22860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100"/>
              <a:t>Conversion Readiness Assessment</a:t>
            </a:r>
          </a:p>
          <a:p>
            <a:pPr marL="228600" indent="-22860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100"/>
              <a:t>Application Value and Scoping</a:t>
            </a:r>
          </a:p>
          <a:p>
            <a:pPr marL="228600" indent="-22860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100"/>
              <a:t>Trial System Provisioning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F42D703-1959-7301-060D-74D5153BD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2572" y="1583822"/>
            <a:ext cx="1821745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Transition Planning</a:t>
            </a:r>
            <a:endParaRPr lang="en-US"/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Project Initiation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Establish Project Governance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Plan Project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Project Kick-Off and On-Boarding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Project Standards, Infrastructure, and Solution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Stakeholder Analysis (RACI, ORG Structure)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Communication Analysis and Plan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Enablement Strategy</a:t>
            </a:r>
          </a:p>
          <a:p>
            <a:pPr marL="228600" indent="-2286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900"/>
              <a:t>Phase Closure and Sign-Off Phase Deliverables</a:t>
            </a:r>
          </a:p>
        </p:txBody>
      </p:sp>
    </p:spTree>
    <p:extLst>
      <p:ext uri="{BB962C8B-B14F-4D97-AF65-F5344CB8AC3E}">
        <p14:creationId xmlns:p14="http://schemas.microsoft.com/office/powerpoint/2010/main" val="2920402765"/>
      </p:ext>
    </p:extLst>
  </p:cSld>
  <p:clrMapOvr>
    <a:masterClrMapping/>
  </p:clrMapOvr>
  <p:transition spd="slow"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C8B93-3A59-1260-5D0F-7CAA0BFC4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FA65E-8955-1DAC-D919-7032A1762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99" y="277653"/>
            <a:ext cx="10141447" cy="430887"/>
          </a:xfrm>
        </p:spPr>
        <p:txBody>
          <a:bodyPr/>
          <a:lstStyle/>
          <a:p>
            <a:r>
              <a:rPr lang="ja-JP" altLang="en-GB" sz="2800" b="0" err="1">
                <a:latin typeface="Fujitsu Infinity Pro"/>
              </a:rPr>
              <a:t>統合必須基準</a:t>
            </a:r>
            <a:r>
              <a:rPr lang="en-GB" sz="2800" b="0" err="1">
                <a:latin typeface="Fujitsu Infinity Pro"/>
              </a:rPr>
              <a:t>（IMS）</a:t>
            </a:r>
            <a:r>
              <a:rPr lang="ja-JP" altLang="en-GB" sz="2800" b="0" err="1">
                <a:latin typeface="Fujitsu Infinity Pro"/>
              </a:rPr>
              <a:t>プライベートクラウド</a:t>
            </a:r>
            <a:r>
              <a:rPr lang="en-GB" sz="2800" b="0">
                <a:latin typeface="Fujitsu Infinity Pro"/>
              </a:rPr>
              <a:t> – </a:t>
            </a:r>
            <a:r>
              <a:rPr lang="ja-JP" altLang="en-GB" sz="2800" b="0">
                <a:latin typeface="Fujitsu Infinity Pro"/>
              </a:rPr>
              <a:t>必須</a:t>
            </a:r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65A19C6-B71E-587D-08AB-7FE307F7554E}"/>
              </a:ext>
            </a:extLst>
          </p:cNvPr>
          <p:cNvGraphicFramePr/>
          <p:nvPr/>
        </p:nvGraphicFramePr>
        <p:xfrm>
          <a:off x="90076" y="1066801"/>
          <a:ext cx="11993067" cy="492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D7AFD2-7853-D3DA-7588-EE89183F393A}"/>
              </a:ext>
            </a:extLst>
          </p:cNvPr>
          <p:cNvSpPr txBox="1"/>
          <p:nvPr/>
        </p:nvSpPr>
        <p:spPr>
          <a:xfrm>
            <a:off x="4046497" y="1583822"/>
            <a:ext cx="1967324" cy="3554819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フェーズ開始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2.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ソリューションの活性化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3.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適合基準ワークショップ準備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4.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適合基準システム準備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5.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適合基準ワークショップと文書化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6.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適合基準ワークショップ検証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7.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設計ワークショップと文書化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8.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設計レビューと顧客承認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9.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UX活性化と設計</a:t>
            </a:r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10.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セキュリティ設計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11.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データ量設計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12.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データ移行設計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13.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カスタムコードの影響評価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14.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統合設計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15.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テスト計画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16.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サンドボックス環境設定／移行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17.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開発環境設定／移行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18.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サイジング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19.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技術アーキテクチャとインフラ定義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20.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技術設計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21.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コミュニケーション計画実行</a:t>
            </a:r>
            <a:endParaRPr lang="en-US">
              <a:highlight>
                <a:srgbClr val="FFFF00"/>
              </a:highlight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22.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フェーズ終了と承認フェーズ成果物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AF95401-A8B3-F4C9-B43D-38876D5AB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1583822"/>
            <a:ext cx="1967324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フェーズ開始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2.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計画実現フェーズ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3.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構成：導入</a:t>
            </a:r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4.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構成：引き継ぎ</a:t>
            </a:r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5.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構成：メイン構成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6.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構成：ユニットテスト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7.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構成：バグ修正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8.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構成：ドキュメント作成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9.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セキュリティ実装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10.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データ量管理構成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11.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統合検証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12.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データ移行と検証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13.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カスタムコード品質</a:t>
            </a:r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14.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統合実装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15.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テスト準備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16.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テスト実行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17.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QAS（品質保証システム）設定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/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変換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18.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ITインフラストラクチャ設定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19.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カットオーバー準備と計画注記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: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マスターアクティベートフェーズ外で提供される別文書およびタスク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20.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詳細な変更影響分析</a:t>
            </a:r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21.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導入支援デリバリ</a:t>
            </a:r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ー </a:t>
            </a:r>
            <a:endParaRPr lang="en-US">
              <a:highlight>
                <a:srgbClr val="C0C0C0"/>
              </a:highlight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22.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フェーズ終了と承認フェーズ成果物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A571CB-7B9C-DA43-89A7-CA8EFCF8FA50}"/>
              </a:ext>
            </a:extLst>
          </p:cNvPr>
          <p:cNvSpPr txBox="1"/>
          <p:nvPr/>
        </p:nvSpPr>
        <p:spPr>
          <a:xfrm>
            <a:off x="7981145" y="1583822"/>
            <a:ext cx="1967324" cy="133882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フェーズ開始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2.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統合検証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3.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運用準備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4.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リリース終了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5.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本番移行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6.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ハイパーケアサポート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7.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サポート組織への引き継ぎ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8.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プロジェクト終了と承認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プロジェクト成果物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14CD33C-DB17-CE3F-D818-5663000DD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8469" y="1583822"/>
            <a:ext cx="196732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AutoNum type="arabicPeriod"/>
            </a:pP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ソリューションの運用</a:t>
            </a:r>
            <a:endParaRPr lang="en-US">
              <a:highlight>
                <a:srgbClr val="FFFF00"/>
              </a:highlight>
            </a:endParaRPr>
          </a:p>
          <a:p>
            <a:pPr marL="228600" indent="-22860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ソリューションの改善と革新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99CCAA0-3355-F779-664D-F5BE9A23D0E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0076" y="1584417"/>
            <a:ext cx="1905418" cy="81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1.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戦略的計画策定</a:t>
            </a:r>
            <a:endParaRPr lang="en-US" sz="900">
              <a:highlight>
                <a:srgbClr val="C0C0C0"/>
              </a:highlight>
              <a:ea typeface="+mn-lt"/>
              <a:cs typeface="+mn-lt"/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2.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移行準備度評価</a:t>
            </a:r>
            <a:endParaRPr lang="en-US" sz="900">
              <a:highlight>
                <a:srgbClr val="C0C0C0"/>
              </a:highlight>
              <a:ea typeface="+mn-lt"/>
              <a:cs typeface="+mn-lt"/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3.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アプリケーション価値とスコープ定義</a:t>
            </a:r>
            <a:endParaRPr lang="en-US" sz="900">
              <a:highlight>
                <a:srgbClr val="C0C0C0"/>
              </a:highlight>
              <a:ea typeface="+mn-lt"/>
              <a:cs typeface="+mn-lt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4.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試験システム構築</a:t>
            </a:r>
            <a:endParaRPr lang="en-US" sz="900">
              <a:highlight>
                <a:srgbClr val="C0C0C0"/>
              </a:highlight>
              <a:ea typeface="+mn-lt"/>
              <a:cs typeface="+mn-lt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EF4A0AE-A6CF-AFC8-72EA-36A65F020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2572" y="1583822"/>
            <a:ext cx="1821745" cy="247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1.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移行計画策定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2.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プロジェクト開始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3.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プロジェクトガバナンスの確立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4.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プロジェクト計画策定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C0C0C0"/>
                </a:highlight>
                <a:ea typeface="+mn-lt"/>
                <a:cs typeface="+mn-lt"/>
              </a:rPr>
              <a:t>5. </a:t>
            </a:r>
            <a:r>
              <a:rPr lang="en-US" sz="900" err="1">
                <a:highlight>
                  <a:srgbClr val="C0C0C0"/>
                </a:highlight>
                <a:ea typeface="+mn-lt"/>
                <a:cs typeface="+mn-lt"/>
              </a:rPr>
              <a:t>プロジェクトキックオフとオンボーディング</a:t>
            </a:r>
            <a:endParaRPr lang="en-US">
              <a:highlight>
                <a:srgbClr val="C0C0C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6.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プロジェクト標準、インフラストラクチャ、ソリューション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7.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ステークホルダー分析（RACI、組織構造</a:t>
            </a: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）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8.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コミュニケーション分析と計画</a:t>
            </a:r>
            <a:endParaRPr lang="en-US">
              <a:highlight>
                <a:srgbClr val="FFFF00"/>
              </a:highlight>
            </a:endParaRPr>
          </a:p>
          <a:p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9. </a:t>
            </a:r>
            <a:r>
              <a:rPr lang="en-US" sz="900" err="1">
                <a:highlight>
                  <a:srgbClr val="FFFF00"/>
                </a:highlight>
                <a:ea typeface="+mn-lt"/>
                <a:cs typeface="+mn-lt"/>
              </a:rPr>
              <a:t>実現戦略</a:t>
            </a:r>
            <a:endParaRPr lang="en-US">
              <a:highlight>
                <a:srgbClr val="FFFF00"/>
              </a:highlight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900">
                <a:highlight>
                  <a:srgbClr val="FFFF00"/>
                </a:highlight>
                <a:ea typeface="+mn-lt"/>
                <a:cs typeface="+mn-lt"/>
              </a:rPr>
              <a:t>10.フェーズ終了と承認フェーズ成果物</a:t>
            </a:r>
            <a:endParaRPr lang="en-US">
              <a:highlight>
                <a:srgbClr val="FFFF00"/>
              </a:highlight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FB9B357-4EEA-E0C3-BAFB-0EC2F0DEF7DB}"/>
              </a:ext>
            </a:extLst>
          </p:cNvPr>
          <p:cNvSpPr/>
          <p:nvPr/>
        </p:nvSpPr>
        <p:spPr>
          <a:xfrm>
            <a:off x="6312877" y="5602880"/>
            <a:ext cx="5770266" cy="97746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>
                <a:solidFill>
                  <a:schemeClr val="tx1"/>
                </a:solidFill>
              </a:rPr>
              <a:t>[Note]</a:t>
            </a:r>
          </a:p>
          <a:p>
            <a:r>
              <a:rPr kumimoji="1" lang="en-US" altLang="ja-JP" sz="1400">
                <a:solidFill>
                  <a:schemeClr val="tx1"/>
                </a:solidFill>
              </a:rPr>
              <a:t>Updated on 3 Feb, by FJ Activate team of EA, JGG in Japan.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>
                <a:solidFill>
                  <a:schemeClr val="tx1"/>
                </a:solidFill>
              </a:rPr>
              <a:t>Letters in YELLOW:  Available in FJ Activate v3.0.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400">
                <a:solidFill>
                  <a:schemeClr val="tx1"/>
                </a:solidFill>
              </a:rPr>
              <a:t>Letters in Gray:         Not available in FJ Activate v3.0.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343117"/>
      </p:ext>
    </p:extLst>
  </p:cSld>
  <p:clrMapOvr>
    <a:masterClrMapping/>
  </p:clrMapOvr>
  <p:transition spd="slow"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DE16B-A501-DB6A-5222-1A5E9273C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B27BC-47CD-046F-4A89-055B01AE7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 - SAP AMS - timeline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88A7F-C503-B304-53B9-4285950A1E75}"/>
              </a:ext>
            </a:extLst>
          </p:cNvPr>
          <p:cNvSpPr txBox="1"/>
          <p:nvPr/>
        </p:nvSpPr>
        <p:spPr>
          <a:xfrm>
            <a:off x="177800" y="1052842"/>
            <a:ext cx="59182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/>
              <a:t>Adopt SAP Global AMS Service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Mandate use of the SAP Global AMS service description in all new customer engagements in line with SAP Global SAP rollout plan.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Review existing AMS contracts to check feasibility to come under SAP Global AMS in line with current program approach.</a:t>
            </a:r>
          </a:p>
          <a:p>
            <a:endParaRPr lang="en-US" sz="1100"/>
          </a:p>
          <a:p>
            <a:r>
              <a:rPr lang="en-US" sz="1100" b="1"/>
              <a:t>Standardize KPI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Work with the Quality Workstream to define a SAP Global SAP Quality KPI Framework (common set of KPIs, reporting frequency, and format).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Align India GDC and other GDCs with this standard.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Ensure tooling (e.g., ServiceNow, Power BI dashboards, or SAC if used) reflects global KPI definitions.</a:t>
            </a:r>
          </a:p>
          <a:p>
            <a:endParaRPr lang="en-US" sz="1100"/>
          </a:p>
          <a:p>
            <a:r>
              <a:rPr lang="en-US" sz="1100" b="1"/>
              <a:t>Communication &amp;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Publish guidelines for SAP AMS teams on how DSM and the SAP Global AMS work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Conduct training for delivery managers and service leads on updated KPIs and service descriptions.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Create and publish an induction pack for SDMs new to SAP Global AMS.</a:t>
            </a:r>
          </a:p>
          <a:p>
            <a:endParaRPr lang="en-US" sz="1100"/>
          </a:p>
          <a:p>
            <a:r>
              <a:rPr lang="en-US" sz="1100" b="1"/>
              <a:t>Continuous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Establish a SAP Global AMS governance body with representatives from GDU, JGG, and regional GDCs.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/>
              <a:t>Include adoption into the existing SAP Global AMS reviews to monitor KPI adoption, service quality, and client satisfaction.</a:t>
            </a:r>
          </a:p>
        </p:txBody>
      </p:sp>
    </p:spTree>
    <p:extLst>
      <p:ext uri="{BB962C8B-B14F-4D97-AF65-F5344CB8AC3E}">
        <p14:creationId xmlns:p14="http://schemas.microsoft.com/office/powerpoint/2010/main" val="463276773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1_Green theme">
  <a:themeElements>
    <a:clrScheme name="FJ-PPT_2022-02">
      <a:dk1>
        <a:srgbClr val="000000"/>
      </a:dk1>
      <a:lt1>
        <a:srgbClr val="FFFFFF"/>
      </a:lt1>
      <a:dk2>
        <a:srgbClr val="D80084"/>
      </a:dk2>
      <a:lt2>
        <a:srgbClr val="2400B0"/>
      </a:lt2>
      <a:accent1>
        <a:srgbClr val="EA0000"/>
      </a:accent1>
      <a:accent2>
        <a:srgbClr val="FF8000"/>
      </a:accent2>
      <a:accent3>
        <a:srgbClr val="FFE700"/>
      </a:accent3>
      <a:accent4>
        <a:srgbClr val="61D600"/>
      </a:accent4>
      <a:accent5>
        <a:srgbClr val="008224"/>
      </a:accent5>
      <a:accent6>
        <a:srgbClr val="00E7EF"/>
      </a:accent6>
      <a:hlink>
        <a:srgbClr val="2400B0"/>
      </a:hlink>
      <a:folHlink>
        <a:srgbClr val="2400B0"/>
      </a:folHlink>
    </a:clrScheme>
    <a:fontScheme name="Custom 1">
      <a:majorFont>
        <a:latin typeface="Fujitsu Infinity Pro"/>
        <a:ea typeface=""/>
        <a:cs typeface=""/>
      </a:majorFont>
      <a:minorFont>
        <a:latin typeface="Fujitsu Infinity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FJ-TC_green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44B620"/>
        </a:accent1>
        <a:accent2>
          <a:srgbClr val="35A821"/>
        </a:accent2>
        <a:accent3>
          <a:srgbClr val="259922"/>
        </a:accent3>
        <a:accent4>
          <a:srgbClr val="168B23"/>
        </a:accent4>
        <a:accent5>
          <a:srgbClr val="067C24"/>
        </a:accent5>
        <a:accent6>
          <a:srgbClr val="008224"/>
        </a:accent6>
        <a:hlink>
          <a:srgbClr val="2400B0"/>
        </a:hlink>
        <a:folHlink>
          <a:srgbClr val="2400B0"/>
        </a:folHlink>
      </a:clrScheme>
    </a:extraClrScheme>
    <a:extraClrScheme>
      <a:clrScheme name="FJ-TC_Uvance">
        <a:dk1>
          <a:srgbClr val="000000"/>
        </a:dk1>
        <a:lt1>
          <a:srgbClr val="FFFFFF"/>
        </a:lt1>
        <a:dk2>
          <a:srgbClr val="FFFFFF"/>
        </a:dk2>
        <a:lt2>
          <a:srgbClr val="EFEFEF"/>
        </a:lt2>
        <a:accent1>
          <a:srgbClr val="37A21E"/>
        </a:accent1>
        <a:accent2>
          <a:srgbClr val="2D9624"/>
        </a:accent2>
        <a:accent3>
          <a:srgbClr val="238A2A"/>
        </a:accent3>
        <a:accent4>
          <a:srgbClr val="187E30"/>
        </a:accent4>
        <a:accent5>
          <a:srgbClr val="0E7236"/>
        </a:accent5>
        <a:accent6>
          <a:srgbClr val="008224"/>
        </a:accent6>
        <a:hlink>
          <a:srgbClr val="2400B0"/>
        </a:hlink>
        <a:folHlink>
          <a:srgbClr val="2400B0"/>
        </a:folHlink>
      </a:clrScheme>
    </a:extraClrScheme>
    <a:extraClrScheme>
      <a:clrScheme name="FJ-PPT_2022-02">
        <a:dk1>
          <a:srgbClr val="000000"/>
        </a:dk1>
        <a:lt1>
          <a:srgbClr val="FFFFFF"/>
        </a:lt1>
        <a:dk2>
          <a:srgbClr val="D80084"/>
        </a:dk2>
        <a:lt2>
          <a:srgbClr val="2400B0"/>
        </a:lt2>
        <a:accent1>
          <a:srgbClr val="EA0000"/>
        </a:accent1>
        <a:accent2>
          <a:srgbClr val="FF8000"/>
        </a:accent2>
        <a:accent3>
          <a:srgbClr val="FFE700"/>
        </a:accent3>
        <a:accent4>
          <a:srgbClr val="61D600"/>
        </a:accent4>
        <a:accent5>
          <a:srgbClr val="008224"/>
        </a:accent5>
        <a:accent6>
          <a:srgbClr val="00E7EF"/>
        </a:accent6>
        <a:hlink>
          <a:srgbClr val="2400B0"/>
        </a:hlink>
        <a:folHlink>
          <a:srgbClr val="2400B0"/>
        </a:folHlink>
      </a:clrScheme>
    </a:extraClrScheme>
  </a:extraClrSchemeLst>
  <a:extLst>
    <a:ext uri="{05A4C25C-085E-4340-85A3-A5531E510DB2}">
      <thm15:themeFamily xmlns:thm15="http://schemas.microsoft.com/office/thememl/2012/main" name="PPT-Standard-FJ-PUBLIC.potx" id="{587EB03A-E9D2-48C5-828C-C14901226934}" vid="{212F74C5-9CFD-447A-A2BA-4FE180C875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84360c-a484-4a23-b45b-771d0fae43b0" xsi:nil="true"/>
    <lcf76f155ced4ddcb4097134ff3c332f xmlns="20d7c0fd-1794-42d5-91f7-05e729f7bb0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D9D84106166446A8C44A34C38DBD01" ma:contentTypeVersion="12" ma:contentTypeDescription="Create a new document." ma:contentTypeScope="" ma:versionID="e9ee013934f62cf780dd32be8c167197">
  <xsd:schema xmlns:xsd="http://www.w3.org/2001/XMLSchema" xmlns:xs="http://www.w3.org/2001/XMLSchema" xmlns:p="http://schemas.microsoft.com/office/2006/metadata/properties" xmlns:ns2="20d7c0fd-1794-42d5-91f7-05e729f7bb09" xmlns:ns3="1b84360c-a484-4a23-b45b-771d0fae43b0" targetNamespace="http://schemas.microsoft.com/office/2006/metadata/properties" ma:root="true" ma:fieldsID="3afe81e8fd29f0a900286c7cb4b7e465" ns2:_="" ns3:_="">
    <xsd:import namespace="20d7c0fd-1794-42d5-91f7-05e729f7bb09"/>
    <xsd:import namespace="1b84360c-a484-4a23-b45b-771d0fae43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d7c0fd-1794-42d5-91f7-05e729f7bb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c4fd492-276b-4614-b3af-3a4c63b563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4360c-a484-4a23-b45b-771d0fae43b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d64ca47-2c71-4046-8055-8d80361ca6bc}" ma:internalName="TaxCatchAll" ma:showField="CatchAllData" ma:web="1b84360c-a484-4a23-b45b-771d0fae43b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E90726-A2D1-4511-A077-43D89A03F709}">
  <ds:schemaRefs>
    <ds:schemaRef ds:uri="http://www.w3.org/XML/1998/namespace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20d7c0fd-1794-42d5-91f7-05e729f7bb09"/>
    <ds:schemaRef ds:uri="http://schemas.microsoft.com/office/infopath/2007/PartnerControls"/>
    <ds:schemaRef ds:uri="1b84360c-a484-4a23-b45b-771d0fae43b0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076BA66-FE23-42F9-98A0-4ABF796C25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531163-C73B-4E7B-AA9A-59A16A4768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d7c0fd-1794-42d5-91f7-05e729f7bb09"/>
    <ds:schemaRef ds:uri="1b84360c-a484-4a23-b45b-771d0fae43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1172</Words>
  <Application>Microsoft Office PowerPoint</Application>
  <PresentationFormat>Widescreen</PresentationFormat>
  <Paragraphs>211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Fujitsu Infinity Pro</vt:lpstr>
      <vt:lpstr>1_Green theme</vt:lpstr>
      <vt:lpstr>SAP - Activate and AMS Standardisation</vt:lpstr>
      <vt:lpstr>JSLMI SAP Plan FY25 onwards</vt:lpstr>
      <vt:lpstr>Integrated Mandatory Standards (IMS) Private Cloud – Mandatory</vt:lpstr>
      <vt:lpstr>統合必須基準（IMS）プライベートクラウド – 必須</vt:lpstr>
      <vt:lpstr>Recommendations - SAP AMS - 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Rate, Matthew</dc:creator>
  <cp:lastModifiedBy>Tyagi, Pramod</cp:lastModifiedBy>
  <cp:revision>2</cp:revision>
  <dcterms:created xsi:type="dcterms:W3CDTF">2025-10-31T14:24:11Z</dcterms:created>
  <dcterms:modified xsi:type="dcterms:W3CDTF">2026-02-13T08:15:20Z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0x01010091D9D84106166446A8C44A34C38DBD01</vt:lpwstr>
  </property>
  <property fmtid="{D5CDD505-2E9C-101B-9397-08002B2CF9AE}" pid="3" name="MSIP_Label_a7295cc1-d279-42ac-ab4d-3b0f4fece050_Enabled">
    <vt:lpwstr>true</vt:lpwstr>
  </property>
  <property fmtid="{D5CDD505-2E9C-101B-9397-08002B2CF9AE}" pid="4" name="MSIP_Label_a7295cc1-d279-42ac-ab4d-3b0f4fece050_SetDate">
    <vt:lpwstr>2025-11-19T11:07:47Z</vt:lpwstr>
  </property>
  <property fmtid="{D5CDD505-2E9C-101B-9397-08002B2CF9AE}" pid="5" name="MSIP_Label_a7295cc1-d279-42ac-ab4d-3b0f4fece050_Method">
    <vt:lpwstr>Standard</vt:lpwstr>
  </property>
  <property fmtid="{D5CDD505-2E9C-101B-9397-08002B2CF9AE}" pid="6" name="MSIP_Label_a7295cc1-d279-42ac-ab4d-3b0f4fece050_Name">
    <vt:lpwstr>FUJITSU-RESTRICTED​</vt:lpwstr>
  </property>
  <property fmtid="{D5CDD505-2E9C-101B-9397-08002B2CF9AE}" pid="7" name="MSIP_Label_a7295cc1-d279-42ac-ab4d-3b0f4fece050_SiteId">
    <vt:lpwstr>a19f121d-81e1-4858-a9d8-736e267fd4c7</vt:lpwstr>
  </property>
  <property fmtid="{D5CDD505-2E9C-101B-9397-08002B2CF9AE}" pid="8" name="MSIP_Label_a7295cc1-d279-42ac-ab4d-3b0f4fece050_ActionId">
    <vt:lpwstr>7ceaae7e-f249-4700-9c7e-2aabe7b6b612</vt:lpwstr>
  </property>
  <property fmtid="{D5CDD505-2E9C-101B-9397-08002B2CF9AE}" pid="9" name="MSIP_Label_a7295cc1-d279-42ac-ab4d-3b0f4fece050_ContentBits">
    <vt:lpwstr>0</vt:lpwstr>
  </property>
  <property fmtid="{D5CDD505-2E9C-101B-9397-08002B2CF9AE}" pid="10" name="MSIP_Label_a7295cc1-d279-42ac-ab4d-3b0f4fece050_Tag">
    <vt:lpwstr>10, 3, 0, 2</vt:lpwstr>
  </property>
  <property fmtid="{D5CDD505-2E9C-101B-9397-08002B2CF9AE}" pid="11" name="MediaServiceImageTags">
    <vt:lpwstr/>
  </property>
</Properties>
</file>