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7CD814-52B1-41EE-9620-051815DF3C07}" v="29" dt="2025-10-20T20:44:41.8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llio Frederico Araujo de Sousa C Resende" userId="124dcea278008c12" providerId="LiveId" clId="{FEFD25AA-1BB2-43F1-A14D-715C8FC80F77}"/>
    <pc:docChg chg="undo custSel addSld modSld">
      <pc:chgData name="Joellio Frederico Araujo de Sousa C Resende" userId="124dcea278008c12" providerId="LiveId" clId="{FEFD25AA-1BB2-43F1-A14D-715C8FC80F77}" dt="2025-10-20T20:44:41.848" v="470" actId="165"/>
      <pc:docMkLst>
        <pc:docMk/>
      </pc:docMkLst>
      <pc:sldChg chg="addSp delSp modSp mod">
        <pc:chgData name="Joellio Frederico Araujo de Sousa C Resende" userId="124dcea278008c12" providerId="LiveId" clId="{FEFD25AA-1BB2-43F1-A14D-715C8FC80F77}" dt="2025-10-20T20:12:28.052" v="405" actId="1076"/>
        <pc:sldMkLst>
          <pc:docMk/>
          <pc:sldMk cId="3110311582" sldId="256"/>
        </pc:sldMkLst>
        <pc:spChg chg="mod topLvl">
          <ac:chgData name="Joellio Frederico Araujo de Sousa C Resende" userId="124dcea278008c12" providerId="LiveId" clId="{FEFD25AA-1BB2-43F1-A14D-715C8FC80F77}" dt="2025-10-20T20:08:51.429" v="171" actId="14100"/>
          <ac:spMkLst>
            <pc:docMk/>
            <pc:sldMk cId="3110311582" sldId="256"/>
            <ac:spMk id="4" creationId="{C145F4A9-9561-27ED-86A3-3166D557D82C}"/>
          </ac:spMkLst>
        </pc:spChg>
        <pc:spChg chg="mod topLvl">
          <ac:chgData name="Joellio Frederico Araujo de Sousa C Resende" userId="124dcea278008c12" providerId="LiveId" clId="{FEFD25AA-1BB2-43F1-A14D-715C8FC80F77}" dt="2025-10-20T20:08:51.429" v="171" actId="14100"/>
          <ac:spMkLst>
            <pc:docMk/>
            <pc:sldMk cId="3110311582" sldId="256"/>
            <ac:spMk id="5" creationId="{EA529EFF-D755-1A19-45F8-86969B49E559}"/>
          </ac:spMkLst>
        </pc:spChg>
        <pc:spChg chg="mod">
          <ac:chgData name="Joellio Frederico Araujo de Sousa C Resende" userId="124dcea278008c12" providerId="LiveId" clId="{FEFD25AA-1BB2-43F1-A14D-715C8FC80F77}" dt="2025-10-20T20:08:51.429" v="171" actId="14100"/>
          <ac:spMkLst>
            <pc:docMk/>
            <pc:sldMk cId="3110311582" sldId="256"/>
            <ac:spMk id="6" creationId="{BD9AAF89-58DE-7D8A-8AE6-F684F5D9A6EA}"/>
          </ac:spMkLst>
        </pc:spChg>
        <pc:spChg chg="mod topLvl">
          <ac:chgData name="Joellio Frederico Araujo de Sousa C Resende" userId="124dcea278008c12" providerId="LiveId" clId="{FEFD25AA-1BB2-43F1-A14D-715C8FC80F77}" dt="2025-10-20T20:12:13.202" v="372" actId="1037"/>
          <ac:spMkLst>
            <pc:docMk/>
            <pc:sldMk cId="3110311582" sldId="256"/>
            <ac:spMk id="7" creationId="{C5B988BC-F104-6E39-F575-C419DD558F0C}"/>
          </ac:spMkLst>
        </pc:spChg>
        <pc:spChg chg="mod">
          <ac:chgData name="Joellio Frederico Araujo de Sousa C Resende" userId="124dcea278008c12" providerId="LiveId" clId="{FEFD25AA-1BB2-43F1-A14D-715C8FC80F77}" dt="2025-10-20T20:12:22.391" v="404" actId="1038"/>
          <ac:spMkLst>
            <pc:docMk/>
            <pc:sldMk cId="3110311582" sldId="256"/>
            <ac:spMk id="8" creationId="{4928205E-2397-C4B4-E8A2-B5D77C6354B9}"/>
          </ac:spMkLst>
        </pc:spChg>
        <pc:spChg chg="mod">
          <ac:chgData name="Joellio Frederico Araujo de Sousa C Resende" userId="124dcea278008c12" providerId="LiveId" clId="{FEFD25AA-1BB2-43F1-A14D-715C8FC80F77}" dt="2025-10-20T20:12:22.391" v="404" actId="1038"/>
          <ac:spMkLst>
            <pc:docMk/>
            <pc:sldMk cId="3110311582" sldId="256"/>
            <ac:spMk id="9" creationId="{0C9BE2C3-4A1D-3EF7-0E36-973ADF5457CC}"/>
          </ac:spMkLst>
        </pc:spChg>
        <pc:spChg chg="mod">
          <ac:chgData name="Joellio Frederico Araujo de Sousa C Resende" userId="124dcea278008c12" providerId="LiveId" clId="{FEFD25AA-1BB2-43F1-A14D-715C8FC80F77}" dt="2025-10-20T20:12:02.401" v="344" actId="1038"/>
          <ac:spMkLst>
            <pc:docMk/>
            <pc:sldMk cId="3110311582" sldId="256"/>
            <ac:spMk id="10" creationId="{F6CB4539-EB5B-B9FD-EE3F-B4E45C514BED}"/>
          </ac:spMkLst>
        </pc:spChg>
        <pc:spChg chg="mod">
          <ac:chgData name="Joellio Frederico Araujo de Sousa C Resende" userId="124dcea278008c12" providerId="LiveId" clId="{FEFD25AA-1BB2-43F1-A14D-715C8FC80F77}" dt="2025-10-20T20:12:13.202" v="372" actId="1037"/>
          <ac:spMkLst>
            <pc:docMk/>
            <pc:sldMk cId="3110311582" sldId="256"/>
            <ac:spMk id="11" creationId="{4980EECF-E249-7A44-40F2-1F6B292F9E24}"/>
          </ac:spMkLst>
        </pc:spChg>
        <pc:spChg chg="mod">
          <ac:chgData name="Joellio Frederico Araujo de Sousa C Resende" userId="124dcea278008c12" providerId="LiveId" clId="{FEFD25AA-1BB2-43F1-A14D-715C8FC80F77}" dt="2025-10-20T20:12:02.401" v="344" actId="1038"/>
          <ac:spMkLst>
            <pc:docMk/>
            <pc:sldMk cId="3110311582" sldId="256"/>
            <ac:spMk id="12" creationId="{06A55B44-1AD0-4157-1F4D-389E023B3204}"/>
          </ac:spMkLst>
        </pc:spChg>
        <pc:spChg chg="mod">
          <ac:chgData name="Joellio Frederico Araujo de Sousa C Resende" userId="124dcea278008c12" providerId="LiveId" clId="{FEFD25AA-1BB2-43F1-A14D-715C8FC80F77}" dt="2025-10-20T20:12:02.401" v="344" actId="1038"/>
          <ac:spMkLst>
            <pc:docMk/>
            <pc:sldMk cId="3110311582" sldId="256"/>
            <ac:spMk id="13" creationId="{6A258B70-E61F-2F36-73E9-570BF2459A9D}"/>
          </ac:spMkLst>
        </pc:spChg>
        <pc:spChg chg="mod topLvl">
          <ac:chgData name="Joellio Frederico Araujo de Sousa C Resende" userId="124dcea278008c12" providerId="LiveId" clId="{FEFD25AA-1BB2-43F1-A14D-715C8FC80F77}" dt="2025-10-20T20:11:04.608" v="250" actId="1037"/>
          <ac:spMkLst>
            <pc:docMk/>
            <pc:sldMk cId="3110311582" sldId="256"/>
            <ac:spMk id="14" creationId="{B2BE0359-784C-8A19-0310-D344A51B4789}"/>
          </ac:spMkLst>
        </pc:spChg>
        <pc:spChg chg="mod">
          <ac:chgData name="Joellio Frederico Araujo de Sousa C Resende" userId="124dcea278008c12" providerId="LiveId" clId="{FEFD25AA-1BB2-43F1-A14D-715C8FC80F77}" dt="2025-10-20T20:11:07.640" v="260" actId="1037"/>
          <ac:spMkLst>
            <pc:docMk/>
            <pc:sldMk cId="3110311582" sldId="256"/>
            <ac:spMk id="15" creationId="{6E3690BA-02D5-8430-642F-0D54ED63E54D}"/>
          </ac:spMkLst>
        </pc:spChg>
        <pc:spChg chg="mod topLvl">
          <ac:chgData name="Joellio Frederico Araujo de Sousa C Resende" userId="124dcea278008c12" providerId="LiveId" clId="{FEFD25AA-1BB2-43F1-A14D-715C8FC80F77}" dt="2025-10-20T20:12:13.202" v="372" actId="1037"/>
          <ac:spMkLst>
            <pc:docMk/>
            <pc:sldMk cId="3110311582" sldId="256"/>
            <ac:spMk id="16" creationId="{2BED511A-5CDF-6A05-6594-BC08B8141CC2}"/>
          </ac:spMkLst>
        </pc:spChg>
        <pc:spChg chg="mod">
          <ac:chgData name="Joellio Frederico Araujo de Sousa C Resende" userId="124dcea278008c12" providerId="LiveId" clId="{FEFD25AA-1BB2-43F1-A14D-715C8FC80F77}" dt="2025-10-20T20:11:14.539" v="280" actId="1037"/>
          <ac:spMkLst>
            <pc:docMk/>
            <pc:sldMk cId="3110311582" sldId="256"/>
            <ac:spMk id="17" creationId="{7ECA955A-F634-478A-2C08-A6C5D903A44D}"/>
          </ac:spMkLst>
        </pc:spChg>
        <pc:spChg chg="mod">
          <ac:chgData name="Joellio Frederico Araujo de Sousa C Resende" userId="124dcea278008c12" providerId="LiveId" clId="{FEFD25AA-1BB2-43F1-A14D-715C8FC80F77}" dt="2025-10-20T20:12:22.391" v="404" actId="1038"/>
          <ac:spMkLst>
            <pc:docMk/>
            <pc:sldMk cId="3110311582" sldId="256"/>
            <ac:spMk id="18" creationId="{50AD37E1-BD7B-ED08-F86C-95E1E538CB87}"/>
          </ac:spMkLst>
        </pc:spChg>
        <pc:spChg chg="mod">
          <ac:chgData name="Joellio Frederico Araujo de Sousa C Resende" userId="124dcea278008c12" providerId="LiveId" clId="{FEFD25AA-1BB2-43F1-A14D-715C8FC80F77}" dt="2025-10-20T20:12:13.202" v="372" actId="1037"/>
          <ac:spMkLst>
            <pc:docMk/>
            <pc:sldMk cId="3110311582" sldId="256"/>
            <ac:spMk id="19" creationId="{8E1A0BCC-F176-0ABE-88C2-DE73894CC1DB}"/>
          </ac:spMkLst>
        </pc:spChg>
        <pc:spChg chg="mod">
          <ac:chgData name="Joellio Frederico Araujo de Sousa C Resende" userId="124dcea278008c12" providerId="LiveId" clId="{FEFD25AA-1BB2-43F1-A14D-715C8FC80F77}" dt="2025-10-20T20:12:13.202" v="372" actId="1037"/>
          <ac:spMkLst>
            <pc:docMk/>
            <pc:sldMk cId="3110311582" sldId="256"/>
            <ac:spMk id="20" creationId="{5E9B711F-9EA3-293C-723A-F225D7EBBD3B}"/>
          </ac:spMkLst>
        </pc:spChg>
        <pc:spChg chg="mod">
          <ac:chgData name="Joellio Frederico Araujo de Sousa C Resende" userId="124dcea278008c12" providerId="LiveId" clId="{FEFD25AA-1BB2-43F1-A14D-715C8FC80F77}" dt="2025-10-20T20:09:58.580" v="207" actId="1038"/>
          <ac:spMkLst>
            <pc:docMk/>
            <pc:sldMk cId="3110311582" sldId="256"/>
            <ac:spMk id="21" creationId="{FB629888-AF16-6A31-CCF8-3BDD5CFE5C8B}"/>
          </ac:spMkLst>
        </pc:spChg>
        <pc:spChg chg="mod">
          <ac:chgData name="Joellio Frederico Araujo de Sousa C Resende" userId="124dcea278008c12" providerId="LiveId" clId="{FEFD25AA-1BB2-43F1-A14D-715C8FC80F77}" dt="2025-10-20T20:12:22.391" v="404" actId="1038"/>
          <ac:spMkLst>
            <pc:docMk/>
            <pc:sldMk cId="3110311582" sldId="256"/>
            <ac:spMk id="23" creationId="{81F09F4C-8520-C1B2-2365-80874C9B88D7}"/>
          </ac:spMkLst>
        </pc:spChg>
        <pc:spChg chg="mod topLvl">
          <ac:chgData name="Joellio Frederico Araujo de Sousa C Resende" userId="124dcea278008c12" providerId="LiveId" clId="{FEFD25AA-1BB2-43F1-A14D-715C8FC80F77}" dt="2025-10-20T20:12:22.391" v="404" actId="1038"/>
          <ac:spMkLst>
            <pc:docMk/>
            <pc:sldMk cId="3110311582" sldId="256"/>
            <ac:spMk id="24" creationId="{02EECDA0-9470-1E3C-99F0-F4F980478AEE}"/>
          </ac:spMkLst>
        </pc:spChg>
        <pc:spChg chg="mod">
          <ac:chgData name="Joellio Frederico Araujo de Sousa C Resende" userId="124dcea278008c12" providerId="LiveId" clId="{FEFD25AA-1BB2-43F1-A14D-715C8FC80F77}" dt="2025-10-20T20:12:08.436" v="346" actId="1076"/>
          <ac:spMkLst>
            <pc:docMk/>
            <pc:sldMk cId="3110311582" sldId="256"/>
            <ac:spMk id="25" creationId="{43CB994B-BC0E-85F7-E105-DADB1ABEDC32}"/>
          </ac:spMkLst>
        </pc:spChg>
        <pc:spChg chg="mod">
          <ac:chgData name="Joellio Frederico Araujo de Sousa C Resende" userId="124dcea278008c12" providerId="LiveId" clId="{FEFD25AA-1BB2-43F1-A14D-715C8FC80F77}" dt="2025-10-20T20:09:58.580" v="207" actId="1038"/>
          <ac:spMkLst>
            <pc:docMk/>
            <pc:sldMk cId="3110311582" sldId="256"/>
            <ac:spMk id="27" creationId="{784E7F1F-B4DF-A3AA-97D5-66DF70FCF539}"/>
          </ac:spMkLst>
        </pc:spChg>
        <pc:spChg chg="mod topLvl">
          <ac:chgData name="Joellio Frederico Araujo de Sousa C Resende" userId="124dcea278008c12" providerId="LiveId" clId="{FEFD25AA-1BB2-43F1-A14D-715C8FC80F77}" dt="2025-10-20T20:09:30.538" v="174" actId="404"/>
          <ac:spMkLst>
            <pc:docMk/>
            <pc:sldMk cId="3110311582" sldId="256"/>
            <ac:spMk id="28" creationId="{17D9B727-AE2C-2277-A00D-FE9B1A47BD3F}"/>
          </ac:spMkLst>
        </pc:spChg>
        <pc:spChg chg="add mod topLvl">
          <ac:chgData name="Joellio Frederico Araujo de Sousa C Resende" userId="124dcea278008c12" providerId="LiveId" clId="{FEFD25AA-1BB2-43F1-A14D-715C8FC80F77}" dt="2025-10-20T20:08:11.640" v="150" actId="404"/>
          <ac:spMkLst>
            <pc:docMk/>
            <pc:sldMk cId="3110311582" sldId="256"/>
            <ac:spMk id="29" creationId="{06BDAD42-2BFD-94B2-70DE-28E468476641}"/>
          </ac:spMkLst>
        </pc:spChg>
        <pc:spChg chg="add mod">
          <ac:chgData name="Joellio Frederico Araujo de Sousa C Resende" userId="124dcea278008c12" providerId="LiveId" clId="{FEFD25AA-1BB2-43F1-A14D-715C8FC80F77}" dt="2025-10-20T19:58:06.991" v="23" actId="1076"/>
          <ac:spMkLst>
            <pc:docMk/>
            <pc:sldMk cId="3110311582" sldId="256"/>
            <ac:spMk id="30" creationId="{D06E01C5-91E3-82B6-D333-9ED2C40963E2}"/>
          </ac:spMkLst>
        </pc:spChg>
        <pc:spChg chg="add mod topLvl">
          <ac:chgData name="Joellio Frederico Araujo de Sousa C Resende" userId="124dcea278008c12" providerId="LiveId" clId="{FEFD25AA-1BB2-43F1-A14D-715C8FC80F77}" dt="2025-10-20T20:12:13.202" v="372" actId="1037"/>
          <ac:spMkLst>
            <pc:docMk/>
            <pc:sldMk cId="3110311582" sldId="256"/>
            <ac:spMk id="31" creationId="{F7E6B091-FB22-2A07-8F52-780EEED89F12}"/>
          </ac:spMkLst>
        </pc:spChg>
        <pc:spChg chg="add mod">
          <ac:chgData name="Joellio Frederico Araujo de Sousa C Resende" userId="124dcea278008c12" providerId="LiveId" clId="{FEFD25AA-1BB2-43F1-A14D-715C8FC80F77}" dt="2025-10-20T19:58:44.068" v="39" actId="20577"/>
          <ac:spMkLst>
            <pc:docMk/>
            <pc:sldMk cId="3110311582" sldId="256"/>
            <ac:spMk id="32" creationId="{5B498840-441E-3CE5-4427-F49299B422CB}"/>
          </ac:spMkLst>
        </pc:spChg>
        <pc:spChg chg="add mod">
          <ac:chgData name="Joellio Frederico Araujo de Sousa C Resende" userId="124dcea278008c12" providerId="LiveId" clId="{FEFD25AA-1BB2-43F1-A14D-715C8FC80F77}" dt="2025-10-20T19:59:01.034" v="48" actId="20577"/>
          <ac:spMkLst>
            <pc:docMk/>
            <pc:sldMk cId="3110311582" sldId="256"/>
            <ac:spMk id="33" creationId="{FFF27C7E-E01D-5608-122C-0F2362FACE02}"/>
          </ac:spMkLst>
        </pc:spChg>
        <pc:spChg chg="add mod">
          <ac:chgData name="Joellio Frederico Araujo de Sousa C Resende" userId="124dcea278008c12" providerId="LiveId" clId="{FEFD25AA-1BB2-43F1-A14D-715C8FC80F77}" dt="2025-10-20T20:12:22.391" v="404" actId="1038"/>
          <ac:spMkLst>
            <pc:docMk/>
            <pc:sldMk cId="3110311582" sldId="256"/>
            <ac:spMk id="34" creationId="{D7EE8053-231D-6964-5420-77904C450246}"/>
          </ac:spMkLst>
        </pc:spChg>
        <pc:spChg chg="add mod">
          <ac:chgData name="Joellio Frederico Araujo de Sousa C Resende" userId="124dcea278008c12" providerId="LiveId" clId="{FEFD25AA-1BB2-43F1-A14D-715C8FC80F77}" dt="2025-10-20T20:12:28.052" v="405" actId="1076"/>
          <ac:spMkLst>
            <pc:docMk/>
            <pc:sldMk cId="3110311582" sldId="256"/>
            <ac:spMk id="35" creationId="{6F7CE69B-F715-F21E-4609-A51D8CD5D5E3}"/>
          </ac:spMkLst>
        </pc:spChg>
        <pc:spChg chg="add del mod">
          <ac:chgData name="Joellio Frederico Araujo de Sousa C Resende" userId="124dcea278008c12" providerId="LiveId" clId="{FEFD25AA-1BB2-43F1-A14D-715C8FC80F77}" dt="2025-10-20T20:10:15.129" v="213" actId="478"/>
          <ac:spMkLst>
            <pc:docMk/>
            <pc:sldMk cId="3110311582" sldId="256"/>
            <ac:spMk id="36" creationId="{8A767561-C18C-E9C0-72A1-DE7D2AFE0B53}"/>
          </ac:spMkLst>
        </pc:spChg>
        <pc:spChg chg="add del mod">
          <ac:chgData name="Joellio Frederico Araujo de Sousa C Resende" userId="124dcea278008c12" providerId="LiveId" clId="{FEFD25AA-1BB2-43F1-A14D-715C8FC80F77}" dt="2025-10-20T20:10:17.679" v="214" actId="478"/>
          <ac:spMkLst>
            <pc:docMk/>
            <pc:sldMk cId="3110311582" sldId="256"/>
            <ac:spMk id="37" creationId="{ED88C835-D306-E63E-15CA-6F48D896126B}"/>
          </ac:spMkLst>
        </pc:spChg>
        <pc:spChg chg="add mod">
          <ac:chgData name="Joellio Frederico Araujo de Sousa C Resende" userId="124dcea278008c12" providerId="LiveId" clId="{FEFD25AA-1BB2-43F1-A14D-715C8FC80F77}" dt="2025-10-20T20:10:27.206" v="218" actId="14100"/>
          <ac:spMkLst>
            <pc:docMk/>
            <pc:sldMk cId="3110311582" sldId="256"/>
            <ac:spMk id="38" creationId="{5D52740B-89B7-1A83-CCEC-E15485B67124}"/>
          </ac:spMkLst>
        </pc:spChg>
        <pc:spChg chg="add del mod">
          <ac:chgData name="Joellio Frederico Araujo de Sousa C Resende" userId="124dcea278008c12" providerId="LiveId" clId="{FEFD25AA-1BB2-43F1-A14D-715C8FC80F77}" dt="2025-10-20T20:10:19.753" v="215" actId="478"/>
          <ac:spMkLst>
            <pc:docMk/>
            <pc:sldMk cId="3110311582" sldId="256"/>
            <ac:spMk id="39" creationId="{82BC65DC-CAB6-7EA3-4207-95A1B71FC739}"/>
          </ac:spMkLst>
        </pc:spChg>
        <pc:spChg chg="add del mod topLvl">
          <ac:chgData name="Joellio Frederico Araujo de Sousa C Resende" userId="124dcea278008c12" providerId="LiveId" clId="{FEFD25AA-1BB2-43F1-A14D-715C8FC80F77}" dt="2025-10-20T20:10:21.519" v="216" actId="478"/>
          <ac:spMkLst>
            <pc:docMk/>
            <pc:sldMk cId="3110311582" sldId="256"/>
            <ac:spMk id="40" creationId="{428B6C81-959D-2B9F-87DD-68DF55EA6CBD}"/>
          </ac:spMkLst>
        </pc:spChg>
        <pc:spChg chg="add mod">
          <ac:chgData name="Joellio Frederico Araujo de Sousa C Resende" userId="124dcea278008c12" providerId="LiveId" clId="{FEFD25AA-1BB2-43F1-A14D-715C8FC80F77}" dt="2025-10-20T20:12:22.391" v="404" actId="1038"/>
          <ac:spMkLst>
            <pc:docMk/>
            <pc:sldMk cId="3110311582" sldId="256"/>
            <ac:spMk id="43" creationId="{B503B957-A91D-4C83-DDA0-8F7B34F8ABA2}"/>
          </ac:spMkLst>
        </pc:spChg>
        <pc:spChg chg="add mod">
          <ac:chgData name="Joellio Frederico Araujo de Sousa C Resende" userId="124dcea278008c12" providerId="LiveId" clId="{FEFD25AA-1BB2-43F1-A14D-715C8FC80F77}" dt="2025-10-20T20:10:43.168" v="224" actId="1076"/>
          <ac:spMkLst>
            <pc:docMk/>
            <pc:sldMk cId="3110311582" sldId="256"/>
            <ac:spMk id="44" creationId="{FFF3F9C4-2B46-9956-6F11-73A1C4D96FBE}"/>
          </ac:spMkLst>
        </pc:spChg>
        <pc:spChg chg="add mod">
          <ac:chgData name="Joellio Frederico Araujo de Sousa C Resende" userId="124dcea278008c12" providerId="LiveId" clId="{FEFD25AA-1BB2-43F1-A14D-715C8FC80F77}" dt="2025-10-20T20:12:13.202" v="372" actId="1037"/>
          <ac:spMkLst>
            <pc:docMk/>
            <pc:sldMk cId="3110311582" sldId="256"/>
            <ac:spMk id="45" creationId="{B87A563C-3D8D-36A3-4497-12C22196E421}"/>
          </ac:spMkLst>
        </pc:spChg>
        <pc:spChg chg="add mod">
          <ac:chgData name="Joellio Frederico Araujo de Sousa C Resende" userId="124dcea278008c12" providerId="LiveId" clId="{FEFD25AA-1BB2-43F1-A14D-715C8FC80F77}" dt="2025-10-20T20:10:54.956" v="228" actId="1076"/>
          <ac:spMkLst>
            <pc:docMk/>
            <pc:sldMk cId="3110311582" sldId="256"/>
            <ac:spMk id="46" creationId="{608246C5-0860-3733-00BF-BC58C2523B93}"/>
          </ac:spMkLst>
        </pc:spChg>
        <pc:grpChg chg="mod">
          <ac:chgData name="Joellio Frederico Araujo de Sousa C Resende" userId="124dcea278008c12" providerId="LiveId" clId="{FEFD25AA-1BB2-43F1-A14D-715C8FC80F77}" dt="2025-10-20T20:06:03.637" v="143" actId="1076"/>
          <ac:grpSpMkLst>
            <pc:docMk/>
            <pc:sldMk cId="3110311582" sldId="256"/>
            <ac:grpSpMk id="41" creationId="{D2F22CBC-5D66-2931-0E0F-8994AD048FC8}"/>
          </ac:grpSpMkLst>
        </pc:grpChg>
        <pc:grpChg chg="mod">
          <ac:chgData name="Joellio Frederico Araujo de Sousa C Resende" userId="124dcea278008c12" providerId="LiveId" clId="{FEFD25AA-1BB2-43F1-A14D-715C8FC80F77}" dt="2025-10-20T20:07:03.094" v="147" actId="1076"/>
          <ac:grpSpMkLst>
            <pc:docMk/>
            <pc:sldMk cId="3110311582" sldId="256"/>
            <ac:grpSpMk id="42" creationId="{84957127-3A5E-272E-684C-A4AA641FC686}"/>
          </ac:grpSpMkLst>
        </pc:grpChg>
      </pc:sldChg>
      <pc:sldChg chg="addSp delSp modSp new mod">
        <pc:chgData name="Joellio Frederico Araujo de Sousa C Resende" userId="124dcea278008c12" providerId="LiveId" clId="{FEFD25AA-1BB2-43F1-A14D-715C8FC80F77}" dt="2025-10-20T20:44:41.848" v="470" actId="165"/>
        <pc:sldMkLst>
          <pc:docMk/>
          <pc:sldMk cId="586865693" sldId="257"/>
        </pc:sldMkLst>
        <pc:spChg chg="del">
          <ac:chgData name="Joellio Frederico Araujo de Sousa C Resende" userId="124dcea278008c12" providerId="LiveId" clId="{FEFD25AA-1BB2-43F1-A14D-715C8FC80F77}" dt="2025-10-20T20:41:51.959" v="408" actId="478"/>
          <ac:spMkLst>
            <pc:docMk/>
            <pc:sldMk cId="586865693" sldId="257"/>
            <ac:spMk id="2" creationId="{8FD1E790-43E3-E85C-195B-3EAFDFAA1AE4}"/>
          </ac:spMkLst>
        </pc:spChg>
        <pc:spChg chg="del">
          <ac:chgData name="Joellio Frederico Araujo de Sousa C Resende" userId="124dcea278008c12" providerId="LiveId" clId="{FEFD25AA-1BB2-43F1-A14D-715C8FC80F77}" dt="2025-10-20T20:41:50.544" v="407" actId="478"/>
          <ac:spMkLst>
            <pc:docMk/>
            <pc:sldMk cId="586865693" sldId="257"/>
            <ac:spMk id="3" creationId="{AFA25AC3-D13E-DAFE-A0EB-38BA77A69769}"/>
          </ac:spMkLst>
        </pc:spChg>
        <pc:spChg chg="add">
          <ac:chgData name="Joellio Frederico Araujo de Sousa C Resende" userId="124dcea278008c12" providerId="LiveId" clId="{FEFD25AA-1BB2-43F1-A14D-715C8FC80F77}" dt="2025-10-20T20:41:55.161" v="409"/>
          <ac:spMkLst>
            <pc:docMk/>
            <pc:sldMk cId="586865693" sldId="257"/>
            <ac:spMk id="32" creationId="{E175298F-9397-7B03-E3DF-E7DB0481B7C9}"/>
          </ac:spMkLst>
        </pc:spChg>
        <pc:spChg chg="add">
          <ac:chgData name="Joellio Frederico Araujo de Sousa C Resende" userId="124dcea278008c12" providerId="LiveId" clId="{FEFD25AA-1BB2-43F1-A14D-715C8FC80F77}" dt="2025-10-20T20:41:55.161" v="409"/>
          <ac:spMkLst>
            <pc:docMk/>
            <pc:sldMk cId="586865693" sldId="257"/>
            <ac:spMk id="81" creationId="{6610EB9C-5F92-CD3B-FE4A-377635ECEC70}"/>
          </ac:spMkLst>
        </pc:spChg>
        <pc:spChg chg="add">
          <ac:chgData name="Joellio Frederico Araujo de Sousa C Resende" userId="124dcea278008c12" providerId="LiveId" clId="{FEFD25AA-1BB2-43F1-A14D-715C8FC80F77}" dt="2025-10-20T20:41:55.161" v="409"/>
          <ac:spMkLst>
            <pc:docMk/>
            <pc:sldMk cId="586865693" sldId="257"/>
            <ac:spMk id="83" creationId="{8F1CD84C-08EE-77DE-8DBC-1B405C282257}"/>
          </ac:spMkLst>
        </pc:spChg>
        <pc:spChg chg="add">
          <ac:chgData name="Joellio Frederico Araujo de Sousa C Resende" userId="124dcea278008c12" providerId="LiveId" clId="{FEFD25AA-1BB2-43F1-A14D-715C8FC80F77}" dt="2025-10-20T20:41:55.161" v="409"/>
          <ac:spMkLst>
            <pc:docMk/>
            <pc:sldMk cId="586865693" sldId="257"/>
            <ac:spMk id="108" creationId="{2C689D52-6A0C-0196-96F7-93B60810CFD8}"/>
          </ac:spMkLst>
        </pc:spChg>
        <pc:spChg chg="add">
          <ac:chgData name="Joellio Frederico Araujo de Sousa C Resende" userId="124dcea278008c12" providerId="LiveId" clId="{FEFD25AA-1BB2-43F1-A14D-715C8FC80F77}" dt="2025-10-20T20:41:55.161" v="409"/>
          <ac:spMkLst>
            <pc:docMk/>
            <pc:sldMk cId="586865693" sldId="257"/>
            <ac:spMk id="168" creationId="{4B1C0052-A9FD-2B5A-CCDB-48495853C8A7}"/>
          </ac:spMkLst>
        </pc:spChg>
        <pc:spChg chg="add">
          <ac:chgData name="Joellio Frederico Araujo de Sousa C Resende" userId="124dcea278008c12" providerId="LiveId" clId="{FEFD25AA-1BB2-43F1-A14D-715C8FC80F77}" dt="2025-10-20T20:41:55.161" v="409"/>
          <ac:spMkLst>
            <pc:docMk/>
            <pc:sldMk cId="586865693" sldId="257"/>
            <ac:spMk id="180" creationId="{F19319F3-3B15-0AC1-EEC9-D8276D573DDC}"/>
          </ac:spMkLst>
        </pc:spChg>
        <pc:spChg chg="add">
          <ac:chgData name="Joellio Frederico Araujo de Sousa C Resende" userId="124dcea278008c12" providerId="LiveId" clId="{FEFD25AA-1BB2-43F1-A14D-715C8FC80F77}" dt="2025-10-20T20:41:55.161" v="409"/>
          <ac:spMkLst>
            <pc:docMk/>
            <pc:sldMk cId="586865693" sldId="257"/>
            <ac:spMk id="201" creationId="{991C931B-48AB-4321-3470-F841080DF9D5}"/>
          </ac:spMkLst>
        </pc:spChg>
        <pc:spChg chg="add">
          <ac:chgData name="Joellio Frederico Araujo de Sousa C Resende" userId="124dcea278008c12" providerId="LiveId" clId="{FEFD25AA-1BB2-43F1-A14D-715C8FC80F77}" dt="2025-10-20T20:41:55.161" v="409"/>
          <ac:spMkLst>
            <pc:docMk/>
            <pc:sldMk cId="586865693" sldId="257"/>
            <ac:spMk id="224" creationId="{F006A51B-D064-82DB-B285-54302BA99FEE}"/>
          </ac:spMkLst>
        </pc:spChg>
        <pc:spChg chg="add">
          <ac:chgData name="Joellio Frederico Araujo de Sousa C Resende" userId="124dcea278008c12" providerId="LiveId" clId="{FEFD25AA-1BB2-43F1-A14D-715C8FC80F77}" dt="2025-10-20T20:41:55.161" v="409"/>
          <ac:spMkLst>
            <pc:docMk/>
            <pc:sldMk cId="586865693" sldId="257"/>
            <ac:spMk id="260" creationId="{1236CEB5-E1D1-32C5-AA87-FC352EADFB88}"/>
          </ac:spMkLst>
        </pc:spChg>
        <pc:spChg chg="add">
          <ac:chgData name="Joellio Frederico Araujo de Sousa C Resende" userId="124dcea278008c12" providerId="LiveId" clId="{FEFD25AA-1BB2-43F1-A14D-715C8FC80F77}" dt="2025-10-20T20:41:55.161" v="409"/>
          <ac:spMkLst>
            <pc:docMk/>
            <pc:sldMk cId="586865693" sldId="257"/>
            <ac:spMk id="267" creationId="{3B34D567-C70B-4602-BD0B-595EA01F1222}"/>
          </ac:spMkLst>
        </pc:spChg>
        <pc:spChg chg="add mod topLvl">
          <ac:chgData name="Joellio Frederico Araujo de Sousa C Resende" userId="124dcea278008c12" providerId="LiveId" clId="{FEFD25AA-1BB2-43F1-A14D-715C8FC80F77}" dt="2025-10-20T20:44:41.848" v="470" actId="165"/>
          <ac:spMkLst>
            <pc:docMk/>
            <pc:sldMk cId="586865693" sldId="257"/>
            <ac:spMk id="287" creationId="{65B77C0F-DA3D-DDDF-5478-F450C35042A4}"/>
          </ac:spMkLst>
        </pc:spChg>
        <pc:spChg chg="add mod topLvl">
          <ac:chgData name="Joellio Frederico Araujo de Sousa C Resende" userId="124dcea278008c12" providerId="LiveId" clId="{FEFD25AA-1BB2-43F1-A14D-715C8FC80F77}" dt="2025-10-20T20:44:41.848" v="470" actId="165"/>
          <ac:spMkLst>
            <pc:docMk/>
            <pc:sldMk cId="586865693" sldId="257"/>
            <ac:spMk id="288" creationId="{16BD94E1-848B-7038-722E-BC72B20F57B6}"/>
          </ac:spMkLst>
        </pc:spChg>
        <pc:spChg chg="add mod">
          <ac:chgData name="Joellio Frederico Araujo de Sousa C Resende" userId="124dcea278008c12" providerId="LiveId" clId="{FEFD25AA-1BB2-43F1-A14D-715C8FC80F77}" dt="2025-10-20T20:44:10.479" v="466"/>
          <ac:spMkLst>
            <pc:docMk/>
            <pc:sldMk cId="586865693" sldId="257"/>
            <ac:spMk id="289" creationId="{A78B1E06-03A1-E4AE-1E56-F19F8552B5F2}"/>
          </ac:spMkLst>
        </pc:spChg>
        <pc:grpChg chg="add del mod">
          <ac:chgData name="Joellio Frederico Araujo de Sousa C Resende" userId="124dcea278008c12" providerId="LiveId" clId="{FEFD25AA-1BB2-43F1-A14D-715C8FC80F77}" dt="2025-10-20T20:44:41.848" v="470" actId="165"/>
          <ac:grpSpMkLst>
            <pc:docMk/>
            <pc:sldMk cId="586865693" sldId="257"/>
            <ac:grpSpMk id="290" creationId="{EE89204F-7C6E-24F5-826B-9DC2D54345C1}"/>
          </ac:grpSpMkLst>
        </pc:grpChg>
        <pc:picChg chg="add mod topLvl">
          <ac:chgData name="Joellio Frederico Araujo de Sousa C Resende" userId="124dcea278008c12" providerId="LiveId" clId="{FEFD25AA-1BB2-43F1-A14D-715C8FC80F77}" dt="2025-10-20T20:44:41.848" v="470" actId="165"/>
          <ac:picMkLst>
            <pc:docMk/>
            <pc:sldMk cId="586865693" sldId="257"/>
            <ac:picMk id="286" creationId="{A54CD3F2-68F7-4181-D687-A01A40D262F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8B51AF-1F7D-0F92-CC8E-98E31D679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E4D14C-C08E-9427-9C34-D1FC4280C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2BDE47-67FB-7C2A-D64D-F0027DCF9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B1C4-7244-48AC-8CB4-FE5E37A08FA2}" type="datetimeFigureOut">
              <a:rPr lang="pt-BR" smtClean="0"/>
              <a:t>20/10/2025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9E4C97-6988-405E-65C7-2352C6D23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E8ED0B-04DB-FAE5-A0E0-58AF0E801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F6E14-53AD-46F4-9091-26E72EA51D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7327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61690-1E46-4CA9-635F-836E8AFFA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8B34AF-A967-AA3C-D9DB-E49CB8047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35F38F-BC29-36DD-58A2-F294FBC54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B1C4-7244-48AC-8CB4-FE5E37A08FA2}" type="datetimeFigureOut">
              <a:rPr lang="pt-BR" smtClean="0"/>
              <a:t>20/10/2025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226EE1-E864-4B71-7D37-7F5715567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66D2FE-A467-C7AE-0C7E-CFC5045D7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F6E14-53AD-46F4-9091-26E72EA51D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4259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40586-CECB-0416-1F49-C10CF64FE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58A5337-3DC3-D2F6-AC3E-B406737AD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A62379-531C-F1E3-E998-A699F419D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B1C4-7244-48AC-8CB4-FE5E37A08FA2}" type="datetimeFigureOut">
              <a:rPr lang="pt-BR" smtClean="0"/>
              <a:t>20/10/2025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E41F1F-8286-04B4-2315-5F3BB9DEC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C63DD9-EEEE-CC69-7C24-5A92A8621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F6E14-53AD-46F4-9091-26E72EA51D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6391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213E9F-FCBF-5C2B-0318-F5F24C1DD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367B63-D215-DD1B-9299-EB81776383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606445B-70FB-B9A0-E17C-55F89A2E69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68808E-11CE-D8C9-CCF2-20FE083DA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B1C4-7244-48AC-8CB4-FE5E37A08FA2}" type="datetimeFigureOut">
              <a:rPr lang="pt-BR" smtClean="0"/>
              <a:t>20/10/2025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CF4C0A0-7982-6CEB-3AF7-319E4D250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4C62464-5CB2-36F1-504D-E005EB734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F6E14-53AD-46F4-9091-26E72EA51D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2306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DDC4C4-D755-9D03-4BDA-F87C2FEEE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FDE8580-48BA-7C87-AC82-8EBDCE31C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96E98C3-B7B1-201B-633F-726E64170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E115086-D89C-DD44-A387-5A377C127B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E167C29-8103-9DE8-14D5-06E837EA5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211D2A9-A9BE-75E3-C26F-96728B84E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B1C4-7244-48AC-8CB4-FE5E37A08FA2}" type="datetimeFigureOut">
              <a:rPr lang="pt-BR" smtClean="0"/>
              <a:t>20/10/2025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20590CD-7989-CC2E-17BD-5C6CA714B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9269B09-366C-D1F8-31B9-D468B7E67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F6E14-53AD-46F4-9091-26E72EA51D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7249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EAA144-A51A-CCCD-BD61-1D885F22A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D884687-06F8-45C6-744F-2471C49C2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B1C4-7244-48AC-8CB4-FE5E37A08FA2}" type="datetimeFigureOut">
              <a:rPr lang="pt-BR" smtClean="0"/>
              <a:t>20/10/2025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F7BE37E-6B57-B5D0-CFA5-5DC8F0159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F629D5F-6619-A527-7F94-0FDB77726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F6E14-53AD-46F4-9091-26E72EA51D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5569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326FD02-E42B-830D-0BF4-1DBC59779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B1C4-7244-48AC-8CB4-FE5E37A08FA2}" type="datetimeFigureOut">
              <a:rPr lang="pt-BR" smtClean="0"/>
              <a:t>20/10/2025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6505B1A-4E4B-8B8A-B382-07C6A1011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AB41D24-C649-A894-4D06-9D6525432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F6E14-53AD-46F4-9091-26E72EA51D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4917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AD30AD-416E-51D8-F639-D21FDDC21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8A08AB-6956-C08A-784A-8E0240AA4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6F1DCAF-4E55-0473-4594-BF705E9C3F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B19D8C-40C2-9B73-5667-FF8276467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B1C4-7244-48AC-8CB4-FE5E37A08FA2}" type="datetimeFigureOut">
              <a:rPr lang="pt-BR" smtClean="0"/>
              <a:t>20/10/2025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D978A6-CA00-2B03-ABF1-8DAC1617F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B9947C-2662-5613-D22A-DEDEC246F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F6E14-53AD-46F4-9091-26E72EA51D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9680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D35ED-CACA-6CA2-FCF2-05F0A263B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042C669-9710-792D-05CF-6A697BA1EF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98D4437-ABB9-4208-DED0-A875868D29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AD987F4-34B8-F083-3F2B-9F5DBC962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B1C4-7244-48AC-8CB4-FE5E37A08FA2}" type="datetimeFigureOut">
              <a:rPr lang="pt-BR" smtClean="0"/>
              <a:t>20/10/2025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3A1FF3C-F251-1120-7968-A5547A1E2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380A262-019A-BDAB-C008-3ECF9CC0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F6E14-53AD-46F4-9091-26E72EA51D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0074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7EF561-3769-7E7F-B265-2CDCB555C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7688C05-C8DA-CB77-ECD1-F19D288F7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57CD2A-4259-2C01-FAE5-4E233D58E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B1C4-7244-48AC-8CB4-FE5E37A08FA2}" type="datetimeFigureOut">
              <a:rPr lang="pt-BR" smtClean="0"/>
              <a:t>20/10/2025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4A0AA7-DAF9-A7D5-5E5D-E0924291F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6303FC-9C3B-1B06-D029-453F36B2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F6E14-53AD-46F4-9091-26E72EA51D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2750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536181A-7686-3779-2647-B3D949019D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F1251D2-4A5B-B39B-2319-DE3E8EA42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1CD6FB9-4E7A-DFCF-8F24-18470F010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B1C4-7244-48AC-8CB4-FE5E37A08FA2}" type="datetimeFigureOut">
              <a:rPr lang="pt-BR" smtClean="0"/>
              <a:t>20/10/2025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BFF129-A691-D985-3648-0C36C03B5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884F4B-E914-5238-6DB3-9F2B5657C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F6E14-53AD-46F4-9091-26E72EA51D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9437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21DCD33-8779-CA47-E8ED-AB2CF952B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E6C349D-D0DC-CCD8-75E7-AE22AE8F5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10415A-455A-127B-6E04-06B967CB92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97B1C4-7244-48AC-8CB4-FE5E37A08FA2}" type="datetimeFigureOut">
              <a:rPr lang="pt-BR" smtClean="0"/>
              <a:t>20/10/2025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5A0C8C-D971-E7DE-BF92-FDA928F320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8B1995-E590-1884-0D3E-58782F54AF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6F6E14-53AD-46F4-9091-26E72EA51D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3156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145F4A9-9561-27ED-86A3-3166D557D82C}"/>
              </a:ext>
            </a:extLst>
          </p:cNvPr>
          <p:cNvSpPr txBox="1"/>
          <p:nvPr/>
        </p:nvSpPr>
        <p:spPr>
          <a:xfrm>
            <a:off x="5124189" y="1192061"/>
            <a:ext cx="1908000" cy="13778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A529EFF-D755-1A19-45F8-86969B49E559}"/>
              </a:ext>
            </a:extLst>
          </p:cNvPr>
          <p:cNvSpPr txBox="1"/>
          <p:nvPr/>
        </p:nvSpPr>
        <p:spPr>
          <a:xfrm>
            <a:off x="5124189" y="2782866"/>
            <a:ext cx="1908000" cy="13778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D9AAF89-58DE-7D8A-8AE6-F684F5D9A6EA}"/>
              </a:ext>
            </a:extLst>
          </p:cNvPr>
          <p:cNvSpPr txBox="1"/>
          <p:nvPr/>
        </p:nvSpPr>
        <p:spPr>
          <a:xfrm>
            <a:off x="5124189" y="4373671"/>
            <a:ext cx="1908000" cy="13778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5B988BC-F104-6E39-F575-C419DD558F0C}"/>
              </a:ext>
            </a:extLst>
          </p:cNvPr>
          <p:cNvSpPr txBox="1"/>
          <p:nvPr/>
        </p:nvSpPr>
        <p:spPr>
          <a:xfrm>
            <a:off x="7166977" y="2782866"/>
            <a:ext cx="1908000" cy="13778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928205E-2397-C4B4-E8A2-B5D77C6354B9}"/>
              </a:ext>
            </a:extLst>
          </p:cNvPr>
          <p:cNvSpPr txBox="1"/>
          <p:nvPr/>
        </p:nvSpPr>
        <p:spPr>
          <a:xfrm>
            <a:off x="3093927" y="2782866"/>
            <a:ext cx="1908000" cy="13778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C9BE2C3-4A1D-3EF7-0E36-973ADF5457CC}"/>
              </a:ext>
            </a:extLst>
          </p:cNvPr>
          <p:cNvSpPr txBox="1"/>
          <p:nvPr/>
        </p:nvSpPr>
        <p:spPr>
          <a:xfrm>
            <a:off x="4304255" y="2788178"/>
            <a:ext cx="792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/>
              <a:t>ANTIPODA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6CB4539-EB5B-B9FD-EE3F-B4E45C514BED}"/>
              </a:ext>
            </a:extLst>
          </p:cNvPr>
          <p:cNvSpPr txBox="1"/>
          <p:nvPr/>
        </p:nvSpPr>
        <p:spPr>
          <a:xfrm>
            <a:off x="6684727" y="1192061"/>
            <a:ext cx="792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/>
              <a:t>GUIA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980EECF-E249-7A44-40F2-1F6B292F9E24}"/>
              </a:ext>
            </a:extLst>
          </p:cNvPr>
          <p:cNvSpPr txBox="1"/>
          <p:nvPr/>
        </p:nvSpPr>
        <p:spPr>
          <a:xfrm>
            <a:off x="8422713" y="2788178"/>
            <a:ext cx="792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/>
              <a:t>ANALAGO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6A55B44-1AD0-4157-1F4D-389E023B3204}"/>
              </a:ext>
            </a:extLst>
          </p:cNvPr>
          <p:cNvSpPr txBox="1"/>
          <p:nvPr/>
        </p:nvSpPr>
        <p:spPr>
          <a:xfrm>
            <a:off x="6411762" y="4373671"/>
            <a:ext cx="792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/>
              <a:t>OCULTO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A258B70-E61F-2F36-73E9-570BF2459A9D}"/>
              </a:ext>
            </a:extLst>
          </p:cNvPr>
          <p:cNvSpPr txBox="1"/>
          <p:nvPr/>
        </p:nvSpPr>
        <p:spPr>
          <a:xfrm>
            <a:off x="6417507" y="2782866"/>
            <a:ext cx="10592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/>
              <a:t>KIN DO DIA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2BE0359-784C-8A19-0310-D344A51B4789}"/>
              </a:ext>
            </a:extLst>
          </p:cNvPr>
          <p:cNvSpPr txBox="1"/>
          <p:nvPr/>
        </p:nvSpPr>
        <p:spPr>
          <a:xfrm>
            <a:off x="5910195" y="1175175"/>
            <a:ext cx="6242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   8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   1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E3690BA-02D5-8430-642F-0D54ED63E54D}"/>
              </a:ext>
            </a:extLst>
          </p:cNvPr>
          <p:cNvSpPr txBox="1"/>
          <p:nvPr/>
        </p:nvSpPr>
        <p:spPr>
          <a:xfrm>
            <a:off x="5917513" y="2789872"/>
            <a:ext cx="6242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   8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  17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BED511A-5CDF-6A05-6594-BC08B8141CC2}"/>
              </a:ext>
            </a:extLst>
          </p:cNvPr>
          <p:cNvSpPr txBox="1"/>
          <p:nvPr/>
        </p:nvSpPr>
        <p:spPr>
          <a:xfrm>
            <a:off x="7947771" y="2733133"/>
            <a:ext cx="6242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   8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   2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ECA955A-F634-478A-2C08-A6C5D903A44D}"/>
              </a:ext>
            </a:extLst>
          </p:cNvPr>
          <p:cNvSpPr txBox="1"/>
          <p:nvPr/>
        </p:nvSpPr>
        <p:spPr>
          <a:xfrm>
            <a:off x="5935246" y="4373671"/>
            <a:ext cx="6242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   6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  4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0AD37E1-BD7B-ED08-F86C-95E1E538CB87}"/>
              </a:ext>
            </a:extLst>
          </p:cNvPr>
          <p:cNvSpPr txBox="1"/>
          <p:nvPr/>
        </p:nvSpPr>
        <p:spPr>
          <a:xfrm>
            <a:off x="3870550" y="2782866"/>
            <a:ext cx="6242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   8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  7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E1A0BCC-F176-0ABE-88C2-DE73894CC1DB}"/>
              </a:ext>
            </a:extLst>
          </p:cNvPr>
          <p:cNvSpPr txBox="1"/>
          <p:nvPr/>
        </p:nvSpPr>
        <p:spPr>
          <a:xfrm>
            <a:off x="8493695" y="3278214"/>
            <a:ext cx="807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8-2=6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E9B711F-9EA3-293C-723A-F225D7EBBD3B}"/>
              </a:ext>
            </a:extLst>
          </p:cNvPr>
          <p:cNvSpPr txBox="1"/>
          <p:nvPr/>
        </p:nvSpPr>
        <p:spPr>
          <a:xfrm>
            <a:off x="7183689" y="3284000"/>
            <a:ext cx="977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8+2=10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B629888-AF16-6A31-CCF8-3BDD5CFE5C8B}"/>
              </a:ext>
            </a:extLst>
          </p:cNvPr>
          <p:cNvSpPr txBox="1"/>
          <p:nvPr/>
        </p:nvSpPr>
        <p:spPr>
          <a:xfrm>
            <a:off x="6409151" y="3278214"/>
            <a:ext cx="8883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17-8=9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0CA036D-049E-B893-2D4D-643BDE8EEA3E}"/>
              </a:ext>
            </a:extLst>
          </p:cNvPr>
          <p:cNvSpPr txBox="1"/>
          <p:nvPr/>
        </p:nvSpPr>
        <p:spPr>
          <a:xfrm>
            <a:off x="5091837" y="3298708"/>
            <a:ext cx="10814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8+17=25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1F09F4C-8520-C1B2-2365-80874C9B88D7}"/>
              </a:ext>
            </a:extLst>
          </p:cNvPr>
          <p:cNvSpPr txBox="1"/>
          <p:nvPr/>
        </p:nvSpPr>
        <p:spPr>
          <a:xfrm>
            <a:off x="4482239" y="3279540"/>
            <a:ext cx="8883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8-7=1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2EECDA0-9470-1E3C-99F0-F4F980478AEE}"/>
              </a:ext>
            </a:extLst>
          </p:cNvPr>
          <p:cNvSpPr txBox="1"/>
          <p:nvPr/>
        </p:nvSpPr>
        <p:spPr>
          <a:xfrm>
            <a:off x="3064717" y="3300034"/>
            <a:ext cx="10814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8+7=15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43CB994B-BC0E-85F7-E105-DADB1ABEDC32}"/>
              </a:ext>
            </a:extLst>
          </p:cNvPr>
          <p:cNvSpPr txBox="1"/>
          <p:nvPr/>
        </p:nvSpPr>
        <p:spPr>
          <a:xfrm>
            <a:off x="6496837" y="1714909"/>
            <a:ext cx="8883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8-1=7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6C5E5A7-2A7C-A95E-683D-60EAC71438BE}"/>
              </a:ext>
            </a:extLst>
          </p:cNvPr>
          <p:cNvSpPr txBox="1"/>
          <p:nvPr/>
        </p:nvSpPr>
        <p:spPr>
          <a:xfrm>
            <a:off x="5179523" y="1735403"/>
            <a:ext cx="10814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8+1=9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784E7F1F-B4DF-A3AA-97D5-66DF70FCF539}"/>
              </a:ext>
            </a:extLst>
          </p:cNvPr>
          <p:cNvSpPr txBox="1"/>
          <p:nvPr/>
        </p:nvSpPr>
        <p:spPr>
          <a:xfrm>
            <a:off x="6409151" y="4849474"/>
            <a:ext cx="8883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6-4=2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17D9B727-AE2C-2277-A00D-FE9B1A47BD3F}"/>
              </a:ext>
            </a:extLst>
          </p:cNvPr>
          <p:cNvSpPr txBox="1"/>
          <p:nvPr/>
        </p:nvSpPr>
        <p:spPr>
          <a:xfrm>
            <a:off x="5091837" y="4869968"/>
            <a:ext cx="10814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6+4=10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6BDAD42-2BFD-94B2-70DE-28E468476641}"/>
              </a:ext>
            </a:extLst>
          </p:cNvPr>
          <p:cNvSpPr txBox="1"/>
          <p:nvPr/>
        </p:nvSpPr>
        <p:spPr>
          <a:xfrm>
            <a:off x="5136981" y="1192061"/>
            <a:ext cx="7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KIN 21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F7E6B091-FB22-2A07-8F52-780EEED89F12}"/>
              </a:ext>
            </a:extLst>
          </p:cNvPr>
          <p:cNvSpPr txBox="1"/>
          <p:nvPr/>
        </p:nvSpPr>
        <p:spPr>
          <a:xfrm>
            <a:off x="7144025" y="2788178"/>
            <a:ext cx="7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KIN  242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B498840-441E-3CE5-4427-F49299B422CB}"/>
              </a:ext>
            </a:extLst>
          </p:cNvPr>
          <p:cNvSpPr txBox="1"/>
          <p:nvPr/>
        </p:nvSpPr>
        <p:spPr>
          <a:xfrm>
            <a:off x="5098886" y="4392361"/>
            <a:ext cx="7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KIN 84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FFF27C7E-E01D-5608-122C-0F2362FACE02}"/>
              </a:ext>
            </a:extLst>
          </p:cNvPr>
          <p:cNvSpPr txBox="1"/>
          <p:nvPr/>
        </p:nvSpPr>
        <p:spPr>
          <a:xfrm>
            <a:off x="5124472" y="2828510"/>
            <a:ext cx="7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KIN 177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D7EE8053-231D-6964-5420-77904C450246}"/>
              </a:ext>
            </a:extLst>
          </p:cNvPr>
          <p:cNvSpPr txBox="1"/>
          <p:nvPr/>
        </p:nvSpPr>
        <p:spPr>
          <a:xfrm>
            <a:off x="3110107" y="2816839"/>
            <a:ext cx="7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KIN 47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6F7CE69B-F715-F21E-4609-A51D8CD5D5E3}"/>
              </a:ext>
            </a:extLst>
          </p:cNvPr>
          <p:cNvSpPr txBox="1"/>
          <p:nvPr/>
        </p:nvSpPr>
        <p:spPr>
          <a:xfrm>
            <a:off x="3274513" y="4670687"/>
            <a:ext cx="1612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KIN 47 – SELO 7= 40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5D52740B-89B7-1A83-CCEC-E15485B67124}"/>
              </a:ext>
            </a:extLst>
          </p:cNvPr>
          <p:cNvSpPr txBox="1"/>
          <p:nvPr/>
        </p:nvSpPr>
        <p:spPr>
          <a:xfrm>
            <a:off x="5802557" y="1223338"/>
            <a:ext cx="4583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/>
              <a:t> TOM</a:t>
            </a:r>
          </a:p>
          <a:p>
            <a:endParaRPr lang="pt-BR" sz="700" dirty="0"/>
          </a:p>
          <a:p>
            <a:endParaRPr lang="pt-BR" sz="700" dirty="0"/>
          </a:p>
          <a:p>
            <a:endParaRPr lang="pt-BR" sz="700" dirty="0"/>
          </a:p>
          <a:p>
            <a:endParaRPr lang="pt-BR" sz="700" dirty="0"/>
          </a:p>
          <a:p>
            <a:endParaRPr lang="pt-BR" sz="700" dirty="0"/>
          </a:p>
          <a:p>
            <a:r>
              <a:rPr lang="pt-BR" sz="700" dirty="0"/>
              <a:t> </a:t>
            </a:r>
          </a:p>
          <a:p>
            <a:endParaRPr lang="pt-BR" sz="700" dirty="0"/>
          </a:p>
          <a:p>
            <a:endParaRPr lang="pt-BR" sz="700" dirty="0"/>
          </a:p>
          <a:p>
            <a:endParaRPr lang="pt-BR" sz="700" dirty="0"/>
          </a:p>
          <a:p>
            <a:endParaRPr lang="pt-BR" sz="700" dirty="0"/>
          </a:p>
          <a:p>
            <a:r>
              <a:rPr lang="pt-BR" sz="700" dirty="0"/>
              <a:t>SELO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B503B957-A91D-4C83-DDA0-8F7B34F8ABA2}"/>
              </a:ext>
            </a:extLst>
          </p:cNvPr>
          <p:cNvSpPr txBox="1"/>
          <p:nvPr/>
        </p:nvSpPr>
        <p:spPr>
          <a:xfrm>
            <a:off x="3800094" y="2789872"/>
            <a:ext cx="4583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/>
              <a:t> TOM</a:t>
            </a:r>
          </a:p>
          <a:p>
            <a:endParaRPr lang="pt-BR" sz="700" dirty="0"/>
          </a:p>
          <a:p>
            <a:endParaRPr lang="pt-BR" sz="700" dirty="0"/>
          </a:p>
          <a:p>
            <a:endParaRPr lang="pt-BR" sz="700" dirty="0"/>
          </a:p>
          <a:p>
            <a:endParaRPr lang="pt-BR" sz="700" dirty="0"/>
          </a:p>
          <a:p>
            <a:endParaRPr lang="pt-BR" sz="700" dirty="0"/>
          </a:p>
          <a:p>
            <a:r>
              <a:rPr lang="pt-BR" sz="700" dirty="0"/>
              <a:t> </a:t>
            </a:r>
          </a:p>
          <a:p>
            <a:endParaRPr lang="pt-BR" sz="700" dirty="0"/>
          </a:p>
          <a:p>
            <a:endParaRPr lang="pt-BR" sz="700" dirty="0"/>
          </a:p>
          <a:p>
            <a:endParaRPr lang="pt-BR" sz="700" dirty="0"/>
          </a:p>
          <a:p>
            <a:endParaRPr lang="pt-BR" sz="700" dirty="0"/>
          </a:p>
          <a:p>
            <a:r>
              <a:rPr lang="pt-BR" sz="700" dirty="0"/>
              <a:t>SELO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FFF3F9C4-2B46-9956-6F11-73A1C4D96FBE}"/>
              </a:ext>
            </a:extLst>
          </p:cNvPr>
          <p:cNvSpPr txBox="1"/>
          <p:nvPr/>
        </p:nvSpPr>
        <p:spPr>
          <a:xfrm>
            <a:off x="5804703" y="2779308"/>
            <a:ext cx="4583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/>
              <a:t> TOM</a:t>
            </a:r>
          </a:p>
          <a:p>
            <a:endParaRPr lang="pt-BR" sz="700" dirty="0"/>
          </a:p>
          <a:p>
            <a:endParaRPr lang="pt-BR" sz="700" dirty="0"/>
          </a:p>
          <a:p>
            <a:endParaRPr lang="pt-BR" sz="700" dirty="0"/>
          </a:p>
          <a:p>
            <a:endParaRPr lang="pt-BR" sz="700" dirty="0"/>
          </a:p>
          <a:p>
            <a:endParaRPr lang="pt-BR" sz="700" dirty="0"/>
          </a:p>
          <a:p>
            <a:r>
              <a:rPr lang="pt-BR" sz="700" dirty="0"/>
              <a:t> </a:t>
            </a:r>
          </a:p>
          <a:p>
            <a:endParaRPr lang="pt-BR" sz="700" dirty="0"/>
          </a:p>
          <a:p>
            <a:endParaRPr lang="pt-BR" sz="700" dirty="0"/>
          </a:p>
          <a:p>
            <a:endParaRPr lang="pt-BR" sz="700" dirty="0"/>
          </a:p>
          <a:p>
            <a:endParaRPr lang="pt-BR" sz="700" dirty="0"/>
          </a:p>
          <a:p>
            <a:r>
              <a:rPr lang="pt-BR" sz="700" dirty="0"/>
              <a:t>SELO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B87A563C-3D8D-36A3-4497-12C22196E421}"/>
              </a:ext>
            </a:extLst>
          </p:cNvPr>
          <p:cNvSpPr txBox="1"/>
          <p:nvPr/>
        </p:nvSpPr>
        <p:spPr>
          <a:xfrm>
            <a:off x="7847491" y="2800928"/>
            <a:ext cx="4583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/>
              <a:t> TOM</a:t>
            </a:r>
          </a:p>
          <a:p>
            <a:endParaRPr lang="pt-BR" sz="700" dirty="0"/>
          </a:p>
          <a:p>
            <a:endParaRPr lang="pt-BR" sz="700" dirty="0"/>
          </a:p>
          <a:p>
            <a:endParaRPr lang="pt-BR" sz="700" dirty="0"/>
          </a:p>
          <a:p>
            <a:endParaRPr lang="pt-BR" sz="700" dirty="0"/>
          </a:p>
          <a:p>
            <a:endParaRPr lang="pt-BR" sz="700" dirty="0"/>
          </a:p>
          <a:p>
            <a:r>
              <a:rPr lang="pt-BR" sz="700" dirty="0"/>
              <a:t> </a:t>
            </a:r>
          </a:p>
          <a:p>
            <a:endParaRPr lang="pt-BR" sz="700" dirty="0"/>
          </a:p>
          <a:p>
            <a:endParaRPr lang="pt-BR" sz="700" dirty="0"/>
          </a:p>
          <a:p>
            <a:endParaRPr lang="pt-BR" sz="700" dirty="0"/>
          </a:p>
          <a:p>
            <a:endParaRPr lang="pt-BR" sz="700" dirty="0"/>
          </a:p>
          <a:p>
            <a:r>
              <a:rPr lang="pt-BR" sz="700" dirty="0"/>
              <a:t>SELO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608246C5-0860-3733-00BF-BC58C2523B93}"/>
              </a:ext>
            </a:extLst>
          </p:cNvPr>
          <p:cNvSpPr txBox="1"/>
          <p:nvPr/>
        </p:nvSpPr>
        <p:spPr>
          <a:xfrm>
            <a:off x="5779069" y="4369768"/>
            <a:ext cx="4583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/>
              <a:t> TOM</a:t>
            </a:r>
          </a:p>
          <a:p>
            <a:endParaRPr lang="pt-BR" sz="700" dirty="0"/>
          </a:p>
          <a:p>
            <a:endParaRPr lang="pt-BR" sz="700" dirty="0"/>
          </a:p>
          <a:p>
            <a:endParaRPr lang="pt-BR" sz="700" dirty="0"/>
          </a:p>
          <a:p>
            <a:endParaRPr lang="pt-BR" sz="700" dirty="0"/>
          </a:p>
          <a:p>
            <a:endParaRPr lang="pt-BR" sz="700" dirty="0"/>
          </a:p>
          <a:p>
            <a:r>
              <a:rPr lang="pt-BR" sz="700" dirty="0"/>
              <a:t> </a:t>
            </a:r>
          </a:p>
          <a:p>
            <a:endParaRPr lang="pt-BR" sz="700" dirty="0"/>
          </a:p>
          <a:p>
            <a:endParaRPr lang="pt-BR" sz="700" dirty="0"/>
          </a:p>
          <a:p>
            <a:endParaRPr lang="pt-BR" sz="700" dirty="0"/>
          </a:p>
          <a:p>
            <a:endParaRPr lang="pt-BR" sz="700" dirty="0"/>
          </a:p>
          <a:p>
            <a:r>
              <a:rPr lang="pt-BR" sz="700" dirty="0"/>
              <a:t>SELO</a:t>
            </a:r>
          </a:p>
        </p:txBody>
      </p:sp>
    </p:spTree>
    <p:extLst>
      <p:ext uri="{BB962C8B-B14F-4D97-AF65-F5344CB8AC3E}">
        <p14:creationId xmlns:p14="http://schemas.microsoft.com/office/powerpoint/2010/main" val="3110311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Imagem 285">
            <a:extLst>
              <a:ext uri="{FF2B5EF4-FFF2-40B4-BE49-F238E27FC236}">
                <a16:creationId xmlns:a16="http://schemas.microsoft.com/office/drawing/2014/main" id="{A54CD3F2-68F7-4181-D687-A01A40D26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715" y="97029"/>
            <a:ext cx="4546803" cy="6663941"/>
          </a:xfrm>
          <a:prstGeom prst="rect">
            <a:avLst/>
          </a:prstGeom>
        </p:spPr>
      </p:pic>
      <p:sp>
        <p:nvSpPr>
          <p:cNvPr id="287" name="CaixaDeTexto 286">
            <a:extLst>
              <a:ext uri="{FF2B5EF4-FFF2-40B4-BE49-F238E27FC236}">
                <a16:creationId xmlns:a16="http://schemas.microsoft.com/office/drawing/2014/main" id="{65B77C0F-DA3D-DDDF-5478-F450C35042A4}"/>
              </a:ext>
            </a:extLst>
          </p:cNvPr>
          <p:cNvSpPr txBox="1"/>
          <p:nvPr/>
        </p:nvSpPr>
        <p:spPr>
          <a:xfrm>
            <a:off x="3620021" y="5561556"/>
            <a:ext cx="3081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1    2    3    4    5    6    7    8    9 </a:t>
            </a:r>
          </a:p>
        </p:txBody>
      </p:sp>
      <p:sp>
        <p:nvSpPr>
          <p:cNvPr id="288" name="CaixaDeTexto 287">
            <a:extLst>
              <a:ext uri="{FF2B5EF4-FFF2-40B4-BE49-F238E27FC236}">
                <a16:creationId xmlns:a16="http://schemas.microsoft.com/office/drawing/2014/main" id="{16BD94E1-848B-7038-722E-BC72B20F57B6}"/>
              </a:ext>
            </a:extLst>
          </p:cNvPr>
          <p:cNvSpPr txBox="1"/>
          <p:nvPr/>
        </p:nvSpPr>
        <p:spPr>
          <a:xfrm>
            <a:off x="5999968" y="5376610"/>
            <a:ext cx="438411" cy="55427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68656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83</Words>
  <Application>Microsoft Office PowerPoint</Application>
  <PresentationFormat>Widescreen</PresentationFormat>
  <Paragraphs>107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Joellio Frederico Araujo de Sousa C Resende</dc:creator>
  <cp:lastModifiedBy>Joellio Frederico Araujo de Sousa C Resende</cp:lastModifiedBy>
  <cp:revision>1</cp:revision>
  <dcterms:created xsi:type="dcterms:W3CDTF">2025-10-20T19:40:19Z</dcterms:created>
  <dcterms:modified xsi:type="dcterms:W3CDTF">2025-10-20T20:44:50Z</dcterms:modified>
</cp:coreProperties>
</file>